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7"/>
  </p:normalViewPr>
  <p:slideViewPr>
    <p:cSldViewPr snapToGrid="0">
      <p:cViewPr varScale="1">
        <p:scale>
          <a:sx n="88" d="100"/>
          <a:sy n="88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9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68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945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0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1" r:id="rId2"/>
    <p:sldLayoutId id="2147483785" r:id="rId3"/>
    <p:sldLayoutId id="2147483787" r:id="rId4"/>
    <p:sldLayoutId id="2147483789" r:id="rId5"/>
    <p:sldLayoutId id="2147483790" r:id="rId6"/>
    <p:sldLayoutId id="2147483791" r:id="rId7"/>
    <p:sldLayoutId id="2147483794" r:id="rId8"/>
    <p:sldLayoutId id="2147483796" r:id="rId9"/>
    <p:sldLayoutId id="2147483797" r:id="rId10"/>
    <p:sldLayoutId id="2147483799" r:id="rId11"/>
    <p:sldLayoutId id="2147483800" r:id="rId12"/>
    <p:sldLayoutId id="2147483802" r:id="rId13"/>
    <p:sldLayoutId id="2147483804" r:id="rId14"/>
    <p:sldLayoutId id="2147483805" r:id="rId15"/>
    <p:sldLayoutId id="2147483808" r:id="rId16"/>
    <p:sldLayoutId id="2147483812" r:id="rId17"/>
    <p:sldLayoutId id="2147483855" r:id="rId18"/>
    <p:sldLayoutId id="2147483814" r:id="rId19"/>
    <p:sldLayoutId id="2147483817" r:id="rId20"/>
    <p:sldLayoutId id="2147483820" r:id="rId21"/>
    <p:sldLayoutId id="2147483858" r:id="rId22"/>
    <p:sldLayoutId id="2147483859" r:id="rId23"/>
    <p:sldLayoutId id="2147483825" r:id="rId24"/>
    <p:sldLayoutId id="2147483826" r:id="rId25"/>
    <p:sldLayoutId id="2147483829" r:id="rId26"/>
    <p:sldLayoutId id="2147483830" r:id="rId2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04A0A21-78D4-23F4-647B-0DE39EC3D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DK" dirty="0"/>
              <a:t>onsistency  teori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F0BC2-C48D-D447-CBC0-2471395ADAEE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78DE35-CC18-F1AD-BA58-86A8AD18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Design UI</a:t>
            </a:r>
          </a:p>
        </p:txBody>
      </p:sp>
    </p:spTree>
    <p:extLst>
      <p:ext uri="{BB962C8B-B14F-4D97-AF65-F5344CB8AC3E}">
        <p14:creationId xmlns:p14="http://schemas.microsoft.com/office/powerpoint/2010/main" val="235142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3119-E032-8AC5-BA63-BDBAF71F7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A1F6EC-ED2C-05D9-1B6A-65588201F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52" y="2116138"/>
            <a:ext cx="10039671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7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85D7-CF75-A4EB-EFD8-AB7D6A2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192C95-2AE1-CAB8-BFE9-47FFB620E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368" y="2116138"/>
            <a:ext cx="8144838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4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C9AB-31E6-EA0F-425F-7811BC17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55DA9F-CE5E-7DAB-26D0-016A4F43D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71" y="2116138"/>
            <a:ext cx="7882232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5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579E-6998-EE9B-FEFB-AB772E01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8B6EA5-D3F8-CC0B-CD3A-6DE0DC3FB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18" y="2116138"/>
            <a:ext cx="9675939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D3EB-CF04-8484-45D3-CD87BA0E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12760-4F3A-278A-DFF7-D10FE7EB4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776" y="2116138"/>
            <a:ext cx="8796022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8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1223-CC04-E4A5-E616-2A23D094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39E193-A878-D44F-50C6-EE3D0FBBE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0" y="2116138"/>
            <a:ext cx="7652215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3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F7F6-09B9-BE7D-A335-EB58533D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E3DB0-BCFC-68D3-DA51-6C67AFEC7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77" y="2116138"/>
            <a:ext cx="7739820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8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FCB7-5EB9-3AC5-689C-92CD03C9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E3874-05BA-BBCA-483A-5AA6FB401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23" y="2116138"/>
            <a:ext cx="9183328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6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8103-9052-AD8C-CFE5-6F5B97D9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B945A-44FB-F207-8AE8-C2DC2CE12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41" y="2116138"/>
            <a:ext cx="8713492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2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4B86-53EE-AC92-A16B-6C7BAE78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18F09-BC1C-FBCA-D06F-3742ACB24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343" y="2116138"/>
            <a:ext cx="7946888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27428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</TotalTime>
  <Words>5</Words>
  <Application>Microsoft Macintosh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Axis</vt:lpstr>
      <vt:lpstr>Design 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Xiaolei Bi</dc:creator>
  <cp:lastModifiedBy>Xiaolei Bi</cp:lastModifiedBy>
  <cp:revision>1</cp:revision>
  <dcterms:created xsi:type="dcterms:W3CDTF">2026-10-12T14:08:01Z</dcterms:created>
  <dcterms:modified xsi:type="dcterms:W3CDTF">2026-10-12T14:10:47Z</dcterms:modified>
</cp:coreProperties>
</file>