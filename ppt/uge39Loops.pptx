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25"/>
  </p:notesMasterIdLst>
  <p:sldIdLst>
    <p:sldId id="256" r:id="rId5"/>
    <p:sldId id="257" r:id="rId6"/>
    <p:sldId id="286" r:id="rId7"/>
    <p:sldId id="258" r:id="rId8"/>
    <p:sldId id="259" r:id="rId9"/>
    <p:sldId id="284" r:id="rId10"/>
    <p:sldId id="272" r:id="rId11"/>
    <p:sldId id="276" r:id="rId12"/>
    <p:sldId id="273" r:id="rId13"/>
    <p:sldId id="274" r:id="rId14"/>
    <p:sldId id="260" r:id="rId15"/>
    <p:sldId id="261" r:id="rId16"/>
    <p:sldId id="262" r:id="rId17"/>
    <p:sldId id="263" r:id="rId18"/>
    <p:sldId id="264" r:id="rId19"/>
    <p:sldId id="266" r:id="rId20"/>
    <p:sldId id="267" r:id="rId21"/>
    <p:sldId id="268" r:id="rId22"/>
    <p:sldId id="269" r:id="rId23"/>
    <p:sldId id="270" r:id="rId24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7B8F11-E86D-415F-BC16-10A011ECC3CB}" v="14" dt="2025-09-18T06:24:41.393"/>
    <p1510:client id="{FF2D7CE9-32A1-406E-90A5-DF2CD5C41DA3}" v="84" dt="2025-09-17T14:53:43.48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7"/>
    <p:restoredTop sz="75439"/>
  </p:normalViewPr>
  <p:slideViewPr>
    <p:cSldViewPr>
      <p:cViewPr varScale="1">
        <p:scale>
          <a:sx n="80" d="100"/>
          <a:sy n="80" d="100"/>
        </p:scale>
        <p:origin x="384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aolei Bi" userId="S::xbi@eamv.dk::4defdd0b-eb6b-464a-acc0-49fc44ef47a7" providerId="AD" clId="Web-{FF2D7CE9-32A1-406E-90A5-DF2CD5C41DA3}"/>
    <pc:docChg chg="addSld delSld modSld">
      <pc:chgData name="Xiaolei Bi" userId="S::xbi@eamv.dk::4defdd0b-eb6b-464a-acc0-49fc44ef47a7" providerId="AD" clId="Web-{FF2D7CE9-32A1-406E-90A5-DF2CD5C41DA3}" dt="2025-09-17T14:53:43.488" v="63"/>
      <pc:docMkLst>
        <pc:docMk/>
      </pc:docMkLst>
      <pc:sldChg chg="modSp">
        <pc:chgData name="Xiaolei Bi" userId="S::xbi@eamv.dk::4defdd0b-eb6b-464a-acc0-49fc44ef47a7" providerId="AD" clId="Web-{FF2D7CE9-32A1-406E-90A5-DF2CD5C41DA3}" dt="2025-09-17T14:42:57.431" v="3"/>
        <pc:sldMkLst>
          <pc:docMk/>
          <pc:sldMk cId="0" sldId="257"/>
        </pc:sldMkLst>
        <pc:picChg chg="mod modCrop">
          <ac:chgData name="Xiaolei Bi" userId="S::xbi@eamv.dk::4defdd0b-eb6b-464a-acc0-49fc44ef47a7" providerId="AD" clId="Web-{FF2D7CE9-32A1-406E-90A5-DF2CD5C41DA3}" dt="2025-09-17T14:42:57.431" v="3"/>
          <ac:picMkLst>
            <pc:docMk/>
            <pc:sldMk cId="0" sldId="257"/>
            <ac:picMk id="2" creationId="{00000000-0000-0000-0000-000000000000}"/>
          </ac:picMkLst>
        </pc:picChg>
      </pc:sldChg>
      <pc:sldChg chg="modSp">
        <pc:chgData name="Xiaolei Bi" userId="S::xbi@eamv.dk::4defdd0b-eb6b-464a-acc0-49fc44ef47a7" providerId="AD" clId="Web-{FF2D7CE9-32A1-406E-90A5-DF2CD5C41DA3}" dt="2025-09-17T14:47:47.470" v="28" actId="20577"/>
        <pc:sldMkLst>
          <pc:docMk/>
          <pc:sldMk cId="0" sldId="264"/>
        </pc:sldMkLst>
        <pc:spChg chg="mod">
          <ac:chgData name="Xiaolei Bi" userId="S::xbi@eamv.dk::4defdd0b-eb6b-464a-acc0-49fc44ef47a7" providerId="AD" clId="Web-{FF2D7CE9-32A1-406E-90A5-DF2CD5C41DA3}" dt="2025-09-17T14:47:47.470" v="28" actId="20577"/>
          <ac:spMkLst>
            <pc:docMk/>
            <pc:sldMk cId="0" sldId="264"/>
            <ac:spMk id="3" creationId="{00000000-0000-0000-0000-000000000000}"/>
          </ac:spMkLst>
        </pc:spChg>
      </pc:sldChg>
      <pc:sldChg chg="del">
        <pc:chgData name="Xiaolei Bi" userId="S::xbi@eamv.dk::4defdd0b-eb6b-464a-acc0-49fc44ef47a7" providerId="AD" clId="Web-{FF2D7CE9-32A1-406E-90A5-DF2CD5C41DA3}" dt="2025-09-17T14:47:56.767" v="29"/>
        <pc:sldMkLst>
          <pc:docMk/>
          <pc:sldMk cId="0" sldId="265"/>
        </pc:sldMkLst>
      </pc:sldChg>
      <pc:sldChg chg="add del">
        <pc:chgData name="Xiaolei Bi" userId="S::xbi@eamv.dk::4defdd0b-eb6b-464a-acc0-49fc44ef47a7" providerId="AD" clId="Web-{FF2D7CE9-32A1-406E-90A5-DF2CD5C41DA3}" dt="2025-09-17T14:49:07.080" v="43"/>
        <pc:sldMkLst>
          <pc:docMk/>
          <pc:sldMk cId="0" sldId="272"/>
        </pc:sldMkLst>
      </pc:sldChg>
      <pc:sldChg chg="add del">
        <pc:chgData name="Xiaolei Bi" userId="S::xbi@eamv.dk::4defdd0b-eb6b-464a-acc0-49fc44ef47a7" providerId="AD" clId="Web-{FF2D7CE9-32A1-406E-90A5-DF2CD5C41DA3}" dt="2025-09-17T14:49:07.173" v="44"/>
        <pc:sldMkLst>
          <pc:docMk/>
          <pc:sldMk cId="0" sldId="273"/>
        </pc:sldMkLst>
      </pc:sldChg>
      <pc:sldChg chg="addSp delSp modSp add del">
        <pc:chgData name="Xiaolei Bi" userId="S::xbi@eamv.dk::4defdd0b-eb6b-464a-acc0-49fc44ef47a7" providerId="AD" clId="Web-{FF2D7CE9-32A1-406E-90A5-DF2CD5C41DA3}" dt="2025-09-17T14:53:43.488" v="63"/>
        <pc:sldMkLst>
          <pc:docMk/>
          <pc:sldMk cId="0" sldId="274"/>
        </pc:sldMkLst>
        <pc:spChg chg="del mod">
          <ac:chgData name="Xiaolei Bi" userId="S::xbi@eamv.dk::4defdd0b-eb6b-464a-acc0-49fc44ef47a7" providerId="AD" clId="Web-{FF2D7CE9-32A1-406E-90A5-DF2CD5C41DA3}" dt="2025-09-17T14:52:32.299" v="58"/>
          <ac:spMkLst>
            <pc:docMk/>
            <pc:sldMk cId="0" sldId="274"/>
            <ac:spMk id="3" creationId="{00000000-0000-0000-0000-000000000000}"/>
          </ac:spMkLst>
        </pc:spChg>
        <pc:picChg chg="add mod">
          <ac:chgData name="Xiaolei Bi" userId="S::xbi@eamv.dk::4defdd0b-eb6b-464a-acc0-49fc44ef47a7" providerId="AD" clId="Web-{FF2D7CE9-32A1-406E-90A5-DF2CD5C41DA3}" dt="2025-09-17T14:51:33.408" v="57" actId="1076"/>
          <ac:picMkLst>
            <pc:docMk/>
            <pc:sldMk cId="0" sldId="274"/>
            <ac:picMk id="5" creationId="{3CA779E6-E999-8940-B2B4-039B12F4A57A}"/>
          </ac:picMkLst>
        </pc:picChg>
        <pc:inkChg chg="add">
          <ac:chgData name="Xiaolei Bi" userId="S::xbi@eamv.dk::4defdd0b-eb6b-464a-acc0-49fc44ef47a7" providerId="AD" clId="Web-{FF2D7CE9-32A1-406E-90A5-DF2CD5C41DA3}" dt="2025-09-17T14:52:40.893" v="59"/>
          <ac:inkMkLst>
            <pc:docMk/>
            <pc:sldMk cId="0" sldId="274"/>
            <ac:inkMk id="6" creationId="{49A82A0E-DC19-37FE-5098-94D525E5994D}"/>
          </ac:inkMkLst>
        </pc:inkChg>
        <pc:inkChg chg="add">
          <ac:chgData name="Xiaolei Bi" userId="S::xbi@eamv.dk::4defdd0b-eb6b-464a-acc0-49fc44ef47a7" providerId="AD" clId="Web-{FF2D7CE9-32A1-406E-90A5-DF2CD5C41DA3}" dt="2025-09-17T14:52:48.487" v="60"/>
          <ac:inkMkLst>
            <pc:docMk/>
            <pc:sldMk cId="0" sldId="274"/>
            <ac:inkMk id="7" creationId="{426FF9A9-8442-7A00-AC65-F6D5D1C7EA69}"/>
          </ac:inkMkLst>
        </pc:inkChg>
        <pc:inkChg chg="add">
          <ac:chgData name="Xiaolei Bi" userId="S::xbi@eamv.dk::4defdd0b-eb6b-464a-acc0-49fc44ef47a7" providerId="AD" clId="Web-{FF2D7CE9-32A1-406E-90A5-DF2CD5C41DA3}" dt="2025-09-17T14:53:42.285" v="61"/>
          <ac:inkMkLst>
            <pc:docMk/>
            <pc:sldMk cId="0" sldId="274"/>
            <ac:inkMk id="8" creationId="{2634000C-7D39-3C3F-E19B-B6490B2A6DCD}"/>
          </ac:inkMkLst>
        </pc:inkChg>
        <pc:inkChg chg="add">
          <ac:chgData name="Xiaolei Bi" userId="S::xbi@eamv.dk::4defdd0b-eb6b-464a-acc0-49fc44ef47a7" providerId="AD" clId="Web-{FF2D7CE9-32A1-406E-90A5-DF2CD5C41DA3}" dt="2025-09-17T14:53:42.941" v="62"/>
          <ac:inkMkLst>
            <pc:docMk/>
            <pc:sldMk cId="0" sldId="274"/>
            <ac:inkMk id="9" creationId="{E283F08A-C97A-DA60-F398-8C83225F1C85}"/>
          </ac:inkMkLst>
        </pc:inkChg>
        <pc:inkChg chg="add">
          <ac:chgData name="Xiaolei Bi" userId="S::xbi@eamv.dk::4defdd0b-eb6b-464a-acc0-49fc44ef47a7" providerId="AD" clId="Web-{FF2D7CE9-32A1-406E-90A5-DF2CD5C41DA3}" dt="2025-09-17T14:53:43.488" v="63"/>
          <ac:inkMkLst>
            <pc:docMk/>
            <pc:sldMk cId="0" sldId="274"/>
            <ac:inkMk id="10" creationId="{322EB2D2-00C2-0C08-1DB3-40E40FDB5441}"/>
          </ac:inkMkLst>
        </pc:inkChg>
      </pc:sldChg>
      <pc:sldChg chg="add del">
        <pc:chgData name="Xiaolei Bi" userId="S::xbi@eamv.dk::4defdd0b-eb6b-464a-acc0-49fc44ef47a7" providerId="AD" clId="Web-{FF2D7CE9-32A1-406E-90A5-DF2CD5C41DA3}" dt="2025-09-17T14:49:51.548" v="52"/>
        <pc:sldMkLst>
          <pc:docMk/>
          <pc:sldMk cId="0" sldId="275"/>
        </pc:sldMkLst>
      </pc:sldChg>
      <pc:sldChg chg="modSp add del">
        <pc:chgData name="Xiaolei Bi" userId="S::xbi@eamv.dk::4defdd0b-eb6b-464a-acc0-49fc44ef47a7" providerId="AD" clId="Web-{FF2D7CE9-32A1-406E-90A5-DF2CD5C41DA3}" dt="2025-09-17T14:49:32.861" v="49" actId="20577"/>
        <pc:sldMkLst>
          <pc:docMk/>
          <pc:sldMk cId="0" sldId="276"/>
        </pc:sldMkLst>
        <pc:spChg chg="mod">
          <ac:chgData name="Xiaolei Bi" userId="S::xbi@eamv.dk::4defdd0b-eb6b-464a-acc0-49fc44ef47a7" providerId="AD" clId="Web-{FF2D7CE9-32A1-406E-90A5-DF2CD5C41DA3}" dt="2025-09-17T14:49:32.861" v="49" actId="20577"/>
          <ac:spMkLst>
            <pc:docMk/>
            <pc:sldMk cId="0" sldId="276"/>
            <ac:spMk id="3" creationId="{00000000-0000-0000-0000-000000000000}"/>
          </ac:spMkLst>
        </pc:spChg>
      </pc:sldChg>
      <pc:sldChg chg="addSp modSp">
        <pc:chgData name="Xiaolei Bi" userId="S::xbi@eamv.dk::4defdd0b-eb6b-464a-acc0-49fc44ef47a7" providerId="AD" clId="Web-{FF2D7CE9-32A1-406E-90A5-DF2CD5C41DA3}" dt="2025-09-17T14:46:48.610" v="25"/>
        <pc:sldMkLst>
          <pc:docMk/>
          <pc:sldMk cId="1978831543" sldId="284"/>
        </pc:sldMkLst>
        <pc:spChg chg="mod">
          <ac:chgData name="Xiaolei Bi" userId="S::xbi@eamv.dk::4defdd0b-eb6b-464a-acc0-49fc44ef47a7" providerId="AD" clId="Web-{FF2D7CE9-32A1-406E-90A5-DF2CD5C41DA3}" dt="2025-09-17T14:43:39.634" v="21" actId="20577"/>
          <ac:spMkLst>
            <pc:docMk/>
            <pc:sldMk cId="1978831543" sldId="284"/>
            <ac:spMk id="5" creationId="{760EAAF3-0178-F2DE-5B81-CA20EFD928FD}"/>
          </ac:spMkLst>
        </pc:spChg>
        <pc:spChg chg="add">
          <ac:chgData name="Xiaolei Bi" userId="S::xbi@eamv.dk::4defdd0b-eb6b-464a-acc0-49fc44ef47a7" providerId="AD" clId="Web-{FF2D7CE9-32A1-406E-90A5-DF2CD5C41DA3}" dt="2025-09-17T14:46:48.610" v="25"/>
          <ac:spMkLst>
            <pc:docMk/>
            <pc:sldMk cId="1978831543" sldId="284"/>
            <ac:spMk id="80" creationId="{EE7E99BE-0F7C-AE5D-84B0-273264CE429A}"/>
          </ac:spMkLst>
        </pc:spChg>
        <pc:picChg chg="add mod">
          <ac:chgData name="Xiaolei Bi" userId="S::xbi@eamv.dk::4defdd0b-eb6b-464a-acc0-49fc44ef47a7" providerId="AD" clId="Web-{FF2D7CE9-32A1-406E-90A5-DF2CD5C41DA3}" dt="2025-09-17T14:46:07.906" v="24" actId="1076"/>
          <ac:picMkLst>
            <pc:docMk/>
            <pc:sldMk cId="1978831543" sldId="284"/>
            <ac:picMk id="29" creationId="{B18358D4-5206-F832-BCE4-401EC666C67E}"/>
          </ac:picMkLst>
        </pc:picChg>
      </pc:sldChg>
    </pc:docChg>
  </pc:docChgLst>
  <pc:docChgLst>
    <pc:chgData name="Xiaolei Bi" userId="S::xbi@eamv.dk::4defdd0b-eb6b-464a-acc0-49fc44ef47a7" providerId="AD" clId="Web-{157B8F11-E86D-415F-BC16-10A011ECC3CB}"/>
    <pc:docChg chg="addSld modSld">
      <pc:chgData name="Xiaolei Bi" userId="S::xbi@eamv.dk::4defdd0b-eb6b-464a-acc0-49fc44ef47a7" providerId="AD" clId="Web-{157B8F11-E86D-415F-BC16-10A011ECC3CB}" dt="2025-09-18T06:24:52.643" v="34"/>
      <pc:docMkLst>
        <pc:docMk/>
      </pc:docMkLst>
      <pc:sldChg chg="addSp modSp new mod setBg modNotes">
        <pc:chgData name="Xiaolei Bi" userId="S::xbi@eamv.dk::4defdd0b-eb6b-464a-acc0-49fc44ef47a7" providerId="AD" clId="Web-{157B8F11-E86D-415F-BC16-10A011ECC3CB}" dt="2025-09-18T06:20:05.503" v="16"/>
        <pc:sldMkLst>
          <pc:docMk/>
          <pc:sldMk cId="1749047471" sldId="286"/>
        </pc:sldMkLst>
        <pc:spChg chg="add">
          <ac:chgData name="Xiaolei Bi" userId="S::xbi@eamv.dk::4defdd0b-eb6b-464a-acc0-49fc44ef47a7" providerId="AD" clId="Web-{157B8F11-E86D-415F-BC16-10A011ECC3CB}" dt="2025-09-18T06:19:47.331" v="2"/>
          <ac:spMkLst>
            <pc:docMk/>
            <pc:sldMk cId="1749047471" sldId="286"/>
            <ac:spMk id="7" creationId="{42A4FC2C-047E-45A5-965D-8E1E3BF09BC6}"/>
          </ac:spMkLst>
        </pc:spChg>
        <pc:picChg chg="add mod">
          <ac:chgData name="Xiaolei Bi" userId="S::xbi@eamv.dk::4defdd0b-eb6b-464a-acc0-49fc44ef47a7" providerId="AD" clId="Web-{157B8F11-E86D-415F-BC16-10A011ECC3CB}" dt="2025-09-18T06:19:47.331" v="2"/>
          <ac:picMkLst>
            <pc:docMk/>
            <pc:sldMk cId="1749047471" sldId="286"/>
            <ac:picMk id="2" creationId="{76FC2831-B028-52E7-9E63-C7936F8CDD12}"/>
          </ac:picMkLst>
        </pc:picChg>
      </pc:sldChg>
      <pc:sldChg chg="addSp modSp new mod setBg modNotes">
        <pc:chgData name="Xiaolei Bi" userId="S::xbi@eamv.dk::4defdd0b-eb6b-464a-acc0-49fc44ef47a7" providerId="AD" clId="Web-{157B8F11-E86D-415F-BC16-10A011ECC3CB}" dt="2025-09-18T06:21:50.268" v="24"/>
        <pc:sldMkLst>
          <pc:docMk/>
          <pc:sldMk cId="1588295566" sldId="287"/>
        </pc:sldMkLst>
        <pc:spChg chg="add">
          <ac:chgData name="Xiaolei Bi" userId="S::xbi@eamv.dk::4defdd0b-eb6b-464a-acc0-49fc44ef47a7" providerId="AD" clId="Web-{157B8F11-E86D-415F-BC16-10A011ECC3CB}" dt="2025-09-18T06:21:31.674" v="19"/>
          <ac:spMkLst>
            <pc:docMk/>
            <pc:sldMk cId="1588295566" sldId="287"/>
            <ac:spMk id="7" creationId="{42A4FC2C-047E-45A5-965D-8E1E3BF09BC6}"/>
          </ac:spMkLst>
        </pc:spChg>
        <pc:picChg chg="add mod">
          <ac:chgData name="Xiaolei Bi" userId="S::xbi@eamv.dk::4defdd0b-eb6b-464a-acc0-49fc44ef47a7" providerId="AD" clId="Web-{157B8F11-E86D-415F-BC16-10A011ECC3CB}" dt="2025-09-18T06:21:31.674" v="19"/>
          <ac:picMkLst>
            <pc:docMk/>
            <pc:sldMk cId="1588295566" sldId="287"/>
            <ac:picMk id="2" creationId="{4538DA00-2AA0-5304-307E-DF49FA455233}"/>
          </ac:picMkLst>
        </pc:picChg>
      </pc:sldChg>
      <pc:sldChg chg="addSp modSp new modNotes">
        <pc:chgData name="Xiaolei Bi" userId="S::xbi@eamv.dk::4defdd0b-eb6b-464a-acc0-49fc44ef47a7" providerId="AD" clId="Web-{157B8F11-E86D-415F-BC16-10A011ECC3CB}" dt="2025-09-18T06:24:52.643" v="34"/>
        <pc:sldMkLst>
          <pc:docMk/>
          <pc:sldMk cId="101343353" sldId="288"/>
        </pc:sldMkLst>
        <pc:picChg chg="add mod">
          <ac:chgData name="Xiaolei Bi" userId="S::xbi@eamv.dk::4defdd0b-eb6b-464a-acc0-49fc44ef47a7" providerId="AD" clId="Web-{157B8F11-E86D-415F-BC16-10A011ECC3CB}" dt="2025-09-18T06:23:17.690" v="28" actId="1076"/>
          <ac:picMkLst>
            <pc:docMk/>
            <pc:sldMk cId="101343353" sldId="288"/>
            <ac:picMk id="2" creationId="{74B90FB2-A4BD-B012-BB0E-335C861BDFBA}"/>
          </ac:picMkLst>
        </pc:picChg>
        <pc:picChg chg="add mod">
          <ac:chgData name="Xiaolei Bi" userId="S::xbi@eamv.dk::4defdd0b-eb6b-464a-acc0-49fc44ef47a7" providerId="AD" clId="Web-{157B8F11-E86D-415F-BC16-10A011ECC3CB}" dt="2025-09-18T06:24:41.393" v="31" actId="14100"/>
          <ac:picMkLst>
            <pc:docMk/>
            <pc:sldMk cId="101343353" sldId="288"/>
            <ac:picMk id="3" creationId="{3DE9D394-4672-342F-FD56-03EE9816B399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10D4008-C922-4108-9D85-1F41057B5639}" type="doc">
      <dgm:prSet loTypeId="urn:microsoft.com/office/officeart/2008/layout/LinedList" loCatId="list" qsTypeId="urn:microsoft.com/office/officeart/2005/8/quickstyle/simple1#20" qsCatId="simple" csTypeId="urn:microsoft.com/office/officeart/2005/8/colors/accent1_2#13" csCatId="accent1"/>
      <dgm:spPr/>
      <dgm:t>
        <a:bodyPr/>
        <a:lstStyle/>
        <a:p>
          <a:endParaRPr lang="en-US"/>
        </a:p>
      </dgm:t>
    </dgm:pt>
    <dgm:pt modelId="{DE07F560-29EC-4022-AAA7-78D0CAFC9898}">
      <dgm:prSet/>
      <dgm:spPr/>
      <dgm:t>
        <a:bodyPr/>
        <a:lstStyle/>
        <a:p>
          <a:r>
            <a:rPr lang="en-US"/>
            <a:t>public class ArrayDemo {</a:t>
          </a:r>
        </a:p>
      </dgm:t>
    </dgm:pt>
    <dgm:pt modelId="{D83633B9-C82C-4C06-A577-5BE991EAA382}" type="parTrans" cxnId="{5FFAEB38-F8F5-4BEB-B930-CA3640A39340}">
      <dgm:prSet/>
      <dgm:spPr/>
      <dgm:t>
        <a:bodyPr/>
        <a:lstStyle/>
        <a:p>
          <a:endParaRPr lang="en-US"/>
        </a:p>
      </dgm:t>
    </dgm:pt>
    <dgm:pt modelId="{0941F6FE-47D3-461D-9B56-EA53D6408CC2}" type="sibTrans" cxnId="{5FFAEB38-F8F5-4BEB-B930-CA3640A39340}">
      <dgm:prSet/>
      <dgm:spPr/>
      <dgm:t>
        <a:bodyPr/>
        <a:lstStyle/>
        <a:p>
          <a:endParaRPr lang="en-US"/>
        </a:p>
      </dgm:t>
    </dgm:pt>
    <dgm:pt modelId="{53748849-E4BB-4E44-8D4C-530BF42A76B2}">
      <dgm:prSet/>
      <dgm:spPr/>
      <dgm:t>
        <a:bodyPr/>
        <a:lstStyle/>
        <a:p>
          <a:r>
            <a:rPr lang="en-US"/>
            <a:t>public static void main(String[] args) {</a:t>
          </a:r>
        </a:p>
      </dgm:t>
    </dgm:pt>
    <dgm:pt modelId="{78F16D70-B7B6-4017-ACF8-6D2D69F77833}" type="parTrans" cxnId="{CED13DC1-469B-4EC9-9173-1203A2F10A26}">
      <dgm:prSet/>
      <dgm:spPr/>
      <dgm:t>
        <a:bodyPr/>
        <a:lstStyle/>
        <a:p>
          <a:endParaRPr lang="en-US"/>
        </a:p>
      </dgm:t>
    </dgm:pt>
    <dgm:pt modelId="{6BB867AF-E702-4928-BFA9-E88958370059}" type="sibTrans" cxnId="{CED13DC1-469B-4EC9-9173-1203A2F10A26}">
      <dgm:prSet/>
      <dgm:spPr/>
      <dgm:t>
        <a:bodyPr/>
        <a:lstStyle/>
        <a:p>
          <a:endParaRPr lang="en-US"/>
        </a:p>
      </dgm:t>
    </dgm:pt>
    <dgm:pt modelId="{6D627561-D9CB-486D-A907-2F5FED0768CF}">
      <dgm:prSet/>
      <dgm:spPr/>
      <dgm:t>
        <a:bodyPr/>
        <a:lstStyle/>
        <a:p>
          <a:r>
            <a:rPr lang="en-US" dirty="0">
              <a:highlight>
                <a:srgbClr val="FFFF00"/>
              </a:highlight>
            </a:rPr>
            <a:t>int[] </a:t>
          </a:r>
          <a:r>
            <a:rPr lang="en-US" dirty="0" err="1"/>
            <a:t>vorTabel</a:t>
          </a:r>
          <a:r>
            <a:rPr lang="en-US" dirty="0"/>
            <a:t> = {5, 3, -2, 9, 0, -5, 10, 11, -7, 10};</a:t>
          </a:r>
        </a:p>
      </dgm:t>
    </dgm:pt>
    <dgm:pt modelId="{A3C3C5DA-61BB-4288-8EDE-24C4D5ABA586}" type="parTrans" cxnId="{2D3F134F-60F6-4817-B0D1-A6076929E32B}">
      <dgm:prSet/>
      <dgm:spPr/>
      <dgm:t>
        <a:bodyPr/>
        <a:lstStyle/>
        <a:p>
          <a:endParaRPr lang="en-US"/>
        </a:p>
      </dgm:t>
    </dgm:pt>
    <dgm:pt modelId="{ED033004-D420-42C1-99E0-55347264E4F8}" type="sibTrans" cxnId="{2D3F134F-60F6-4817-B0D1-A6076929E32B}">
      <dgm:prSet/>
      <dgm:spPr/>
      <dgm:t>
        <a:bodyPr/>
        <a:lstStyle/>
        <a:p>
          <a:endParaRPr lang="en-US"/>
        </a:p>
      </dgm:t>
    </dgm:pt>
    <dgm:pt modelId="{DC75136D-53CF-487A-BA7C-08DFD4FA26DC}">
      <dgm:prSet/>
      <dgm:spPr/>
      <dgm:t>
        <a:bodyPr/>
        <a:lstStyle/>
        <a:p>
          <a:r>
            <a:rPr lang="en-US" dirty="0">
              <a:highlight>
                <a:srgbClr val="FFFF00"/>
              </a:highlight>
            </a:rPr>
            <a:t>for</a:t>
          </a:r>
          <a:r>
            <a:rPr lang="en-US" dirty="0"/>
            <a:t> (int </a:t>
          </a:r>
          <a:r>
            <a:rPr lang="en-US" dirty="0" err="1"/>
            <a:t>i</a:t>
          </a:r>
          <a:r>
            <a:rPr lang="en-US" dirty="0"/>
            <a:t> = 0; </a:t>
          </a:r>
          <a:r>
            <a:rPr lang="en-US" dirty="0" err="1"/>
            <a:t>i</a:t>
          </a:r>
          <a:r>
            <a:rPr lang="en-US" dirty="0"/>
            <a:t> &lt; </a:t>
          </a:r>
          <a:r>
            <a:rPr lang="en-US" dirty="0" err="1"/>
            <a:t>vorTabel.length</a:t>
          </a:r>
          <a:r>
            <a:rPr lang="en-US" dirty="0"/>
            <a:t>; </a:t>
          </a:r>
          <a:r>
            <a:rPr lang="en-US" dirty="0" err="1"/>
            <a:t>i</a:t>
          </a:r>
          <a:r>
            <a:rPr lang="en-US" dirty="0"/>
            <a:t>++) {</a:t>
          </a:r>
        </a:p>
      </dgm:t>
    </dgm:pt>
    <dgm:pt modelId="{B7755767-92F7-4D5D-8F2B-A710C9CD75BF}" type="parTrans" cxnId="{928042D6-50B4-4AE9-832B-E13B8CEF4EA1}">
      <dgm:prSet/>
      <dgm:spPr/>
      <dgm:t>
        <a:bodyPr/>
        <a:lstStyle/>
        <a:p>
          <a:endParaRPr lang="en-US"/>
        </a:p>
      </dgm:t>
    </dgm:pt>
    <dgm:pt modelId="{FCA2FA6B-0EA9-4B1B-AF8D-24BD2C02E478}" type="sibTrans" cxnId="{928042D6-50B4-4AE9-832B-E13B8CEF4EA1}">
      <dgm:prSet/>
      <dgm:spPr/>
      <dgm:t>
        <a:bodyPr/>
        <a:lstStyle/>
        <a:p>
          <a:endParaRPr lang="en-US"/>
        </a:p>
      </dgm:t>
    </dgm:pt>
    <dgm:pt modelId="{0D1DDC7A-779F-4B9B-B699-51596572EC33}">
      <dgm:prSet/>
      <dgm:spPr/>
      <dgm:t>
        <a:bodyPr/>
        <a:lstStyle/>
        <a:p>
          <a:r>
            <a:rPr lang="en-US"/>
            <a:t>System.out.println(vorTabel[i]);</a:t>
          </a:r>
        </a:p>
      </dgm:t>
    </dgm:pt>
    <dgm:pt modelId="{437D5344-0947-4B19-AA96-FACF56DBF475}" type="parTrans" cxnId="{9A053617-1C96-4386-B1B2-747C10363FA8}">
      <dgm:prSet/>
      <dgm:spPr/>
      <dgm:t>
        <a:bodyPr/>
        <a:lstStyle/>
        <a:p>
          <a:endParaRPr lang="en-US"/>
        </a:p>
      </dgm:t>
    </dgm:pt>
    <dgm:pt modelId="{56B56120-2EFE-4E4C-B4F2-367E11E95E2C}" type="sibTrans" cxnId="{9A053617-1C96-4386-B1B2-747C10363FA8}">
      <dgm:prSet/>
      <dgm:spPr/>
      <dgm:t>
        <a:bodyPr/>
        <a:lstStyle/>
        <a:p>
          <a:endParaRPr lang="en-US"/>
        </a:p>
      </dgm:t>
    </dgm:pt>
    <dgm:pt modelId="{56952FBF-E470-45B1-A131-DB31E673D3D3}">
      <dgm:prSet/>
      <dgm:spPr/>
      <dgm:t>
        <a:bodyPr/>
        <a:lstStyle/>
        <a:p>
          <a:r>
            <a:rPr lang="en-US"/>
            <a:t>}</a:t>
          </a:r>
        </a:p>
      </dgm:t>
    </dgm:pt>
    <dgm:pt modelId="{D938164C-FDBB-435E-A701-664E13CC668F}" type="parTrans" cxnId="{F7128F3F-830A-49F0-A710-63F5A4A559AB}">
      <dgm:prSet/>
      <dgm:spPr/>
      <dgm:t>
        <a:bodyPr/>
        <a:lstStyle/>
        <a:p>
          <a:endParaRPr lang="en-US"/>
        </a:p>
      </dgm:t>
    </dgm:pt>
    <dgm:pt modelId="{EF4889D6-716B-484A-8E0D-7AC38635BB98}" type="sibTrans" cxnId="{F7128F3F-830A-49F0-A710-63F5A4A559AB}">
      <dgm:prSet/>
      <dgm:spPr/>
      <dgm:t>
        <a:bodyPr/>
        <a:lstStyle/>
        <a:p>
          <a:endParaRPr lang="en-US"/>
        </a:p>
      </dgm:t>
    </dgm:pt>
    <dgm:pt modelId="{9BF3A7AF-5472-4F14-9C39-8B15A7FDFD24}">
      <dgm:prSet/>
      <dgm:spPr/>
      <dgm:t>
        <a:bodyPr/>
        <a:lstStyle/>
        <a:p>
          <a:r>
            <a:rPr lang="en-US"/>
            <a:t>}</a:t>
          </a:r>
        </a:p>
      </dgm:t>
    </dgm:pt>
    <dgm:pt modelId="{5E3F1034-D1AB-46A1-90BD-A5B11F59D033}" type="parTrans" cxnId="{AB37F85C-C640-4275-A756-779F9C51E5DE}">
      <dgm:prSet/>
      <dgm:spPr/>
      <dgm:t>
        <a:bodyPr/>
        <a:lstStyle/>
        <a:p>
          <a:endParaRPr lang="en-US"/>
        </a:p>
      </dgm:t>
    </dgm:pt>
    <dgm:pt modelId="{A2A5317C-ED6B-461E-89DA-07865590E4BD}" type="sibTrans" cxnId="{AB37F85C-C640-4275-A756-779F9C51E5DE}">
      <dgm:prSet/>
      <dgm:spPr/>
      <dgm:t>
        <a:bodyPr/>
        <a:lstStyle/>
        <a:p>
          <a:endParaRPr lang="en-US"/>
        </a:p>
      </dgm:t>
    </dgm:pt>
    <dgm:pt modelId="{1DA29542-621A-49F5-9602-31C067760761}">
      <dgm:prSet/>
      <dgm:spPr/>
      <dgm:t>
        <a:bodyPr/>
        <a:lstStyle/>
        <a:p>
          <a:r>
            <a:rPr lang="en-US"/>
            <a:t>}</a:t>
          </a:r>
        </a:p>
      </dgm:t>
    </dgm:pt>
    <dgm:pt modelId="{F6FAD349-8784-40D1-ABE9-8EDD26A2E50A}" type="parTrans" cxnId="{CF060B7A-6667-4A7F-9F99-FAE4983ADF51}">
      <dgm:prSet/>
      <dgm:spPr/>
      <dgm:t>
        <a:bodyPr/>
        <a:lstStyle/>
        <a:p>
          <a:endParaRPr lang="en-US"/>
        </a:p>
      </dgm:t>
    </dgm:pt>
    <dgm:pt modelId="{AA1FC85E-884A-4D0A-8ACB-731B39087859}" type="sibTrans" cxnId="{CF060B7A-6667-4A7F-9F99-FAE4983ADF51}">
      <dgm:prSet/>
      <dgm:spPr/>
      <dgm:t>
        <a:bodyPr/>
        <a:lstStyle/>
        <a:p>
          <a:endParaRPr lang="en-US"/>
        </a:p>
      </dgm:t>
    </dgm:pt>
    <dgm:pt modelId="{B549078E-1829-EF42-AA58-B60D60E263CA}" type="pres">
      <dgm:prSet presAssocID="{C10D4008-C922-4108-9D85-1F41057B5639}" presName="vert0" presStyleCnt="0">
        <dgm:presLayoutVars>
          <dgm:dir/>
          <dgm:animOne val="branch"/>
          <dgm:animLvl val="lvl"/>
        </dgm:presLayoutVars>
      </dgm:prSet>
      <dgm:spPr/>
    </dgm:pt>
    <dgm:pt modelId="{2EC94FE9-2E5B-674C-B7B0-F61187BE1837}" type="pres">
      <dgm:prSet presAssocID="{DE07F560-29EC-4022-AAA7-78D0CAFC9898}" presName="thickLine" presStyleLbl="alignNode1" presStyleIdx="0" presStyleCnt="8"/>
      <dgm:spPr/>
    </dgm:pt>
    <dgm:pt modelId="{CE61EBAC-A237-E14A-AD46-C10B51AA318E}" type="pres">
      <dgm:prSet presAssocID="{DE07F560-29EC-4022-AAA7-78D0CAFC9898}" presName="horz1" presStyleCnt="0"/>
      <dgm:spPr/>
    </dgm:pt>
    <dgm:pt modelId="{A33A9946-DCAA-BF40-8198-029AAFFD2966}" type="pres">
      <dgm:prSet presAssocID="{DE07F560-29EC-4022-AAA7-78D0CAFC9898}" presName="tx1" presStyleLbl="revTx" presStyleIdx="0" presStyleCnt="8"/>
      <dgm:spPr/>
    </dgm:pt>
    <dgm:pt modelId="{C1CACF0C-CE8B-D540-9C68-59599F1B0038}" type="pres">
      <dgm:prSet presAssocID="{DE07F560-29EC-4022-AAA7-78D0CAFC9898}" presName="vert1" presStyleCnt="0"/>
      <dgm:spPr/>
    </dgm:pt>
    <dgm:pt modelId="{200847A5-EB9B-8A44-866F-EC3426B38890}" type="pres">
      <dgm:prSet presAssocID="{53748849-E4BB-4E44-8D4C-530BF42A76B2}" presName="thickLine" presStyleLbl="alignNode1" presStyleIdx="1" presStyleCnt="8"/>
      <dgm:spPr/>
    </dgm:pt>
    <dgm:pt modelId="{C0E7CAC2-8319-F64B-93F2-F730365A46E0}" type="pres">
      <dgm:prSet presAssocID="{53748849-E4BB-4E44-8D4C-530BF42A76B2}" presName="horz1" presStyleCnt="0"/>
      <dgm:spPr/>
    </dgm:pt>
    <dgm:pt modelId="{F0742BDD-162B-C046-BDDA-6916A8F207BB}" type="pres">
      <dgm:prSet presAssocID="{53748849-E4BB-4E44-8D4C-530BF42A76B2}" presName="tx1" presStyleLbl="revTx" presStyleIdx="1" presStyleCnt="8"/>
      <dgm:spPr/>
    </dgm:pt>
    <dgm:pt modelId="{D735F032-7B94-7E41-9021-F7D2AB47003C}" type="pres">
      <dgm:prSet presAssocID="{53748849-E4BB-4E44-8D4C-530BF42A76B2}" presName="vert1" presStyleCnt="0"/>
      <dgm:spPr/>
    </dgm:pt>
    <dgm:pt modelId="{97AF92D6-1027-EE4C-BD7B-1C53482E639E}" type="pres">
      <dgm:prSet presAssocID="{6D627561-D9CB-486D-A907-2F5FED0768CF}" presName="thickLine" presStyleLbl="alignNode1" presStyleIdx="2" presStyleCnt="8"/>
      <dgm:spPr/>
    </dgm:pt>
    <dgm:pt modelId="{49B22595-BB89-DE40-86D3-149AFFE53A59}" type="pres">
      <dgm:prSet presAssocID="{6D627561-D9CB-486D-A907-2F5FED0768CF}" presName="horz1" presStyleCnt="0"/>
      <dgm:spPr/>
    </dgm:pt>
    <dgm:pt modelId="{8C151899-D574-9C49-A5C0-B62938448151}" type="pres">
      <dgm:prSet presAssocID="{6D627561-D9CB-486D-A907-2F5FED0768CF}" presName="tx1" presStyleLbl="revTx" presStyleIdx="2" presStyleCnt="8"/>
      <dgm:spPr/>
    </dgm:pt>
    <dgm:pt modelId="{8F772AB0-3B7B-B64D-8616-4DA058932E92}" type="pres">
      <dgm:prSet presAssocID="{6D627561-D9CB-486D-A907-2F5FED0768CF}" presName="vert1" presStyleCnt="0"/>
      <dgm:spPr/>
    </dgm:pt>
    <dgm:pt modelId="{DD4F6B58-842B-2C45-ADF4-1AA85883A708}" type="pres">
      <dgm:prSet presAssocID="{DC75136D-53CF-487A-BA7C-08DFD4FA26DC}" presName="thickLine" presStyleLbl="alignNode1" presStyleIdx="3" presStyleCnt="8"/>
      <dgm:spPr/>
    </dgm:pt>
    <dgm:pt modelId="{12540DC1-DE22-F94B-B6BE-17B9F2FE2139}" type="pres">
      <dgm:prSet presAssocID="{DC75136D-53CF-487A-BA7C-08DFD4FA26DC}" presName="horz1" presStyleCnt="0"/>
      <dgm:spPr/>
    </dgm:pt>
    <dgm:pt modelId="{68D15D12-E300-884E-879F-2C5F3A3C4873}" type="pres">
      <dgm:prSet presAssocID="{DC75136D-53CF-487A-BA7C-08DFD4FA26DC}" presName="tx1" presStyleLbl="revTx" presStyleIdx="3" presStyleCnt="8"/>
      <dgm:spPr/>
    </dgm:pt>
    <dgm:pt modelId="{9F157810-0F28-2842-B98B-E965227D4CDF}" type="pres">
      <dgm:prSet presAssocID="{DC75136D-53CF-487A-BA7C-08DFD4FA26DC}" presName="vert1" presStyleCnt="0"/>
      <dgm:spPr/>
    </dgm:pt>
    <dgm:pt modelId="{7DDBF8A7-FB4A-FA43-B01B-7623E27B35C6}" type="pres">
      <dgm:prSet presAssocID="{0D1DDC7A-779F-4B9B-B699-51596572EC33}" presName="thickLine" presStyleLbl="alignNode1" presStyleIdx="4" presStyleCnt="8"/>
      <dgm:spPr/>
    </dgm:pt>
    <dgm:pt modelId="{787750C9-0A9C-B44D-B267-F59973C9C91A}" type="pres">
      <dgm:prSet presAssocID="{0D1DDC7A-779F-4B9B-B699-51596572EC33}" presName="horz1" presStyleCnt="0"/>
      <dgm:spPr/>
    </dgm:pt>
    <dgm:pt modelId="{06671207-8F43-B44E-9FC0-DEB64A713775}" type="pres">
      <dgm:prSet presAssocID="{0D1DDC7A-779F-4B9B-B699-51596572EC33}" presName="tx1" presStyleLbl="revTx" presStyleIdx="4" presStyleCnt="8"/>
      <dgm:spPr/>
    </dgm:pt>
    <dgm:pt modelId="{512981FE-520C-794D-83B1-D2A40FEBF14F}" type="pres">
      <dgm:prSet presAssocID="{0D1DDC7A-779F-4B9B-B699-51596572EC33}" presName="vert1" presStyleCnt="0"/>
      <dgm:spPr/>
    </dgm:pt>
    <dgm:pt modelId="{C94CF5D7-2949-7548-BE64-29DCEAE61634}" type="pres">
      <dgm:prSet presAssocID="{56952FBF-E470-45B1-A131-DB31E673D3D3}" presName="thickLine" presStyleLbl="alignNode1" presStyleIdx="5" presStyleCnt="8"/>
      <dgm:spPr/>
    </dgm:pt>
    <dgm:pt modelId="{3DFDFC3A-B447-A846-9EA5-401457DC76EE}" type="pres">
      <dgm:prSet presAssocID="{56952FBF-E470-45B1-A131-DB31E673D3D3}" presName="horz1" presStyleCnt="0"/>
      <dgm:spPr/>
    </dgm:pt>
    <dgm:pt modelId="{C940AA7A-1C7B-D74E-A79E-428CDB109C23}" type="pres">
      <dgm:prSet presAssocID="{56952FBF-E470-45B1-A131-DB31E673D3D3}" presName="tx1" presStyleLbl="revTx" presStyleIdx="5" presStyleCnt="8"/>
      <dgm:spPr/>
    </dgm:pt>
    <dgm:pt modelId="{F2339A14-D06B-7C44-B570-736750683696}" type="pres">
      <dgm:prSet presAssocID="{56952FBF-E470-45B1-A131-DB31E673D3D3}" presName="vert1" presStyleCnt="0"/>
      <dgm:spPr/>
    </dgm:pt>
    <dgm:pt modelId="{16741459-3435-FA45-B00C-801EE37091E7}" type="pres">
      <dgm:prSet presAssocID="{9BF3A7AF-5472-4F14-9C39-8B15A7FDFD24}" presName="thickLine" presStyleLbl="alignNode1" presStyleIdx="6" presStyleCnt="8"/>
      <dgm:spPr/>
    </dgm:pt>
    <dgm:pt modelId="{33F7E452-2404-5144-A380-1695415BD542}" type="pres">
      <dgm:prSet presAssocID="{9BF3A7AF-5472-4F14-9C39-8B15A7FDFD24}" presName="horz1" presStyleCnt="0"/>
      <dgm:spPr/>
    </dgm:pt>
    <dgm:pt modelId="{213A5241-DAE6-2B4B-9A5B-51D461CB1655}" type="pres">
      <dgm:prSet presAssocID="{9BF3A7AF-5472-4F14-9C39-8B15A7FDFD24}" presName="tx1" presStyleLbl="revTx" presStyleIdx="6" presStyleCnt="8"/>
      <dgm:spPr/>
    </dgm:pt>
    <dgm:pt modelId="{C1679F8C-A109-BD48-BC23-54524AE6D783}" type="pres">
      <dgm:prSet presAssocID="{9BF3A7AF-5472-4F14-9C39-8B15A7FDFD24}" presName="vert1" presStyleCnt="0"/>
      <dgm:spPr/>
    </dgm:pt>
    <dgm:pt modelId="{4BAB5A06-93EC-7448-96D7-9531ACD253EF}" type="pres">
      <dgm:prSet presAssocID="{1DA29542-621A-49F5-9602-31C067760761}" presName="thickLine" presStyleLbl="alignNode1" presStyleIdx="7" presStyleCnt="8"/>
      <dgm:spPr/>
    </dgm:pt>
    <dgm:pt modelId="{3E5FA47D-7A6F-EE44-9A4B-E11B3E8968CB}" type="pres">
      <dgm:prSet presAssocID="{1DA29542-621A-49F5-9602-31C067760761}" presName="horz1" presStyleCnt="0"/>
      <dgm:spPr/>
    </dgm:pt>
    <dgm:pt modelId="{E05C8A42-6861-294C-ADE6-CE592CA947E1}" type="pres">
      <dgm:prSet presAssocID="{1DA29542-621A-49F5-9602-31C067760761}" presName="tx1" presStyleLbl="revTx" presStyleIdx="7" presStyleCnt="8"/>
      <dgm:spPr/>
    </dgm:pt>
    <dgm:pt modelId="{33450AA7-27B0-8E4C-A761-E2666880D880}" type="pres">
      <dgm:prSet presAssocID="{1DA29542-621A-49F5-9602-31C067760761}" presName="vert1" presStyleCnt="0"/>
      <dgm:spPr/>
    </dgm:pt>
  </dgm:ptLst>
  <dgm:cxnLst>
    <dgm:cxn modelId="{9A053617-1C96-4386-B1B2-747C10363FA8}" srcId="{C10D4008-C922-4108-9D85-1F41057B5639}" destId="{0D1DDC7A-779F-4B9B-B699-51596572EC33}" srcOrd="4" destOrd="0" parTransId="{437D5344-0947-4B19-AA96-FACF56DBF475}" sibTransId="{56B56120-2EFE-4E4C-B4F2-367E11E95E2C}"/>
    <dgm:cxn modelId="{D8B7BF17-2F0D-6B44-A364-166C8B715E7E}" type="presOf" srcId="{56952FBF-E470-45B1-A131-DB31E673D3D3}" destId="{C940AA7A-1C7B-D74E-A79E-428CDB109C23}" srcOrd="0" destOrd="0" presId="urn:microsoft.com/office/officeart/2008/layout/LinedList"/>
    <dgm:cxn modelId="{D744D023-868A-C143-98DB-5C519DC511E0}" type="presOf" srcId="{DC75136D-53CF-487A-BA7C-08DFD4FA26DC}" destId="{68D15D12-E300-884E-879F-2C5F3A3C4873}" srcOrd="0" destOrd="0" presId="urn:microsoft.com/office/officeart/2008/layout/LinedList"/>
    <dgm:cxn modelId="{5FFAEB38-F8F5-4BEB-B930-CA3640A39340}" srcId="{C10D4008-C922-4108-9D85-1F41057B5639}" destId="{DE07F560-29EC-4022-AAA7-78D0CAFC9898}" srcOrd="0" destOrd="0" parTransId="{D83633B9-C82C-4C06-A577-5BE991EAA382}" sibTransId="{0941F6FE-47D3-461D-9B56-EA53D6408CC2}"/>
    <dgm:cxn modelId="{F7128F3F-830A-49F0-A710-63F5A4A559AB}" srcId="{C10D4008-C922-4108-9D85-1F41057B5639}" destId="{56952FBF-E470-45B1-A131-DB31E673D3D3}" srcOrd="5" destOrd="0" parTransId="{D938164C-FDBB-435E-A701-664E13CC668F}" sibTransId="{EF4889D6-716B-484A-8E0D-7AC38635BB98}"/>
    <dgm:cxn modelId="{2D3F134F-60F6-4817-B0D1-A6076929E32B}" srcId="{C10D4008-C922-4108-9D85-1F41057B5639}" destId="{6D627561-D9CB-486D-A907-2F5FED0768CF}" srcOrd="2" destOrd="0" parTransId="{A3C3C5DA-61BB-4288-8EDE-24C4D5ABA586}" sibTransId="{ED033004-D420-42C1-99E0-55347264E4F8}"/>
    <dgm:cxn modelId="{F834E65C-303F-F943-9E38-9AA3CE8F7849}" type="presOf" srcId="{0D1DDC7A-779F-4B9B-B699-51596572EC33}" destId="{06671207-8F43-B44E-9FC0-DEB64A713775}" srcOrd="0" destOrd="0" presId="urn:microsoft.com/office/officeart/2008/layout/LinedList"/>
    <dgm:cxn modelId="{AB37F85C-C640-4275-A756-779F9C51E5DE}" srcId="{C10D4008-C922-4108-9D85-1F41057B5639}" destId="{9BF3A7AF-5472-4F14-9C39-8B15A7FDFD24}" srcOrd="6" destOrd="0" parTransId="{5E3F1034-D1AB-46A1-90BD-A5B11F59D033}" sibTransId="{A2A5317C-ED6B-461E-89DA-07865590E4BD}"/>
    <dgm:cxn modelId="{CF060B7A-6667-4A7F-9F99-FAE4983ADF51}" srcId="{C10D4008-C922-4108-9D85-1F41057B5639}" destId="{1DA29542-621A-49F5-9602-31C067760761}" srcOrd="7" destOrd="0" parTransId="{F6FAD349-8784-40D1-ABE9-8EDD26A2E50A}" sibTransId="{AA1FC85E-884A-4D0A-8ACB-731B39087859}"/>
    <dgm:cxn modelId="{61896B83-AD19-7447-8B9C-2B44CA8801F6}" type="presOf" srcId="{9BF3A7AF-5472-4F14-9C39-8B15A7FDFD24}" destId="{213A5241-DAE6-2B4B-9A5B-51D461CB1655}" srcOrd="0" destOrd="0" presId="urn:microsoft.com/office/officeart/2008/layout/LinedList"/>
    <dgm:cxn modelId="{DEDFFB94-73B9-D546-B0E8-E89CBDA3A351}" type="presOf" srcId="{1DA29542-621A-49F5-9602-31C067760761}" destId="{E05C8A42-6861-294C-ADE6-CE592CA947E1}" srcOrd="0" destOrd="0" presId="urn:microsoft.com/office/officeart/2008/layout/LinedList"/>
    <dgm:cxn modelId="{205E9BBE-AB0C-454C-9CE6-9B02F4C9C89A}" type="presOf" srcId="{C10D4008-C922-4108-9D85-1F41057B5639}" destId="{B549078E-1829-EF42-AA58-B60D60E263CA}" srcOrd="0" destOrd="0" presId="urn:microsoft.com/office/officeart/2008/layout/LinedList"/>
    <dgm:cxn modelId="{CED13DC1-469B-4EC9-9173-1203A2F10A26}" srcId="{C10D4008-C922-4108-9D85-1F41057B5639}" destId="{53748849-E4BB-4E44-8D4C-530BF42A76B2}" srcOrd="1" destOrd="0" parTransId="{78F16D70-B7B6-4017-ACF8-6D2D69F77833}" sibTransId="{6BB867AF-E702-4928-BFA9-E88958370059}"/>
    <dgm:cxn modelId="{069E65C2-1CC4-1047-A5E2-C739609B8A0B}" type="presOf" srcId="{53748849-E4BB-4E44-8D4C-530BF42A76B2}" destId="{F0742BDD-162B-C046-BDDA-6916A8F207BB}" srcOrd="0" destOrd="0" presId="urn:microsoft.com/office/officeart/2008/layout/LinedList"/>
    <dgm:cxn modelId="{2748C7D2-197F-3E43-9FA8-3F45A4827632}" type="presOf" srcId="{6D627561-D9CB-486D-A907-2F5FED0768CF}" destId="{8C151899-D574-9C49-A5C0-B62938448151}" srcOrd="0" destOrd="0" presId="urn:microsoft.com/office/officeart/2008/layout/LinedList"/>
    <dgm:cxn modelId="{928042D6-50B4-4AE9-832B-E13B8CEF4EA1}" srcId="{C10D4008-C922-4108-9D85-1F41057B5639}" destId="{DC75136D-53CF-487A-BA7C-08DFD4FA26DC}" srcOrd="3" destOrd="0" parTransId="{B7755767-92F7-4D5D-8F2B-A710C9CD75BF}" sibTransId="{FCA2FA6B-0EA9-4B1B-AF8D-24BD2C02E478}"/>
    <dgm:cxn modelId="{DADD6BE4-3307-C147-9971-E8D790186F04}" type="presOf" srcId="{DE07F560-29EC-4022-AAA7-78D0CAFC9898}" destId="{A33A9946-DCAA-BF40-8198-029AAFFD2966}" srcOrd="0" destOrd="0" presId="urn:microsoft.com/office/officeart/2008/layout/LinedList"/>
    <dgm:cxn modelId="{6610FB43-029E-5744-879D-DE27E648FE7B}" type="presParOf" srcId="{B549078E-1829-EF42-AA58-B60D60E263CA}" destId="{2EC94FE9-2E5B-674C-B7B0-F61187BE1837}" srcOrd="0" destOrd="0" presId="urn:microsoft.com/office/officeart/2008/layout/LinedList"/>
    <dgm:cxn modelId="{61ECDCF6-8F49-D24C-A40F-51A491EC468C}" type="presParOf" srcId="{B549078E-1829-EF42-AA58-B60D60E263CA}" destId="{CE61EBAC-A237-E14A-AD46-C10B51AA318E}" srcOrd="1" destOrd="0" presId="urn:microsoft.com/office/officeart/2008/layout/LinedList"/>
    <dgm:cxn modelId="{25AE7659-CB24-AC4B-B98F-DE0F35C68A2C}" type="presParOf" srcId="{CE61EBAC-A237-E14A-AD46-C10B51AA318E}" destId="{A33A9946-DCAA-BF40-8198-029AAFFD2966}" srcOrd="0" destOrd="0" presId="urn:microsoft.com/office/officeart/2008/layout/LinedList"/>
    <dgm:cxn modelId="{E2F4DB25-1CA0-C548-90B1-92AE2B2597A7}" type="presParOf" srcId="{CE61EBAC-A237-E14A-AD46-C10B51AA318E}" destId="{C1CACF0C-CE8B-D540-9C68-59599F1B0038}" srcOrd="1" destOrd="0" presId="urn:microsoft.com/office/officeart/2008/layout/LinedList"/>
    <dgm:cxn modelId="{FA88EDBC-C895-034F-B18E-BCF85C145739}" type="presParOf" srcId="{B549078E-1829-EF42-AA58-B60D60E263CA}" destId="{200847A5-EB9B-8A44-866F-EC3426B38890}" srcOrd="2" destOrd="0" presId="urn:microsoft.com/office/officeart/2008/layout/LinedList"/>
    <dgm:cxn modelId="{E8A8FB5E-CF17-D242-8DB4-F915FDF983BC}" type="presParOf" srcId="{B549078E-1829-EF42-AA58-B60D60E263CA}" destId="{C0E7CAC2-8319-F64B-93F2-F730365A46E0}" srcOrd="3" destOrd="0" presId="urn:microsoft.com/office/officeart/2008/layout/LinedList"/>
    <dgm:cxn modelId="{A8192E50-2A3C-734F-8756-ECEFBC5E6A13}" type="presParOf" srcId="{C0E7CAC2-8319-F64B-93F2-F730365A46E0}" destId="{F0742BDD-162B-C046-BDDA-6916A8F207BB}" srcOrd="0" destOrd="0" presId="urn:microsoft.com/office/officeart/2008/layout/LinedList"/>
    <dgm:cxn modelId="{5A38A4F6-2C3A-5B42-8488-452838191192}" type="presParOf" srcId="{C0E7CAC2-8319-F64B-93F2-F730365A46E0}" destId="{D735F032-7B94-7E41-9021-F7D2AB47003C}" srcOrd="1" destOrd="0" presId="urn:microsoft.com/office/officeart/2008/layout/LinedList"/>
    <dgm:cxn modelId="{F8E1DC0A-57BF-4E4C-92D9-353F5E85D6DD}" type="presParOf" srcId="{B549078E-1829-EF42-AA58-B60D60E263CA}" destId="{97AF92D6-1027-EE4C-BD7B-1C53482E639E}" srcOrd="4" destOrd="0" presId="urn:microsoft.com/office/officeart/2008/layout/LinedList"/>
    <dgm:cxn modelId="{69FE09C4-35F0-A249-B064-5205CAAA361B}" type="presParOf" srcId="{B549078E-1829-EF42-AA58-B60D60E263CA}" destId="{49B22595-BB89-DE40-86D3-149AFFE53A59}" srcOrd="5" destOrd="0" presId="urn:microsoft.com/office/officeart/2008/layout/LinedList"/>
    <dgm:cxn modelId="{57896EE5-FF47-444A-96A7-63AA478238B1}" type="presParOf" srcId="{49B22595-BB89-DE40-86D3-149AFFE53A59}" destId="{8C151899-D574-9C49-A5C0-B62938448151}" srcOrd="0" destOrd="0" presId="urn:microsoft.com/office/officeart/2008/layout/LinedList"/>
    <dgm:cxn modelId="{88E72F25-2CA8-8C4E-B679-206FF64979B8}" type="presParOf" srcId="{49B22595-BB89-DE40-86D3-149AFFE53A59}" destId="{8F772AB0-3B7B-B64D-8616-4DA058932E92}" srcOrd="1" destOrd="0" presId="urn:microsoft.com/office/officeart/2008/layout/LinedList"/>
    <dgm:cxn modelId="{A3218AA2-1F76-0E49-8879-0C7873F48CEE}" type="presParOf" srcId="{B549078E-1829-EF42-AA58-B60D60E263CA}" destId="{DD4F6B58-842B-2C45-ADF4-1AA85883A708}" srcOrd="6" destOrd="0" presId="urn:microsoft.com/office/officeart/2008/layout/LinedList"/>
    <dgm:cxn modelId="{60CD3F7B-92E6-3346-A470-7CD38054683B}" type="presParOf" srcId="{B549078E-1829-EF42-AA58-B60D60E263CA}" destId="{12540DC1-DE22-F94B-B6BE-17B9F2FE2139}" srcOrd="7" destOrd="0" presId="urn:microsoft.com/office/officeart/2008/layout/LinedList"/>
    <dgm:cxn modelId="{C57DE470-76F3-6C4F-AD34-EB142D25BA51}" type="presParOf" srcId="{12540DC1-DE22-F94B-B6BE-17B9F2FE2139}" destId="{68D15D12-E300-884E-879F-2C5F3A3C4873}" srcOrd="0" destOrd="0" presId="urn:microsoft.com/office/officeart/2008/layout/LinedList"/>
    <dgm:cxn modelId="{54C871FE-2A7A-0C42-9E6A-572FF0ABF7E2}" type="presParOf" srcId="{12540DC1-DE22-F94B-B6BE-17B9F2FE2139}" destId="{9F157810-0F28-2842-B98B-E965227D4CDF}" srcOrd="1" destOrd="0" presId="urn:microsoft.com/office/officeart/2008/layout/LinedList"/>
    <dgm:cxn modelId="{2F7DC021-62AB-6348-9ACA-06954EA052B7}" type="presParOf" srcId="{B549078E-1829-EF42-AA58-B60D60E263CA}" destId="{7DDBF8A7-FB4A-FA43-B01B-7623E27B35C6}" srcOrd="8" destOrd="0" presId="urn:microsoft.com/office/officeart/2008/layout/LinedList"/>
    <dgm:cxn modelId="{F3B5CD8E-6915-7E45-B8B4-D1A6B708188D}" type="presParOf" srcId="{B549078E-1829-EF42-AA58-B60D60E263CA}" destId="{787750C9-0A9C-B44D-B267-F59973C9C91A}" srcOrd="9" destOrd="0" presId="urn:microsoft.com/office/officeart/2008/layout/LinedList"/>
    <dgm:cxn modelId="{05C3B66E-3085-884D-BD70-1A685230F87A}" type="presParOf" srcId="{787750C9-0A9C-B44D-B267-F59973C9C91A}" destId="{06671207-8F43-B44E-9FC0-DEB64A713775}" srcOrd="0" destOrd="0" presId="urn:microsoft.com/office/officeart/2008/layout/LinedList"/>
    <dgm:cxn modelId="{ECCAE4A4-E3EB-C247-8475-B42924C577BA}" type="presParOf" srcId="{787750C9-0A9C-B44D-B267-F59973C9C91A}" destId="{512981FE-520C-794D-83B1-D2A40FEBF14F}" srcOrd="1" destOrd="0" presId="urn:microsoft.com/office/officeart/2008/layout/LinedList"/>
    <dgm:cxn modelId="{B718F63B-7235-E247-B765-E9E3A5354BE7}" type="presParOf" srcId="{B549078E-1829-EF42-AA58-B60D60E263CA}" destId="{C94CF5D7-2949-7548-BE64-29DCEAE61634}" srcOrd="10" destOrd="0" presId="urn:microsoft.com/office/officeart/2008/layout/LinedList"/>
    <dgm:cxn modelId="{06DA07BB-EB47-1441-A735-BE612815EE0C}" type="presParOf" srcId="{B549078E-1829-EF42-AA58-B60D60E263CA}" destId="{3DFDFC3A-B447-A846-9EA5-401457DC76EE}" srcOrd="11" destOrd="0" presId="urn:microsoft.com/office/officeart/2008/layout/LinedList"/>
    <dgm:cxn modelId="{A1481FD6-C15A-694A-B73D-9F8A89F5E01C}" type="presParOf" srcId="{3DFDFC3A-B447-A846-9EA5-401457DC76EE}" destId="{C940AA7A-1C7B-D74E-A79E-428CDB109C23}" srcOrd="0" destOrd="0" presId="urn:microsoft.com/office/officeart/2008/layout/LinedList"/>
    <dgm:cxn modelId="{E997BED5-D9FF-0041-BEF4-086327EF3BC8}" type="presParOf" srcId="{3DFDFC3A-B447-A846-9EA5-401457DC76EE}" destId="{F2339A14-D06B-7C44-B570-736750683696}" srcOrd="1" destOrd="0" presId="urn:microsoft.com/office/officeart/2008/layout/LinedList"/>
    <dgm:cxn modelId="{B9893081-8133-A140-A1BC-F2E46F75A26C}" type="presParOf" srcId="{B549078E-1829-EF42-AA58-B60D60E263CA}" destId="{16741459-3435-FA45-B00C-801EE37091E7}" srcOrd="12" destOrd="0" presId="urn:microsoft.com/office/officeart/2008/layout/LinedList"/>
    <dgm:cxn modelId="{CA1E1797-88AA-5A4F-AF4B-DB919B3E81E0}" type="presParOf" srcId="{B549078E-1829-EF42-AA58-B60D60E263CA}" destId="{33F7E452-2404-5144-A380-1695415BD542}" srcOrd="13" destOrd="0" presId="urn:microsoft.com/office/officeart/2008/layout/LinedList"/>
    <dgm:cxn modelId="{8AC9E51C-2354-3349-8A03-55B254F3FAC5}" type="presParOf" srcId="{33F7E452-2404-5144-A380-1695415BD542}" destId="{213A5241-DAE6-2B4B-9A5B-51D461CB1655}" srcOrd="0" destOrd="0" presId="urn:microsoft.com/office/officeart/2008/layout/LinedList"/>
    <dgm:cxn modelId="{C70BF44E-2761-B54F-B9EE-D0AF18FCD15E}" type="presParOf" srcId="{33F7E452-2404-5144-A380-1695415BD542}" destId="{C1679F8C-A109-BD48-BC23-54524AE6D783}" srcOrd="1" destOrd="0" presId="urn:microsoft.com/office/officeart/2008/layout/LinedList"/>
    <dgm:cxn modelId="{5E5ED70E-ADEC-E84F-B447-BBFAA23D0BE5}" type="presParOf" srcId="{B549078E-1829-EF42-AA58-B60D60E263CA}" destId="{4BAB5A06-93EC-7448-96D7-9531ACD253EF}" srcOrd="14" destOrd="0" presId="urn:microsoft.com/office/officeart/2008/layout/LinedList"/>
    <dgm:cxn modelId="{031BBDA3-C1BD-B24E-B281-8CDA9A5D222F}" type="presParOf" srcId="{B549078E-1829-EF42-AA58-B60D60E263CA}" destId="{3E5FA47D-7A6F-EE44-9A4B-E11B3E8968CB}" srcOrd="15" destOrd="0" presId="urn:microsoft.com/office/officeart/2008/layout/LinedList"/>
    <dgm:cxn modelId="{8C60F942-FE6B-C74B-A7F6-8BD687E3AEA8}" type="presParOf" srcId="{3E5FA47D-7A6F-EE44-9A4B-E11B3E8968CB}" destId="{E05C8A42-6861-294C-ADE6-CE592CA947E1}" srcOrd="0" destOrd="0" presId="urn:microsoft.com/office/officeart/2008/layout/LinedList"/>
    <dgm:cxn modelId="{0EF47E4B-0786-DD45-82A8-6BC0F9170D07}" type="presParOf" srcId="{3E5FA47D-7A6F-EE44-9A4B-E11B3E8968CB}" destId="{33450AA7-27B0-8E4C-A761-E2666880D88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5E22AE5-9225-413B-9A65-5A4B8BADAAC5}" type="doc">
      <dgm:prSet loTypeId="urn:microsoft.com/office/officeart/2008/layout/LinedList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78C6B04F-F5FB-4689-98B2-CE89C025EB24}">
      <dgm:prSet/>
      <dgm:spPr/>
      <dgm:t>
        <a:bodyPr/>
        <a:lstStyle/>
        <a:p>
          <a:r>
            <a:rPr lang="en-GB"/>
            <a:t>public class WhileTrueExample {</a:t>
          </a:r>
          <a:endParaRPr lang="en-US"/>
        </a:p>
      </dgm:t>
    </dgm:pt>
    <dgm:pt modelId="{B189C24A-9EF1-4313-BECC-53B647CCE2FD}" type="parTrans" cxnId="{3C1E3C19-0AE6-4B4A-9F25-9E3EF136C011}">
      <dgm:prSet/>
      <dgm:spPr/>
      <dgm:t>
        <a:bodyPr/>
        <a:lstStyle/>
        <a:p>
          <a:endParaRPr lang="en-US"/>
        </a:p>
      </dgm:t>
    </dgm:pt>
    <dgm:pt modelId="{DF89DD32-DCFF-4759-80CC-2B825704FA26}" type="sibTrans" cxnId="{3C1E3C19-0AE6-4B4A-9F25-9E3EF136C011}">
      <dgm:prSet/>
      <dgm:spPr/>
      <dgm:t>
        <a:bodyPr/>
        <a:lstStyle/>
        <a:p>
          <a:endParaRPr lang="en-US"/>
        </a:p>
      </dgm:t>
    </dgm:pt>
    <dgm:pt modelId="{FAFE80A6-3603-46DC-8881-CF6B36A28DD2}">
      <dgm:prSet/>
      <dgm:spPr/>
      <dgm:t>
        <a:bodyPr/>
        <a:lstStyle/>
        <a:p>
          <a:r>
            <a:rPr lang="en-GB"/>
            <a:t>public static void main(String[] args) {</a:t>
          </a:r>
          <a:endParaRPr lang="en-US"/>
        </a:p>
      </dgm:t>
    </dgm:pt>
    <dgm:pt modelId="{E131CD14-B26A-46E5-AE77-A8CCFB6A55B9}" type="parTrans" cxnId="{988AFDAA-A6E6-450C-A221-AC093C50E486}">
      <dgm:prSet/>
      <dgm:spPr/>
      <dgm:t>
        <a:bodyPr/>
        <a:lstStyle/>
        <a:p>
          <a:endParaRPr lang="en-US"/>
        </a:p>
      </dgm:t>
    </dgm:pt>
    <dgm:pt modelId="{EA1E4741-EF08-41BF-B6F0-D2269F7E73D0}" type="sibTrans" cxnId="{988AFDAA-A6E6-450C-A221-AC093C50E486}">
      <dgm:prSet/>
      <dgm:spPr/>
      <dgm:t>
        <a:bodyPr/>
        <a:lstStyle/>
        <a:p>
          <a:endParaRPr lang="en-US"/>
        </a:p>
      </dgm:t>
    </dgm:pt>
    <dgm:pt modelId="{06D54B7B-DD97-4CB9-A708-2C2E1044CD48}">
      <dgm:prSet/>
      <dgm:spPr/>
      <dgm:t>
        <a:bodyPr/>
        <a:lstStyle/>
        <a:p>
          <a:r>
            <a:rPr lang="en-GB"/>
            <a:t>int counter = 1; // initialization</a:t>
          </a:r>
          <a:endParaRPr lang="en-US"/>
        </a:p>
      </dgm:t>
    </dgm:pt>
    <dgm:pt modelId="{8231E5CF-24C5-48EE-810C-BB83AFE97FEB}" type="parTrans" cxnId="{3E1DCB18-3AF5-410A-BEB8-9DDCBF6690E7}">
      <dgm:prSet/>
      <dgm:spPr/>
      <dgm:t>
        <a:bodyPr/>
        <a:lstStyle/>
        <a:p>
          <a:endParaRPr lang="en-US"/>
        </a:p>
      </dgm:t>
    </dgm:pt>
    <dgm:pt modelId="{08CE2ABC-40A4-461D-98D8-7BA01AC73FCD}" type="sibTrans" cxnId="{3E1DCB18-3AF5-410A-BEB8-9DDCBF6690E7}">
      <dgm:prSet/>
      <dgm:spPr/>
      <dgm:t>
        <a:bodyPr/>
        <a:lstStyle/>
        <a:p>
          <a:endParaRPr lang="en-US"/>
        </a:p>
      </dgm:t>
    </dgm:pt>
    <dgm:pt modelId="{932AB5BC-77CF-472E-A992-DFEEE8FA5EE7}">
      <dgm:prSet/>
      <dgm:spPr/>
      <dgm:t>
        <a:bodyPr/>
        <a:lstStyle/>
        <a:p>
          <a:r>
            <a:rPr lang="en-GB"/>
            <a:t>while (true) {</a:t>
          </a:r>
          <a:endParaRPr lang="en-US"/>
        </a:p>
      </dgm:t>
    </dgm:pt>
    <dgm:pt modelId="{FB384B01-CD9D-4856-B47A-2608E8045DEA}" type="parTrans" cxnId="{6E9B73A8-2455-4D0D-8910-270F7D781913}">
      <dgm:prSet/>
      <dgm:spPr/>
      <dgm:t>
        <a:bodyPr/>
        <a:lstStyle/>
        <a:p>
          <a:endParaRPr lang="en-US"/>
        </a:p>
      </dgm:t>
    </dgm:pt>
    <dgm:pt modelId="{E3A2A688-3D69-4F32-9891-59FE13D1854B}" type="sibTrans" cxnId="{6E9B73A8-2455-4D0D-8910-270F7D781913}">
      <dgm:prSet/>
      <dgm:spPr/>
      <dgm:t>
        <a:bodyPr/>
        <a:lstStyle/>
        <a:p>
          <a:endParaRPr lang="en-US"/>
        </a:p>
      </dgm:t>
    </dgm:pt>
    <dgm:pt modelId="{DB66F530-CC20-4B53-BA8B-73253190B0A7}">
      <dgm:prSet/>
      <dgm:spPr/>
      <dgm:t>
        <a:bodyPr/>
        <a:lstStyle/>
        <a:p>
          <a:r>
            <a:rPr lang="en-GB" dirty="0"/>
            <a:t>if (counter &gt;= ??) {</a:t>
          </a:r>
          <a:endParaRPr lang="en-US" dirty="0"/>
        </a:p>
      </dgm:t>
    </dgm:pt>
    <dgm:pt modelId="{912B0452-2763-4263-9423-61B9424662C5}" type="parTrans" cxnId="{F6440479-28B8-4F0F-A783-D881A311F121}">
      <dgm:prSet/>
      <dgm:spPr/>
      <dgm:t>
        <a:bodyPr/>
        <a:lstStyle/>
        <a:p>
          <a:endParaRPr lang="en-US"/>
        </a:p>
      </dgm:t>
    </dgm:pt>
    <dgm:pt modelId="{6BA23A91-09C2-4750-8747-2CDC21C01934}" type="sibTrans" cxnId="{F6440479-28B8-4F0F-A783-D881A311F121}">
      <dgm:prSet/>
      <dgm:spPr/>
      <dgm:t>
        <a:bodyPr/>
        <a:lstStyle/>
        <a:p>
          <a:endParaRPr lang="en-US"/>
        </a:p>
      </dgm:t>
    </dgm:pt>
    <dgm:pt modelId="{BD1508EA-34C2-4407-83B4-CF59C082BD30}">
      <dgm:prSet/>
      <dgm:spPr/>
      <dgm:t>
        <a:bodyPr/>
        <a:lstStyle/>
        <a:p>
          <a:r>
            <a:rPr lang="en-GB"/>
            <a:t>break; // exit the loop when counter reaches 10</a:t>
          </a:r>
          <a:endParaRPr lang="en-US"/>
        </a:p>
      </dgm:t>
    </dgm:pt>
    <dgm:pt modelId="{6B681EA7-7292-4EA6-B877-406A18845C51}" type="parTrans" cxnId="{211E9B94-9CB1-4DAB-98F8-8D198DD3F44F}">
      <dgm:prSet/>
      <dgm:spPr/>
      <dgm:t>
        <a:bodyPr/>
        <a:lstStyle/>
        <a:p>
          <a:endParaRPr lang="en-US"/>
        </a:p>
      </dgm:t>
    </dgm:pt>
    <dgm:pt modelId="{41BCA162-4835-426D-8B8D-CEAC73EFA3DB}" type="sibTrans" cxnId="{211E9B94-9CB1-4DAB-98F8-8D198DD3F44F}">
      <dgm:prSet/>
      <dgm:spPr/>
      <dgm:t>
        <a:bodyPr/>
        <a:lstStyle/>
        <a:p>
          <a:endParaRPr lang="en-US"/>
        </a:p>
      </dgm:t>
    </dgm:pt>
    <dgm:pt modelId="{E8E9D4B6-52B8-47B5-B565-70292EC4509D}">
      <dgm:prSet/>
      <dgm:spPr/>
      <dgm:t>
        <a:bodyPr/>
        <a:lstStyle/>
        <a:p>
          <a:r>
            <a:rPr lang="en-GB"/>
            <a:t>}</a:t>
          </a:r>
          <a:endParaRPr lang="en-US"/>
        </a:p>
      </dgm:t>
    </dgm:pt>
    <dgm:pt modelId="{CF6B7CB5-6C51-4F0F-999A-118506F33344}" type="parTrans" cxnId="{FDC9F853-39AE-46CC-AA83-53E651A332BE}">
      <dgm:prSet/>
      <dgm:spPr/>
      <dgm:t>
        <a:bodyPr/>
        <a:lstStyle/>
        <a:p>
          <a:endParaRPr lang="en-US"/>
        </a:p>
      </dgm:t>
    </dgm:pt>
    <dgm:pt modelId="{FFCC25BB-A840-4CB3-9886-704A7C697261}" type="sibTrans" cxnId="{FDC9F853-39AE-46CC-AA83-53E651A332BE}">
      <dgm:prSet/>
      <dgm:spPr/>
      <dgm:t>
        <a:bodyPr/>
        <a:lstStyle/>
        <a:p>
          <a:endParaRPr lang="en-US"/>
        </a:p>
      </dgm:t>
    </dgm:pt>
    <dgm:pt modelId="{22A37710-F5DA-421A-9A0C-BF46DE7A3EC7}">
      <dgm:prSet/>
      <dgm:spPr/>
      <dgm:t>
        <a:bodyPr/>
        <a:lstStyle/>
        <a:p>
          <a:r>
            <a:rPr lang="en-GB"/>
            <a:t>System.out.println(counter); // body of the loop</a:t>
          </a:r>
          <a:endParaRPr lang="en-US"/>
        </a:p>
      </dgm:t>
    </dgm:pt>
    <dgm:pt modelId="{228ABBA7-77C1-44B8-ABF8-46B2C14A8F97}" type="parTrans" cxnId="{86FF0B1E-A6CB-4794-AA7A-777785CA4B83}">
      <dgm:prSet/>
      <dgm:spPr/>
      <dgm:t>
        <a:bodyPr/>
        <a:lstStyle/>
        <a:p>
          <a:endParaRPr lang="en-US"/>
        </a:p>
      </dgm:t>
    </dgm:pt>
    <dgm:pt modelId="{9EEF182C-5D10-4D7D-89CB-7DF1137B3353}" type="sibTrans" cxnId="{86FF0B1E-A6CB-4794-AA7A-777785CA4B83}">
      <dgm:prSet/>
      <dgm:spPr/>
      <dgm:t>
        <a:bodyPr/>
        <a:lstStyle/>
        <a:p>
          <a:endParaRPr lang="en-US"/>
        </a:p>
      </dgm:t>
    </dgm:pt>
    <dgm:pt modelId="{969B160F-EE37-4F8D-AFFE-11A4BCD773ED}">
      <dgm:prSet/>
      <dgm:spPr/>
      <dgm:t>
        <a:bodyPr/>
        <a:lstStyle/>
        <a:p>
          <a:r>
            <a:rPr lang="en-GB"/>
            <a:t>counter++; // update counter inside the loop</a:t>
          </a:r>
          <a:endParaRPr lang="en-US"/>
        </a:p>
      </dgm:t>
    </dgm:pt>
    <dgm:pt modelId="{D7FFC7BC-FC24-4D5A-BDEB-FD8E86D4A695}" type="parTrans" cxnId="{05A07CAA-3C16-458F-AAFE-5D0370F6AA36}">
      <dgm:prSet/>
      <dgm:spPr/>
      <dgm:t>
        <a:bodyPr/>
        <a:lstStyle/>
        <a:p>
          <a:endParaRPr lang="en-US"/>
        </a:p>
      </dgm:t>
    </dgm:pt>
    <dgm:pt modelId="{54B9D7F3-B220-4822-A0D6-BB77C86CD88A}" type="sibTrans" cxnId="{05A07CAA-3C16-458F-AAFE-5D0370F6AA36}">
      <dgm:prSet/>
      <dgm:spPr/>
      <dgm:t>
        <a:bodyPr/>
        <a:lstStyle/>
        <a:p>
          <a:endParaRPr lang="en-US"/>
        </a:p>
      </dgm:t>
    </dgm:pt>
    <dgm:pt modelId="{70E62510-039D-431B-859C-E5CB1852A9E0}">
      <dgm:prSet/>
      <dgm:spPr/>
      <dgm:t>
        <a:bodyPr/>
        <a:lstStyle/>
        <a:p>
          <a:r>
            <a:rPr lang="en-GB"/>
            <a:t>}</a:t>
          </a:r>
          <a:endParaRPr lang="en-US"/>
        </a:p>
      </dgm:t>
    </dgm:pt>
    <dgm:pt modelId="{2C54F82D-8261-41D2-905C-C4C6B019002D}" type="parTrans" cxnId="{B5954470-6796-4677-B8DF-DADE168EFBFF}">
      <dgm:prSet/>
      <dgm:spPr/>
      <dgm:t>
        <a:bodyPr/>
        <a:lstStyle/>
        <a:p>
          <a:endParaRPr lang="en-US"/>
        </a:p>
      </dgm:t>
    </dgm:pt>
    <dgm:pt modelId="{76412CFA-FF35-409A-A7EC-D0A16EF913CB}" type="sibTrans" cxnId="{B5954470-6796-4677-B8DF-DADE168EFBFF}">
      <dgm:prSet/>
      <dgm:spPr/>
      <dgm:t>
        <a:bodyPr/>
        <a:lstStyle/>
        <a:p>
          <a:endParaRPr lang="en-US"/>
        </a:p>
      </dgm:t>
    </dgm:pt>
    <dgm:pt modelId="{AC6AEBF3-2A00-434C-A55E-B79FCCE21369}">
      <dgm:prSet/>
      <dgm:spPr/>
      <dgm:t>
        <a:bodyPr/>
        <a:lstStyle/>
        <a:p>
          <a:r>
            <a:rPr lang="en-GB"/>
            <a:t>}</a:t>
          </a:r>
          <a:endParaRPr lang="en-US"/>
        </a:p>
      </dgm:t>
    </dgm:pt>
    <dgm:pt modelId="{F56377B6-7CAB-4EA9-A38F-E877DEAE5E6C}" type="parTrans" cxnId="{D9D07B43-4214-45AD-AF77-44D098020E4D}">
      <dgm:prSet/>
      <dgm:spPr/>
      <dgm:t>
        <a:bodyPr/>
        <a:lstStyle/>
        <a:p>
          <a:endParaRPr lang="en-US"/>
        </a:p>
      </dgm:t>
    </dgm:pt>
    <dgm:pt modelId="{59E6E164-E610-4A9A-A016-422B700644A6}" type="sibTrans" cxnId="{D9D07B43-4214-45AD-AF77-44D098020E4D}">
      <dgm:prSet/>
      <dgm:spPr/>
      <dgm:t>
        <a:bodyPr/>
        <a:lstStyle/>
        <a:p>
          <a:endParaRPr lang="en-US"/>
        </a:p>
      </dgm:t>
    </dgm:pt>
    <dgm:pt modelId="{D5F5C80F-E797-4417-B1EF-4994DFB2CFA5}">
      <dgm:prSet/>
      <dgm:spPr/>
      <dgm:t>
        <a:bodyPr/>
        <a:lstStyle/>
        <a:p>
          <a:r>
            <a:rPr lang="en-GB"/>
            <a:t>}</a:t>
          </a:r>
          <a:endParaRPr lang="en-US"/>
        </a:p>
      </dgm:t>
    </dgm:pt>
    <dgm:pt modelId="{6DA15FC3-882C-439B-94E2-E55792CCEE20}" type="parTrans" cxnId="{C1992156-9ADE-472B-89E7-CF583E723DDB}">
      <dgm:prSet/>
      <dgm:spPr/>
      <dgm:t>
        <a:bodyPr/>
        <a:lstStyle/>
        <a:p>
          <a:endParaRPr lang="en-US"/>
        </a:p>
      </dgm:t>
    </dgm:pt>
    <dgm:pt modelId="{F3405B05-DE83-4B54-9D94-2D508C842FFD}" type="sibTrans" cxnId="{C1992156-9ADE-472B-89E7-CF583E723DDB}">
      <dgm:prSet/>
      <dgm:spPr/>
      <dgm:t>
        <a:bodyPr/>
        <a:lstStyle/>
        <a:p>
          <a:endParaRPr lang="en-US"/>
        </a:p>
      </dgm:t>
    </dgm:pt>
    <dgm:pt modelId="{80FF5CD2-72E6-5048-B328-F8E996C6D2EB}" type="pres">
      <dgm:prSet presAssocID="{F5E22AE5-9225-413B-9A65-5A4B8BADAAC5}" presName="vert0" presStyleCnt="0">
        <dgm:presLayoutVars>
          <dgm:dir/>
          <dgm:animOne val="branch"/>
          <dgm:animLvl val="lvl"/>
        </dgm:presLayoutVars>
      </dgm:prSet>
      <dgm:spPr/>
    </dgm:pt>
    <dgm:pt modelId="{C4594DC7-EFA2-D046-BEE4-89ED59D7CB97}" type="pres">
      <dgm:prSet presAssocID="{78C6B04F-F5FB-4689-98B2-CE89C025EB24}" presName="thickLine" presStyleLbl="alignNode1" presStyleIdx="0" presStyleCnt="12"/>
      <dgm:spPr/>
    </dgm:pt>
    <dgm:pt modelId="{DD74A0CC-63F8-1E4B-9009-ACE14DC416A4}" type="pres">
      <dgm:prSet presAssocID="{78C6B04F-F5FB-4689-98B2-CE89C025EB24}" presName="horz1" presStyleCnt="0"/>
      <dgm:spPr/>
    </dgm:pt>
    <dgm:pt modelId="{3AC7E728-59DD-644E-B409-0DDE95F39A1E}" type="pres">
      <dgm:prSet presAssocID="{78C6B04F-F5FB-4689-98B2-CE89C025EB24}" presName="tx1" presStyleLbl="revTx" presStyleIdx="0" presStyleCnt="12"/>
      <dgm:spPr/>
    </dgm:pt>
    <dgm:pt modelId="{342C4A47-8800-8943-92D0-971C8D637055}" type="pres">
      <dgm:prSet presAssocID="{78C6B04F-F5FB-4689-98B2-CE89C025EB24}" presName="vert1" presStyleCnt="0"/>
      <dgm:spPr/>
    </dgm:pt>
    <dgm:pt modelId="{B26A47AC-0729-C04C-ACB1-9A32B3C0B003}" type="pres">
      <dgm:prSet presAssocID="{FAFE80A6-3603-46DC-8881-CF6B36A28DD2}" presName="thickLine" presStyleLbl="alignNode1" presStyleIdx="1" presStyleCnt="12"/>
      <dgm:spPr/>
    </dgm:pt>
    <dgm:pt modelId="{AC5CB7BA-227A-BD45-909A-5FF4707D2A13}" type="pres">
      <dgm:prSet presAssocID="{FAFE80A6-3603-46DC-8881-CF6B36A28DD2}" presName="horz1" presStyleCnt="0"/>
      <dgm:spPr/>
    </dgm:pt>
    <dgm:pt modelId="{B028DE5B-4451-B54D-BDE6-798B542C8AE3}" type="pres">
      <dgm:prSet presAssocID="{FAFE80A6-3603-46DC-8881-CF6B36A28DD2}" presName="tx1" presStyleLbl="revTx" presStyleIdx="1" presStyleCnt="12"/>
      <dgm:spPr/>
    </dgm:pt>
    <dgm:pt modelId="{AA69D0E3-63C2-E04C-B28C-499946077F26}" type="pres">
      <dgm:prSet presAssocID="{FAFE80A6-3603-46DC-8881-CF6B36A28DD2}" presName="vert1" presStyleCnt="0"/>
      <dgm:spPr/>
    </dgm:pt>
    <dgm:pt modelId="{26E4202A-E211-8E45-9421-70A2EC95A81C}" type="pres">
      <dgm:prSet presAssocID="{06D54B7B-DD97-4CB9-A708-2C2E1044CD48}" presName="thickLine" presStyleLbl="alignNode1" presStyleIdx="2" presStyleCnt="12"/>
      <dgm:spPr/>
    </dgm:pt>
    <dgm:pt modelId="{D7CD8C3E-A28A-D24D-963D-C44911C8940C}" type="pres">
      <dgm:prSet presAssocID="{06D54B7B-DD97-4CB9-A708-2C2E1044CD48}" presName="horz1" presStyleCnt="0"/>
      <dgm:spPr/>
    </dgm:pt>
    <dgm:pt modelId="{66AFA90E-C091-1949-8B7E-866A58FF28F5}" type="pres">
      <dgm:prSet presAssocID="{06D54B7B-DD97-4CB9-A708-2C2E1044CD48}" presName="tx1" presStyleLbl="revTx" presStyleIdx="2" presStyleCnt="12"/>
      <dgm:spPr/>
    </dgm:pt>
    <dgm:pt modelId="{E20BFBB6-BA06-0C4E-9698-C951D876919A}" type="pres">
      <dgm:prSet presAssocID="{06D54B7B-DD97-4CB9-A708-2C2E1044CD48}" presName="vert1" presStyleCnt="0"/>
      <dgm:spPr/>
    </dgm:pt>
    <dgm:pt modelId="{00961BC1-477E-9742-B460-C886DD47AA70}" type="pres">
      <dgm:prSet presAssocID="{932AB5BC-77CF-472E-A992-DFEEE8FA5EE7}" presName="thickLine" presStyleLbl="alignNode1" presStyleIdx="3" presStyleCnt="12"/>
      <dgm:spPr/>
    </dgm:pt>
    <dgm:pt modelId="{3E331B70-11C2-7242-ABED-95095E4CA296}" type="pres">
      <dgm:prSet presAssocID="{932AB5BC-77CF-472E-A992-DFEEE8FA5EE7}" presName="horz1" presStyleCnt="0"/>
      <dgm:spPr/>
    </dgm:pt>
    <dgm:pt modelId="{B3184FEE-CF45-2C4F-911C-B1D518CD79E8}" type="pres">
      <dgm:prSet presAssocID="{932AB5BC-77CF-472E-A992-DFEEE8FA5EE7}" presName="tx1" presStyleLbl="revTx" presStyleIdx="3" presStyleCnt="12"/>
      <dgm:spPr/>
    </dgm:pt>
    <dgm:pt modelId="{0A60E76F-6281-DD4F-BD12-A3AF56C1D552}" type="pres">
      <dgm:prSet presAssocID="{932AB5BC-77CF-472E-A992-DFEEE8FA5EE7}" presName="vert1" presStyleCnt="0"/>
      <dgm:spPr/>
    </dgm:pt>
    <dgm:pt modelId="{048EED7C-1C7C-E740-B631-7F78392BA1A8}" type="pres">
      <dgm:prSet presAssocID="{DB66F530-CC20-4B53-BA8B-73253190B0A7}" presName="thickLine" presStyleLbl="alignNode1" presStyleIdx="4" presStyleCnt="12"/>
      <dgm:spPr/>
    </dgm:pt>
    <dgm:pt modelId="{B40AB40C-E358-914F-A9AE-850362DDC3BF}" type="pres">
      <dgm:prSet presAssocID="{DB66F530-CC20-4B53-BA8B-73253190B0A7}" presName="horz1" presStyleCnt="0"/>
      <dgm:spPr/>
    </dgm:pt>
    <dgm:pt modelId="{D687BE16-EB7A-6840-BE60-04B6153A15A0}" type="pres">
      <dgm:prSet presAssocID="{DB66F530-CC20-4B53-BA8B-73253190B0A7}" presName="tx1" presStyleLbl="revTx" presStyleIdx="4" presStyleCnt="12"/>
      <dgm:spPr/>
    </dgm:pt>
    <dgm:pt modelId="{A60976FA-848D-2E4A-98A5-E50EE4DD98B7}" type="pres">
      <dgm:prSet presAssocID="{DB66F530-CC20-4B53-BA8B-73253190B0A7}" presName="vert1" presStyleCnt="0"/>
      <dgm:spPr/>
    </dgm:pt>
    <dgm:pt modelId="{2DF418D9-0522-224C-91F3-394320B305B7}" type="pres">
      <dgm:prSet presAssocID="{BD1508EA-34C2-4407-83B4-CF59C082BD30}" presName="thickLine" presStyleLbl="alignNode1" presStyleIdx="5" presStyleCnt="12"/>
      <dgm:spPr/>
    </dgm:pt>
    <dgm:pt modelId="{FA50BF36-5EFA-184D-B0BE-1BC4FA7405AD}" type="pres">
      <dgm:prSet presAssocID="{BD1508EA-34C2-4407-83B4-CF59C082BD30}" presName="horz1" presStyleCnt="0"/>
      <dgm:spPr/>
    </dgm:pt>
    <dgm:pt modelId="{2DE8759C-0440-384F-BDA1-EA089726A446}" type="pres">
      <dgm:prSet presAssocID="{BD1508EA-34C2-4407-83B4-CF59C082BD30}" presName="tx1" presStyleLbl="revTx" presStyleIdx="5" presStyleCnt="12"/>
      <dgm:spPr/>
    </dgm:pt>
    <dgm:pt modelId="{81C6B7A1-C582-A04B-B06B-E6FF8B2F1A49}" type="pres">
      <dgm:prSet presAssocID="{BD1508EA-34C2-4407-83B4-CF59C082BD30}" presName="vert1" presStyleCnt="0"/>
      <dgm:spPr/>
    </dgm:pt>
    <dgm:pt modelId="{315A00D2-E536-AD43-A250-D5CEA43DCD3C}" type="pres">
      <dgm:prSet presAssocID="{E8E9D4B6-52B8-47B5-B565-70292EC4509D}" presName="thickLine" presStyleLbl="alignNode1" presStyleIdx="6" presStyleCnt="12"/>
      <dgm:spPr/>
    </dgm:pt>
    <dgm:pt modelId="{E9C25A34-5D79-B942-9FF3-E6CF6E1F7077}" type="pres">
      <dgm:prSet presAssocID="{E8E9D4B6-52B8-47B5-B565-70292EC4509D}" presName="horz1" presStyleCnt="0"/>
      <dgm:spPr/>
    </dgm:pt>
    <dgm:pt modelId="{40E79859-A843-2341-9A6C-B78175F425EC}" type="pres">
      <dgm:prSet presAssocID="{E8E9D4B6-52B8-47B5-B565-70292EC4509D}" presName="tx1" presStyleLbl="revTx" presStyleIdx="6" presStyleCnt="12"/>
      <dgm:spPr/>
    </dgm:pt>
    <dgm:pt modelId="{A21102F0-0A2C-CE4E-BAE0-E0D93C831B3F}" type="pres">
      <dgm:prSet presAssocID="{E8E9D4B6-52B8-47B5-B565-70292EC4509D}" presName="vert1" presStyleCnt="0"/>
      <dgm:spPr/>
    </dgm:pt>
    <dgm:pt modelId="{A9E0AF3D-6E6A-6041-8847-0468B579D036}" type="pres">
      <dgm:prSet presAssocID="{22A37710-F5DA-421A-9A0C-BF46DE7A3EC7}" presName="thickLine" presStyleLbl="alignNode1" presStyleIdx="7" presStyleCnt="12"/>
      <dgm:spPr/>
    </dgm:pt>
    <dgm:pt modelId="{F18A4ACA-6EFC-1747-BBD4-D89FED6AFA11}" type="pres">
      <dgm:prSet presAssocID="{22A37710-F5DA-421A-9A0C-BF46DE7A3EC7}" presName="horz1" presStyleCnt="0"/>
      <dgm:spPr/>
    </dgm:pt>
    <dgm:pt modelId="{57581FB9-C75B-2248-9F1F-84F4E1554447}" type="pres">
      <dgm:prSet presAssocID="{22A37710-F5DA-421A-9A0C-BF46DE7A3EC7}" presName="tx1" presStyleLbl="revTx" presStyleIdx="7" presStyleCnt="12"/>
      <dgm:spPr/>
    </dgm:pt>
    <dgm:pt modelId="{12DA903A-8816-F246-BEE0-4E8322CD8A9C}" type="pres">
      <dgm:prSet presAssocID="{22A37710-F5DA-421A-9A0C-BF46DE7A3EC7}" presName="vert1" presStyleCnt="0"/>
      <dgm:spPr/>
    </dgm:pt>
    <dgm:pt modelId="{1A9FB792-564B-8944-AEDE-80CE489E5C67}" type="pres">
      <dgm:prSet presAssocID="{969B160F-EE37-4F8D-AFFE-11A4BCD773ED}" presName="thickLine" presStyleLbl="alignNode1" presStyleIdx="8" presStyleCnt="12"/>
      <dgm:spPr/>
    </dgm:pt>
    <dgm:pt modelId="{1910D0AD-8E83-B642-9EB1-3526687E102C}" type="pres">
      <dgm:prSet presAssocID="{969B160F-EE37-4F8D-AFFE-11A4BCD773ED}" presName="horz1" presStyleCnt="0"/>
      <dgm:spPr/>
    </dgm:pt>
    <dgm:pt modelId="{DED2A6D5-FC30-3247-BE45-975B4B20C0B6}" type="pres">
      <dgm:prSet presAssocID="{969B160F-EE37-4F8D-AFFE-11A4BCD773ED}" presName="tx1" presStyleLbl="revTx" presStyleIdx="8" presStyleCnt="12"/>
      <dgm:spPr/>
    </dgm:pt>
    <dgm:pt modelId="{9C75BF55-6707-2342-AF72-3C72D6DEA018}" type="pres">
      <dgm:prSet presAssocID="{969B160F-EE37-4F8D-AFFE-11A4BCD773ED}" presName="vert1" presStyleCnt="0"/>
      <dgm:spPr/>
    </dgm:pt>
    <dgm:pt modelId="{4E00F72F-52CC-1D48-9FE8-14ED2E685B70}" type="pres">
      <dgm:prSet presAssocID="{70E62510-039D-431B-859C-E5CB1852A9E0}" presName="thickLine" presStyleLbl="alignNode1" presStyleIdx="9" presStyleCnt="12"/>
      <dgm:spPr/>
    </dgm:pt>
    <dgm:pt modelId="{5F73FD6A-85DB-FA49-88E6-9D75CD396340}" type="pres">
      <dgm:prSet presAssocID="{70E62510-039D-431B-859C-E5CB1852A9E0}" presName="horz1" presStyleCnt="0"/>
      <dgm:spPr/>
    </dgm:pt>
    <dgm:pt modelId="{79AA22C4-094F-4043-ACFB-302D4F0A621C}" type="pres">
      <dgm:prSet presAssocID="{70E62510-039D-431B-859C-E5CB1852A9E0}" presName="tx1" presStyleLbl="revTx" presStyleIdx="9" presStyleCnt="12"/>
      <dgm:spPr/>
    </dgm:pt>
    <dgm:pt modelId="{360B4363-5F15-D14A-813F-8EB06273D8EA}" type="pres">
      <dgm:prSet presAssocID="{70E62510-039D-431B-859C-E5CB1852A9E0}" presName="vert1" presStyleCnt="0"/>
      <dgm:spPr/>
    </dgm:pt>
    <dgm:pt modelId="{FC212D65-05FC-5844-BB2A-19AE445B2C8D}" type="pres">
      <dgm:prSet presAssocID="{AC6AEBF3-2A00-434C-A55E-B79FCCE21369}" presName="thickLine" presStyleLbl="alignNode1" presStyleIdx="10" presStyleCnt="12"/>
      <dgm:spPr/>
    </dgm:pt>
    <dgm:pt modelId="{BF5B3366-B97D-9E45-BD70-899DB2ADBD7E}" type="pres">
      <dgm:prSet presAssocID="{AC6AEBF3-2A00-434C-A55E-B79FCCE21369}" presName="horz1" presStyleCnt="0"/>
      <dgm:spPr/>
    </dgm:pt>
    <dgm:pt modelId="{14E8B08D-A560-A241-9393-249D0DBC6DEC}" type="pres">
      <dgm:prSet presAssocID="{AC6AEBF3-2A00-434C-A55E-B79FCCE21369}" presName="tx1" presStyleLbl="revTx" presStyleIdx="10" presStyleCnt="12"/>
      <dgm:spPr/>
    </dgm:pt>
    <dgm:pt modelId="{752004A4-8746-C340-87F1-AD8794675B10}" type="pres">
      <dgm:prSet presAssocID="{AC6AEBF3-2A00-434C-A55E-B79FCCE21369}" presName="vert1" presStyleCnt="0"/>
      <dgm:spPr/>
    </dgm:pt>
    <dgm:pt modelId="{5CD2F44E-0867-5640-A318-7497EA63B8A2}" type="pres">
      <dgm:prSet presAssocID="{D5F5C80F-E797-4417-B1EF-4994DFB2CFA5}" presName="thickLine" presStyleLbl="alignNode1" presStyleIdx="11" presStyleCnt="12"/>
      <dgm:spPr/>
    </dgm:pt>
    <dgm:pt modelId="{8BFAB7D5-110B-D344-B657-C60EB4110AD2}" type="pres">
      <dgm:prSet presAssocID="{D5F5C80F-E797-4417-B1EF-4994DFB2CFA5}" presName="horz1" presStyleCnt="0"/>
      <dgm:spPr/>
    </dgm:pt>
    <dgm:pt modelId="{700308BC-2C93-B241-8A2B-BDCDFB21CD2C}" type="pres">
      <dgm:prSet presAssocID="{D5F5C80F-E797-4417-B1EF-4994DFB2CFA5}" presName="tx1" presStyleLbl="revTx" presStyleIdx="11" presStyleCnt="12"/>
      <dgm:spPr/>
    </dgm:pt>
    <dgm:pt modelId="{0D1A334E-DC10-C749-9F1B-BC232515D502}" type="pres">
      <dgm:prSet presAssocID="{D5F5C80F-E797-4417-B1EF-4994DFB2CFA5}" presName="vert1" presStyleCnt="0"/>
      <dgm:spPr/>
    </dgm:pt>
  </dgm:ptLst>
  <dgm:cxnLst>
    <dgm:cxn modelId="{4937FB07-0F52-1C4D-AC67-59C9E513C904}" type="presOf" srcId="{22A37710-F5DA-421A-9A0C-BF46DE7A3EC7}" destId="{57581FB9-C75B-2248-9F1F-84F4E1554447}" srcOrd="0" destOrd="0" presId="urn:microsoft.com/office/officeart/2008/layout/LinedList"/>
    <dgm:cxn modelId="{3E1DCB18-3AF5-410A-BEB8-9DDCBF6690E7}" srcId="{F5E22AE5-9225-413B-9A65-5A4B8BADAAC5}" destId="{06D54B7B-DD97-4CB9-A708-2C2E1044CD48}" srcOrd="2" destOrd="0" parTransId="{8231E5CF-24C5-48EE-810C-BB83AFE97FEB}" sibTransId="{08CE2ABC-40A4-461D-98D8-7BA01AC73FCD}"/>
    <dgm:cxn modelId="{3C1E3C19-0AE6-4B4A-9F25-9E3EF136C011}" srcId="{F5E22AE5-9225-413B-9A65-5A4B8BADAAC5}" destId="{78C6B04F-F5FB-4689-98B2-CE89C025EB24}" srcOrd="0" destOrd="0" parTransId="{B189C24A-9EF1-4313-BECC-53B647CCE2FD}" sibTransId="{DF89DD32-DCFF-4759-80CC-2B825704FA26}"/>
    <dgm:cxn modelId="{F8E1281B-B925-2947-98C1-ECAB4FDC0A0F}" type="presOf" srcId="{D5F5C80F-E797-4417-B1EF-4994DFB2CFA5}" destId="{700308BC-2C93-B241-8A2B-BDCDFB21CD2C}" srcOrd="0" destOrd="0" presId="urn:microsoft.com/office/officeart/2008/layout/LinedList"/>
    <dgm:cxn modelId="{86FF0B1E-A6CB-4794-AA7A-777785CA4B83}" srcId="{F5E22AE5-9225-413B-9A65-5A4B8BADAAC5}" destId="{22A37710-F5DA-421A-9A0C-BF46DE7A3EC7}" srcOrd="7" destOrd="0" parTransId="{228ABBA7-77C1-44B8-ABF8-46B2C14A8F97}" sibTransId="{9EEF182C-5D10-4D7D-89CB-7DF1137B3353}"/>
    <dgm:cxn modelId="{8DA3F31F-3D83-C744-9F3F-994AA932B90A}" type="presOf" srcId="{DB66F530-CC20-4B53-BA8B-73253190B0A7}" destId="{D687BE16-EB7A-6840-BE60-04B6153A15A0}" srcOrd="0" destOrd="0" presId="urn:microsoft.com/office/officeart/2008/layout/LinedList"/>
    <dgm:cxn modelId="{D9D07B43-4214-45AD-AF77-44D098020E4D}" srcId="{F5E22AE5-9225-413B-9A65-5A4B8BADAAC5}" destId="{AC6AEBF3-2A00-434C-A55E-B79FCCE21369}" srcOrd="10" destOrd="0" parTransId="{F56377B6-7CAB-4EA9-A38F-E877DEAE5E6C}" sibTransId="{59E6E164-E610-4A9A-A016-422B700644A6}"/>
    <dgm:cxn modelId="{82641946-1B65-1043-8AE4-4F423239436E}" type="presOf" srcId="{FAFE80A6-3603-46DC-8881-CF6B36A28DD2}" destId="{B028DE5B-4451-B54D-BDE6-798B542C8AE3}" srcOrd="0" destOrd="0" presId="urn:microsoft.com/office/officeart/2008/layout/LinedList"/>
    <dgm:cxn modelId="{3829A153-68C0-774C-8424-E31A530CF7CC}" type="presOf" srcId="{932AB5BC-77CF-472E-A992-DFEEE8FA5EE7}" destId="{B3184FEE-CF45-2C4F-911C-B1D518CD79E8}" srcOrd="0" destOrd="0" presId="urn:microsoft.com/office/officeart/2008/layout/LinedList"/>
    <dgm:cxn modelId="{FDC9F853-39AE-46CC-AA83-53E651A332BE}" srcId="{F5E22AE5-9225-413B-9A65-5A4B8BADAAC5}" destId="{E8E9D4B6-52B8-47B5-B565-70292EC4509D}" srcOrd="6" destOrd="0" parTransId="{CF6B7CB5-6C51-4F0F-999A-118506F33344}" sibTransId="{FFCC25BB-A840-4CB3-9886-704A7C697261}"/>
    <dgm:cxn modelId="{C1992156-9ADE-472B-89E7-CF583E723DDB}" srcId="{F5E22AE5-9225-413B-9A65-5A4B8BADAAC5}" destId="{D5F5C80F-E797-4417-B1EF-4994DFB2CFA5}" srcOrd="11" destOrd="0" parTransId="{6DA15FC3-882C-439B-94E2-E55792CCEE20}" sibTransId="{F3405B05-DE83-4B54-9D94-2D508C842FFD}"/>
    <dgm:cxn modelId="{B5954470-6796-4677-B8DF-DADE168EFBFF}" srcId="{F5E22AE5-9225-413B-9A65-5A4B8BADAAC5}" destId="{70E62510-039D-431B-859C-E5CB1852A9E0}" srcOrd="9" destOrd="0" parTransId="{2C54F82D-8261-41D2-905C-C4C6B019002D}" sibTransId="{76412CFA-FF35-409A-A7EC-D0A16EF913CB}"/>
    <dgm:cxn modelId="{F2761B78-5029-8A4A-BEA9-5736F004090D}" type="presOf" srcId="{BD1508EA-34C2-4407-83B4-CF59C082BD30}" destId="{2DE8759C-0440-384F-BDA1-EA089726A446}" srcOrd="0" destOrd="0" presId="urn:microsoft.com/office/officeart/2008/layout/LinedList"/>
    <dgm:cxn modelId="{F6440479-28B8-4F0F-A783-D881A311F121}" srcId="{F5E22AE5-9225-413B-9A65-5A4B8BADAAC5}" destId="{DB66F530-CC20-4B53-BA8B-73253190B0A7}" srcOrd="4" destOrd="0" parTransId="{912B0452-2763-4263-9423-61B9424662C5}" sibTransId="{6BA23A91-09C2-4750-8747-2CDC21C01934}"/>
    <dgm:cxn modelId="{211E9B94-9CB1-4DAB-98F8-8D198DD3F44F}" srcId="{F5E22AE5-9225-413B-9A65-5A4B8BADAAC5}" destId="{BD1508EA-34C2-4407-83B4-CF59C082BD30}" srcOrd="5" destOrd="0" parTransId="{6B681EA7-7292-4EA6-B877-406A18845C51}" sibTransId="{41BCA162-4835-426D-8B8D-CEAC73EFA3DB}"/>
    <dgm:cxn modelId="{22EF30A6-3C13-774E-B2D0-6E25047228A1}" type="presOf" srcId="{06D54B7B-DD97-4CB9-A708-2C2E1044CD48}" destId="{66AFA90E-C091-1949-8B7E-866A58FF28F5}" srcOrd="0" destOrd="0" presId="urn:microsoft.com/office/officeart/2008/layout/LinedList"/>
    <dgm:cxn modelId="{C71C17A8-1FB8-4C46-ACAF-24B177790961}" type="presOf" srcId="{969B160F-EE37-4F8D-AFFE-11A4BCD773ED}" destId="{DED2A6D5-FC30-3247-BE45-975B4B20C0B6}" srcOrd="0" destOrd="0" presId="urn:microsoft.com/office/officeart/2008/layout/LinedList"/>
    <dgm:cxn modelId="{6E9B73A8-2455-4D0D-8910-270F7D781913}" srcId="{F5E22AE5-9225-413B-9A65-5A4B8BADAAC5}" destId="{932AB5BC-77CF-472E-A992-DFEEE8FA5EE7}" srcOrd="3" destOrd="0" parTransId="{FB384B01-CD9D-4856-B47A-2608E8045DEA}" sibTransId="{E3A2A688-3D69-4F32-9891-59FE13D1854B}"/>
    <dgm:cxn modelId="{05A07CAA-3C16-458F-AAFE-5D0370F6AA36}" srcId="{F5E22AE5-9225-413B-9A65-5A4B8BADAAC5}" destId="{969B160F-EE37-4F8D-AFFE-11A4BCD773ED}" srcOrd="8" destOrd="0" parTransId="{D7FFC7BC-FC24-4D5A-BDEB-FD8E86D4A695}" sibTransId="{54B9D7F3-B220-4822-A0D6-BB77C86CD88A}"/>
    <dgm:cxn modelId="{988AFDAA-A6E6-450C-A221-AC093C50E486}" srcId="{F5E22AE5-9225-413B-9A65-5A4B8BADAAC5}" destId="{FAFE80A6-3603-46DC-8881-CF6B36A28DD2}" srcOrd="1" destOrd="0" parTransId="{E131CD14-B26A-46E5-AE77-A8CCFB6A55B9}" sibTransId="{EA1E4741-EF08-41BF-B6F0-D2269F7E73D0}"/>
    <dgm:cxn modelId="{22CE7CD3-3C93-B94D-A63D-4620E989A128}" type="presOf" srcId="{70E62510-039D-431B-859C-E5CB1852A9E0}" destId="{79AA22C4-094F-4043-ACFB-302D4F0A621C}" srcOrd="0" destOrd="0" presId="urn:microsoft.com/office/officeart/2008/layout/LinedList"/>
    <dgm:cxn modelId="{D1B4DBD3-335A-1A4B-B2C6-78C4CB150AB5}" type="presOf" srcId="{78C6B04F-F5FB-4689-98B2-CE89C025EB24}" destId="{3AC7E728-59DD-644E-B409-0DDE95F39A1E}" srcOrd="0" destOrd="0" presId="urn:microsoft.com/office/officeart/2008/layout/LinedList"/>
    <dgm:cxn modelId="{CB84E0D8-AE7A-F748-BCBC-66767CAF8C90}" type="presOf" srcId="{F5E22AE5-9225-413B-9A65-5A4B8BADAAC5}" destId="{80FF5CD2-72E6-5048-B328-F8E996C6D2EB}" srcOrd="0" destOrd="0" presId="urn:microsoft.com/office/officeart/2008/layout/LinedList"/>
    <dgm:cxn modelId="{4AAB29E0-C64E-DC4A-8926-EFB6A3D48BAD}" type="presOf" srcId="{E8E9D4B6-52B8-47B5-B565-70292EC4509D}" destId="{40E79859-A843-2341-9A6C-B78175F425EC}" srcOrd="0" destOrd="0" presId="urn:microsoft.com/office/officeart/2008/layout/LinedList"/>
    <dgm:cxn modelId="{2A6A39F9-AAC2-2D4E-AB89-67A80331D37E}" type="presOf" srcId="{AC6AEBF3-2A00-434C-A55E-B79FCCE21369}" destId="{14E8B08D-A560-A241-9393-249D0DBC6DEC}" srcOrd="0" destOrd="0" presId="urn:microsoft.com/office/officeart/2008/layout/LinedList"/>
    <dgm:cxn modelId="{40ABC5EC-3043-B44B-A62D-182C58505253}" type="presParOf" srcId="{80FF5CD2-72E6-5048-B328-F8E996C6D2EB}" destId="{C4594DC7-EFA2-D046-BEE4-89ED59D7CB97}" srcOrd="0" destOrd="0" presId="urn:microsoft.com/office/officeart/2008/layout/LinedList"/>
    <dgm:cxn modelId="{A46339CF-6265-174F-84AB-AA80B1C1E897}" type="presParOf" srcId="{80FF5CD2-72E6-5048-B328-F8E996C6D2EB}" destId="{DD74A0CC-63F8-1E4B-9009-ACE14DC416A4}" srcOrd="1" destOrd="0" presId="urn:microsoft.com/office/officeart/2008/layout/LinedList"/>
    <dgm:cxn modelId="{DE2C4CA0-CAA8-844C-831D-78C19D590F21}" type="presParOf" srcId="{DD74A0CC-63F8-1E4B-9009-ACE14DC416A4}" destId="{3AC7E728-59DD-644E-B409-0DDE95F39A1E}" srcOrd="0" destOrd="0" presId="urn:microsoft.com/office/officeart/2008/layout/LinedList"/>
    <dgm:cxn modelId="{EA9209C4-CC60-D246-B6C9-AFDEC62A404E}" type="presParOf" srcId="{DD74A0CC-63F8-1E4B-9009-ACE14DC416A4}" destId="{342C4A47-8800-8943-92D0-971C8D637055}" srcOrd="1" destOrd="0" presId="urn:microsoft.com/office/officeart/2008/layout/LinedList"/>
    <dgm:cxn modelId="{4D913C63-F8CA-6743-ADAF-38387FEE7472}" type="presParOf" srcId="{80FF5CD2-72E6-5048-B328-F8E996C6D2EB}" destId="{B26A47AC-0729-C04C-ACB1-9A32B3C0B003}" srcOrd="2" destOrd="0" presId="urn:microsoft.com/office/officeart/2008/layout/LinedList"/>
    <dgm:cxn modelId="{87C7478A-BC14-B148-912B-5EC11586EA64}" type="presParOf" srcId="{80FF5CD2-72E6-5048-B328-F8E996C6D2EB}" destId="{AC5CB7BA-227A-BD45-909A-5FF4707D2A13}" srcOrd="3" destOrd="0" presId="urn:microsoft.com/office/officeart/2008/layout/LinedList"/>
    <dgm:cxn modelId="{2DD82E44-D8ED-024E-B175-B97935ABDC26}" type="presParOf" srcId="{AC5CB7BA-227A-BD45-909A-5FF4707D2A13}" destId="{B028DE5B-4451-B54D-BDE6-798B542C8AE3}" srcOrd="0" destOrd="0" presId="urn:microsoft.com/office/officeart/2008/layout/LinedList"/>
    <dgm:cxn modelId="{3526A431-1907-CC4B-9201-6BDDD4496874}" type="presParOf" srcId="{AC5CB7BA-227A-BD45-909A-5FF4707D2A13}" destId="{AA69D0E3-63C2-E04C-B28C-499946077F26}" srcOrd="1" destOrd="0" presId="urn:microsoft.com/office/officeart/2008/layout/LinedList"/>
    <dgm:cxn modelId="{089228FA-BDE6-4945-B1CB-FFF0EB623D9C}" type="presParOf" srcId="{80FF5CD2-72E6-5048-B328-F8E996C6D2EB}" destId="{26E4202A-E211-8E45-9421-70A2EC95A81C}" srcOrd="4" destOrd="0" presId="urn:microsoft.com/office/officeart/2008/layout/LinedList"/>
    <dgm:cxn modelId="{9F9E7370-52BB-614F-856B-97F797BAF633}" type="presParOf" srcId="{80FF5CD2-72E6-5048-B328-F8E996C6D2EB}" destId="{D7CD8C3E-A28A-D24D-963D-C44911C8940C}" srcOrd="5" destOrd="0" presId="urn:microsoft.com/office/officeart/2008/layout/LinedList"/>
    <dgm:cxn modelId="{2898A662-3308-5E4B-A9D6-985EB660217E}" type="presParOf" srcId="{D7CD8C3E-A28A-D24D-963D-C44911C8940C}" destId="{66AFA90E-C091-1949-8B7E-866A58FF28F5}" srcOrd="0" destOrd="0" presId="urn:microsoft.com/office/officeart/2008/layout/LinedList"/>
    <dgm:cxn modelId="{3F149DAA-CA29-3A4B-A18D-7FA28B5AAB43}" type="presParOf" srcId="{D7CD8C3E-A28A-D24D-963D-C44911C8940C}" destId="{E20BFBB6-BA06-0C4E-9698-C951D876919A}" srcOrd="1" destOrd="0" presId="urn:microsoft.com/office/officeart/2008/layout/LinedList"/>
    <dgm:cxn modelId="{B0CA8090-DC4D-C54F-BFCE-6D22AAA8AB0F}" type="presParOf" srcId="{80FF5CD2-72E6-5048-B328-F8E996C6D2EB}" destId="{00961BC1-477E-9742-B460-C886DD47AA70}" srcOrd="6" destOrd="0" presId="urn:microsoft.com/office/officeart/2008/layout/LinedList"/>
    <dgm:cxn modelId="{3177E8AE-BFA5-584A-BAF1-1E414CA32C84}" type="presParOf" srcId="{80FF5CD2-72E6-5048-B328-F8E996C6D2EB}" destId="{3E331B70-11C2-7242-ABED-95095E4CA296}" srcOrd="7" destOrd="0" presId="urn:microsoft.com/office/officeart/2008/layout/LinedList"/>
    <dgm:cxn modelId="{A4EBF964-CA37-4D4E-A458-61460FD32829}" type="presParOf" srcId="{3E331B70-11C2-7242-ABED-95095E4CA296}" destId="{B3184FEE-CF45-2C4F-911C-B1D518CD79E8}" srcOrd="0" destOrd="0" presId="urn:microsoft.com/office/officeart/2008/layout/LinedList"/>
    <dgm:cxn modelId="{3A5763BE-04A7-934A-A8D0-CB07769765E3}" type="presParOf" srcId="{3E331B70-11C2-7242-ABED-95095E4CA296}" destId="{0A60E76F-6281-DD4F-BD12-A3AF56C1D552}" srcOrd="1" destOrd="0" presId="urn:microsoft.com/office/officeart/2008/layout/LinedList"/>
    <dgm:cxn modelId="{4D96DCCA-D1A4-B141-99DC-2E05924C7884}" type="presParOf" srcId="{80FF5CD2-72E6-5048-B328-F8E996C6D2EB}" destId="{048EED7C-1C7C-E740-B631-7F78392BA1A8}" srcOrd="8" destOrd="0" presId="urn:microsoft.com/office/officeart/2008/layout/LinedList"/>
    <dgm:cxn modelId="{C391A810-97B6-3F49-B4EA-3785CEBE30BB}" type="presParOf" srcId="{80FF5CD2-72E6-5048-B328-F8E996C6D2EB}" destId="{B40AB40C-E358-914F-A9AE-850362DDC3BF}" srcOrd="9" destOrd="0" presId="urn:microsoft.com/office/officeart/2008/layout/LinedList"/>
    <dgm:cxn modelId="{DF2D0693-1E5B-9842-864C-BD19F6F92631}" type="presParOf" srcId="{B40AB40C-E358-914F-A9AE-850362DDC3BF}" destId="{D687BE16-EB7A-6840-BE60-04B6153A15A0}" srcOrd="0" destOrd="0" presId="urn:microsoft.com/office/officeart/2008/layout/LinedList"/>
    <dgm:cxn modelId="{8257CF9F-832A-3F45-8DCD-EE073C9778BD}" type="presParOf" srcId="{B40AB40C-E358-914F-A9AE-850362DDC3BF}" destId="{A60976FA-848D-2E4A-98A5-E50EE4DD98B7}" srcOrd="1" destOrd="0" presId="urn:microsoft.com/office/officeart/2008/layout/LinedList"/>
    <dgm:cxn modelId="{2EEBE058-EAD8-0F49-8AC0-94A024B4E5EE}" type="presParOf" srcId="{80FF5CD2-72E6-5048-B328-F8E996C6D2EB}" destId="{2DF418D9-0522-224C-91F3-394320B305B7}" srcOrd="10" destOrd="0" presId="urn:microsoft.com/office/officeart/2008/layout/LinedList"/>
    <dgm:cxn modelId="{CB223CED-90FA-9846-8F9E-912AC58BFE42}" type="presParOf" srcId="{80FF5CD2-72E6-5048-B328-F8E996C6D2EB}" destId="{FA50BF36-5EFA-184D-B0BE-1BC4FA7405AD}" srcOrd="11" destOrd="0" presId="urn:microsoft.com/office/officeart/2008/layout/LinedList"/>
    <dgm:cxn modelId="{00C6C8A5-BBDF-F345-8AEC-9785D7059101}" type="presParOf" srcId="{FA50BF36-5EFA-184D-B0BE-1BC4FA7405AD}" destId="{2DE8759C-0440-384F-BDA1-EA089726A446}" srcOrd="0" destOrd="0" presId="urn:microsoft.com/office/officeart/2008/layout/LinedList"/>
    <dgm:cxn modelId="{A17711FA-3D50-0C43-8DD5-D2057E8B4F60}" type="presParOf" srcId="{FA50BF36-5EFA-184D-B0BE-1BC4FA7405AD}" destId="{81C6B7A1-C582-A04B-B06B-E6FF8B2F1A49}" srcOrd="1" destOrd="0" presId="urn:microsoft.com/office/officeart/2008/layout/LinedList"/>
    <dgm:cxn modelId="{C8D9B38C-155C-0B49-8284-A149B7C7BD57}" type="presParOf" srcId="{80FF5CD2-72E6-5048-B328-F8E996C6D2EB}" destId="{315A00D2-E536-AD43-A250-D5CEA43DCD3C}" srcOrd="12" destOrd="0" presId="urn:microsoft.com/office/officeart/2008/layout/LinedList"/>
    <dgm:cxn modelId="{ADEEAEC3-E7C4-CB4D-BB75-928F73B4AFF6}" type="presParOf" srcId="{80FF5CD2-72E6-5048-B328-F8E996C6D2EB}" destId="{E9C25A34-5D79-B942-9FF3-E6CF6E1F7077}" srcOrd="13" destOrd="0" presId="urn:microsoft.com/office/officeart/2008/layout/LinedList"/>
    <dgm:cxn modelId="{B536AEA8-6D53-B741-9D7D-09C4E0C4AAE0}" type="presParOf" srcId="{E9C25A34-5D79-B942-9FF3-E6CF6E1F7077}" destId="{40E79859-A843-2341-9A6C-B78175F425EC}" srcOrd="0" destOrd="0" presId="urn:microsoft.com/office/officeart/2008/layout/LinedList"/>
    <dgm:cxn modelId="{B84C7952-987F-C347-A7E2-64F27FC77E3A}" type="presParOf" srcId="{E9C25A34-5D79-B942-9FF3-E6CF6E1F7077}" destId="{A21102F0-0A2C-CE4E-BAE0-E0D93C831B3F}" srcOrd="1" destOrd="0" presId="urn:microsoft.com/office/officeart/2008/layout/LinedList"/>
    <dgm:cxn modelId="{2AC63586-9B39-2E42-8E1F-FE5111A59E05}" type="presParOf" srcId="{80FF5CD2-72E6-5048-B328-F8E996C6D2EB}" destId="{A9E0AF3D-6E6A-6041-8847-0468B579D036}" srcOrd="14" destOrd="0" presId="urn:microsoft.com/office/officeart/2008/layout/LinedList"/>
    <dgm:cxn modelId="{056965D8-62B4-A14B-8E4A-90F1C02FA5E7}" type="presParOf" srcId="{80FF5CD2-72E6-5048-B328-F8E996C6D2EB}" destId="{F18A4ACA-6EFC-1747-BBD4-D89FED6AFA11}" srcOrd="15" destOrd="0" presId="urn:microsoft.com/office/officeart/2008/layout/LinedList"/>
    <dgm:cxn modelId="{05CF75BC-F4C9-C444-BA0C-FBDBCF302A38}" type="presParOf" srcId="{F18A4ACA-6EFC-1747-BBD4-D89FED6AFA11}" destId="{57581FB9-C75B-2248-9F1F-84F4E1554447}" srcOrd="0" destOrd="0" presId="urn:microsoft.com/office/officeart/2008/layout/LinedList"/>
    <dgm:cxn modelId="{C0D72E90-4C2F-E44F-B953-C3A5B00F1DFF}" type="presParOf" srcId="{F18A4ACA-6EFC-1747-BBD4-D89FED6AFA11}" destId="{12DA903A-8816-F246-BEE0-4E8322CD8A9C}" srcOrd="1" destOrd="0" presId="urn:microsoft.com/office/officeart/2008/layout/LinedList"/>
    <dgm:cxn modelId="{28DC969D-A5C6-C046-9182-403A8E0B0798}" type="presParOf" srcId="{80FF5CD2-72E6-5048-B328-F8E996C6D2EB}" destId="{1A9FB792-564B-8944-AEDE-80CE489E5C67}" srcOrd="16" destOrd="0" presId="urn:microsoft.com/office/officeart/2008/layout/LinedList"/>
    <dgm:cxn modelId="{90153A34-082A-2D49-9943-F6B2BFE4E06A}" type="presParOf" srcId="{80FF5CD2-72E6-5048-B328-F8E996C6D2EB}" destId="{1910D0AD-8E83-B642-9EB1-3526687E102C}" srcOrd="17" destOrd="0" presId="urn:microsoft.com/office/officeart/2008/layout/LinedList"/>
    <dgm:cxn modelId="{828C9707-DDF1-F945-B4E4-0F3CA46731A4}" type="presParOf" srcId="{1910D0AD-8E83-B642-9EB1-3526687E102C}" destId="{DED2A6D5-FC30-3247-BE45-975B4B20C0B6}" srcOrd="0" destOrd="0" presId="urn:microsoft.com/office/officeart/2008/layout/LinedList"/>
    <dgm:cxn modelId="{06F19382-34C6-AA47-A992-FC1A8B5F26EF}" type="presParOf" srcId="{1910D0AD-8E83-B642-9EB1-3526687E102C}" destId="{9C75BF55-6707-2342-AF72-3C72D6DEA018}" srcOrd="1" destOrd="0" presId="urn:microsoft.com/office/officeart/2008/layout/LinedList"/>
    <dgm:cxn modelId="{4B1DA3F4-F7D2-E243-B75B-ADF053C0DFCB}" type="presParOf" srcId="{80FF5CD2-72E6-5048-B328-F8E996C6D2EB}" destId="{4E00F72F-52CC-1D48-9FE8-14ED2E685B70}" srcOrd="18" destOrd="0" presId="urn:microsoft.com/office/officeart/2008/layout/LinedList"/>
    <dgm:cxn modelId="{7F86265E-98AA-F045-8BCC-016D369F02FC}" type="presParOf" srcId="{80FF5CD2-72E6-5048-B328-F8E996C6D2EB}" destId="{5F73FD6A-85DB-FA49-88E6-9D75CD396340}" srcOrd="19" destOrd="0" presId="urn:microsoft.com/office/officeart/2008/layout/LinedList"/>
    <dgm:cxn modelId="{5CFA107F-07C8-474F-8E83-77E60C4A199A}" type="presParOf" srcId="{5F73FD6A-85DB-FA49-88E6-9D75CD396340}" destId="{79AA22C4-094F-4043-ACFB-302D4F0A621C}" srcOrd="0" destOrd="0" presId="urn:microsoft.com/office/officeart/2008/layout/LinedList"/>
    <dgm:cxn modelId="{E14661C5-47FD-E048-9E35-EC3C2EFD3F65}" type="presParOf" srcId="{5F73FD6A-85DB-FA49-88E6-9D75CD396340}" destId="{360B4363-5F15-D14A-813F-8EB06273D8EA}" srcOrd="1" destOrd="0" presId="urn:microsoft.com/office/officeart/2008/layout/LinedList"/>
    <dgm:cxn modelId="{CC67F1AC-7078-BA44-B751-72BA49010D55}" type="presParOf" srcId="{80FF5CD2-72E6-5048-B328-F8E996C6D2EB}" destId="{FC212D65-05FC-5844-BB2A-19AE445B2C8D}" srcOrd="20" destOrd="0" presId="urn:microsoft.com/office/officeart/2008/layout/LinedList"/>
    <dgm:cxn modelId="{F84B7AEC-9AF3-D747-8BBB-0E42D14A09E2}" type="presParOf" srcId="{80FF5CD2-72E6-5048-B328-F8E996C6D2EB}" destId="{BF5B3366-B97D-9E45-BD70-899DB2ADBD7E}" srcOrd="21" destOrd="0" presId="urn:microsoft.com/office/officeart/2008/layout/LinedList"/>
    <dgm:cxn modelId="{2D2C5CF9-25DC-B848-880B-63BCD998494A}" type="presParOf" srcId="{BF5B3366-B97D-9E45-BD70-899DB2ADBD7E}" destId="{14E8B08D-A560-A241-9393-249D0DBC6DEC}" srcOrd="0" destOrd="0" presId="urn:microsoft.com/office/officeart/2008/layout/LinedList"/>
    <dgm:cxn modelId="{B056C0C0-2616-9D4D-8F8E-F1D0FFFFAEF7}" type="presParOf" srcId="{BF5B3366-B97D-9E45-BD70-899DB2ADBD7E}" destId="{752004A4-8746-C340-87F1-AD8794675B10}" srcOrd="1" destOrd="0" presId="urn:microsoft.com/office/officeart/2008/layout/LinedList"/>
    <dgm:cxn modelId="{C141B09C-CA2A-8D4B-9530-9571528350AB}" type="presParOf" srcId="{80FF5CD2-72E6-5048-B328-F8E996C6D2EB}" destId="{5CD2F44E-0867-5640-A318-7497EA63B8A2}" srcOrd="22" destOrd="0" presId="urn:microsoft.com/office/officeart/2008/layout/LinedList"/>
    <dgm:cxn modelId="{0D9079AC-93BB-7442-BBE7-D2B2D4441DB4}" type="presParOf" srcId="{80FF5CD2-72E6-5048-B328-F8E996C6D2EB}" destId="{8BFAB7D5-110B-D344-B657-C60EB4110AD2}" srcOrd="23" destOrd="0" presId="urn:microsoft.com/office/officeart/2008/layout/LinedList"/>
    <dgm:cxn modelId="{FAC10F23-AA2C-A74F-89BF-BF758B0E8626}" type="presParOf" srcId="{8BFAB7D5-110B-D344-B657-C60EB4110AD2}" destId="{700308BC-2C93-B241-8A2B-BDCDFB21CD2C}" srcOrd="0" destOrd="0" presId="urn:microsoft.com/office/officeart/2008/layout/LinedList"/>
    <dgm:cxn modelId="{50F67258-D4E6-404D-A7D5-C001465E5CCD}" type="presParOf" srcId="{8BFAB7D5-110B-D344-B657-C60EB4110AD2}" destId="{0D1A334E-DC10-C749-9F1B-BC232515D50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C94FE9-2E5B-674C-B7B0-F61187BE1837}">
      <dsp:nvSpPr>
        <dsp:cNvPr id="0" name=""/>
        <dsp:cNvSpPr/>
      </dsp:nvSpPr>
      <dsp:spPr>
        <a:xfrm>
          <a:off x="0" y="0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3A9946-DCAA-BF40-8198-029AAFFD2966}">
      <dsp:nvSpPr>
        <dsp:cNvPr id="0" name=""/>
        <dsp:cNvSpPr/>
      </dsp:nvSpPr>
      <dsp:spPr>
        <a:xfrm>
          <a:off x="0" y="0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public class ArrayDemo {</a:t>
          </a:r>
        </a:p>
      </dsp:txBody>
      <dsp:txXfrm>
        <a:off x="0" y="0"/>
        <a:ext cx="9880893" cy="494952"/>
      </dsp:txXfrm>
    </dsp:sp>
    <dsp:sp modelId="{200847A5-EB9B-8A44-866F-EC3426B38890}">
      <dsp:nvSpPr>
        <dsp:cNvPr id="0" name=""/>
        <dsp:cNvSpPr/>
      </dsp:nvSpPr>
      <dsp:spPr>
        <a:xfrm>
          <a:off x="0" y="494952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0742BDD-162B-C046-BDDA-6916A8F207BB}">
      <dsp:nvSpPr>
        <dsp:cNvPr id="0" name=""/>
        <dsp:cNvSpPr/>
      </dsp:nvSpPr>
      <dsp:spPr>
        <a:xfrm>
          <a:off x="0" y="494952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public static void main(String[] args) {</a:t>
          </a:r>
        </a:p>
      </dsp:txBody>
      <dsp:txXfrm>
        <a:off x="0" y="494952"/>
        <a:ext cx="9880893" cy="494952"/>
      </dsp:txXfrm>
    </dsp:sp>
    <dsp:sp modelId="{97AF92D6-1027-EE4C-BD7B-1C53482E639E}">
      <dsp:nvSpPr>
        <dsp:cNvPr id="0" name=""/>
        <dsp:cNvSpPr/>
      </dsp:nvSpPr>
      <dsp:spPr>
        <a:xfrm>
          <a:off x="0" y="989904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151899-D574-9C49-A5C0-B62938448151}">
      <dsp:nvSpPr>
        <dsp:cNvPr id="0" name=""/>
        <dsp:cNvSpPr/>
      </dsp:nvSpPr>
      <dsp:spPr>
        <a:xfrm>
          <a:off x="0" y="989904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highlight>
                <a:srgbClr val="FFFF00"/>
              </a:highlight>
            </a:rPr>
            <a:t>int[] </a:t>
          </a:r>
          <a:r>
            <a:rPr lang="en-US" sz="2200" kern="1200" dirty="0" err="1"/>
            <a:t>vorTabel</a:t>
          </a:r>
          <a:r>
            <a:rPr lang="en-US" sz="2200" kern="1200" dirty="0"/>
            <a:t> = {5, 3, -2, 9, 0, -5, 10, 11, -7, 10};</a:t>
          </a:r>
        </a:p>
      </dsp:txBody>
      <dsp:txXfrm>
        <a:off x="0" y="989904"/>
        <a:ext cx="9880893" cy="494952"/>
      </dsp:txXfrm>
    </dsp:sp>
    <dsp:sp modelId="{DD4F6B58-842B-2C45-ADF4-1AA85883A708}">
      <dsp:nvSpPr>
        <dsp:cNvPr id="0" name=""/>
        <dsp:cNvSpPr/>
      </dsp:nvSpPr>
      <dsp:spPr>
        <a:xfrm>
          <a:off x="0" y="1484857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D15D12-E300-884E-879F-2C5F3A3C4873}">
      <dsp:nvSpPr>
        <dsp:cNvPr id="0" name=""/>
        <dsp:cNvSpPr/>
      </dsp:nvSpPr>
      <dsp:spPr>
        <a:xfrm>
          <a:off x="0" y="1484857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highlight>
                <a:srgbClr val="FFFF00"/>
              </a:highlight>
            </a:rPr>
            <a:t>for</a:t>
          </a:r>
          <a:r>
            <a:rPr lang="en-US" sz="2200" kern="1200" dirty="0"/>
            <a:t> (int </a:t>
          </a:r>
          <a:r>
            <a:rPr lang="en-US" sz="2200" kern="1200" dirty="0" err="1"/>
            <a:t>i</a:t>
          </a:r>
          <a:r>
            <a:rPr lang="en-US" sz="2200" kern="1200" dirty="0"/>
            <a:t> = 0; </a:t>
          </a:r>
          <a:r>
            <a:rPr lang="en-US" sz="2200" kern="1200" dirty="0" err="1"/>
            <a:t>i</a:t>
          </a:r>
          <a:r>
            <a:rPr lang="en-US" sz="2200" kern="1200" dirty="0"/>
            <a:t> &lt; </a:t>
          </a:r>
          <a:r>
            <a:rPr lang="en-US" sz="2200" kern="1200" dirty="0" err="1"/>
            <a:t>vorTabel.length</a:t>
          </a:r>
          <a:r>
            <a:rPr lang="en-US" sz="2200" kern="1200" dirty="0"/>
            <a:t>; </a:t>
          </a:r>
          <a:r>
            <a:rPr lang="en-US" sz="2200" kern="1200" dirty="0" err="1"/>
            <a:t>i</a:t>
          </a:r>
          <a:r>
            <a:rPr lang="en-US" sz="2200" kern="1200" dirty="0"/>
            <a:t>++) {</a:t>
          </a:r>
        </a:p>
      </dsp:txBody>
      <dsp:txXfrm>
        <a:off x="0" y="1484857"/>
        <a:ext cx="9880893" cy="494952"/>
      </dsp:txXfrm>
    </dsp:sp>
    <dsp:sp modelId="{7DDBF8A7-FB4A-FA43-B01B-7623E27B35C6}">
      <dsp:nvSpPr>
        <dsp:cNvPr id="0" name=""/>
        <dsp:cNvSpPr/>
      </dsp:nvSpPr>
      <dsp:spPr>
        <a:xfrm>
          <a:off x="0" y="1979809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671207-8F43-B44E-9FC0-DEB64A713775}">
      <dsp:nvSpPr>
        <dsp:cNvPr id="0" name=""/>
        <dsp:cNvSpPr/>
      </dsp:nvSpPr>
      <dsp:spPr>
        <a:xfrm>
          <a:off x="0" y="1979809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System.out.println(vorTabel[i]);</a:t>
          </a:r>
        </a:p>
      </dsp:txBody>
      <dsp:txXfrm>
        <a:off x="0" y="1979809"/>
        <a:ext cx="9880893" cy="494952"/>
      </dsp:txXfrm>
    </dsp:sp>
    <dsp:sp modelId="{C94CF5D7-2949-7548-BE64-29DCEAE61634}">
      <dsp:nvSpPr>
        <dsp:cNvPr id="0" name=""/>
        <dsp:cNvSpPr/>
      </dsp:nvSpPr>
      <dsp:spPr>
        <a:xfrm>
          <a:off x="0" y="2474761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40AA7A-1C7B-D74E-A79E-428CDB109C23}">
      <dsp:nvSpPr>
        <dsp:cNvPr id="0" name=""/>
        <dsp:cNvSpPr/>
      </dsp:nvSpPr>
      <dsp:spPr>
        <a:xfrm>
          <a:off x="0" y="2474761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}</a:t>
          </a:r>
        </a:p>
      </dsp:txBody>
      <dsp:txXfrm>
        <a:off x="0" y="2474761"/>
        <a:ext cx="9880893" cy="494952"/>
      </dsp:txXfrm>
    </dsp:sp>
    <dsp:sp modelId="{16741459-3435-FA45-B00C-801EE37091E7}">
      <dsp:nvSpPr>
        <dsp:cNvPr id="0" name=""/>
        <dsp:cNvSpPr/>
      </dsp:nvSpPr>
      <dsp:spPr>
        <a:xfrm>
          <a:off x="0" y="2969714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3A5241-DAE6-2B4B-9A5B-51D461CB1655}">
      <dsp:nvSpPr>
        <dsp:cNvPr id="0" name=""/>
        <dsp:cNvSpPr/>
      </dsp:nvSpPr>
      <dsp:spPr>
        <a:xfrm>
          <a:off x="0" y="2969714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}</a:t>
          </a:r>
        </a:p>
      </dsp:txBody>
      <dsp:txXfrm>
        <a:off x="0" y="2969714"/>
        <a:ext cx="9880893" cy="494952"/>
      </dsp:txXfrm>
    </dsp:sp>
    <dsp:sp modelId="{4BAB5A06-93EC-7448-96D7-9531ACD253EF}">
      <dsp:nvSpPr>
        <dsp:cNvPr id="0" name=""/>
        <dsp:cNvSpPr/>
      </dsp:nvSpPr>
      <dsp:spPr>
        <a:xfrm>
          <a:off x="0" y="3464666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5C8A42-6861-294C-ADE6-CE592CA947E1}">
      <dsp:nvSpPr>
        <dsp:cNvPr id="0" name=""/>
        <dsp:cNvSpPr/>
      </dsp:nvSpPr>
      <dsp:spPr>
        <a:xfrm>
          <a:off x="0" y="3464666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}</a:t>
          </a:r>
        </a:p>
      </dsp:txBody>
      <dsp:txXfrm>
        <a:off x="0" y="3464666"/>
        <a:ext cx="9880893" cy="49495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594DC7-EFA2-D046-BEE4-89ED59D7CB97}">
      <dsp:nvSpPr>
        <dsp:cNvPr id="0" name=""/>
        <dsp:cNvSpPr/>
      </dsp:nvSpPr>
      <dsp:spPr>
        <a:xfrm>
          <a:off x="0" y="2750"/>
          <a:ext cx="610125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C7E728-59DD-644E-B409-0DDE95F39A1E}">
      <dsp:nvSpPr>
        <dsp:cNvPr id="0" name=""/>
        <dsp:cNvSpPr/>
      </dsp:nvSpPr>
      <dsp:spPr>
        <a:xfrm>
          <a:off x="0" y="2750"/>
          <a:ext cx="6101254" cy="4689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public class WhileTrueExample {</a:t>
          </a:r>
          <a:endParaRPr lang="en-US" sz="2100" kern="1200"/>
        </a:p>
      </dsp:txBody>
      <dsp:txXfrm>
        <a:off x="0" y="2750"/>
        <a:ext cx="6101254" cy="468900"/>
      </dsp:txXfrm>
    </dsp:sp>
    <dsp:sp modelId="{B26A47AC-0729-C04C-ACB1-9A32B3C0B003}">
      <dsp:nvSpPr>
        <dsp:cNvPr id="0" name=""/>
        <dsp:cNvSpPr/>
      </dsp:nvSpPr>
      <dsp:spPr>
        <a:xfrm>
          <a:off x="0" y="471651"/>
          <a:ext cx="610125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28DE5B-4451-B54D-BDE6-798B542C8AE3}">
      <dsp:nvSpPr>
        <dsp:cNvPr id="0" name=""/>
        <dsp:cNvSpPr/>
      </dsp:nvSpPr>
      <dsp:spPr>
        <a:xfrm>
          <a:off x="0" y="471651"/>
          <a:ext cx="6101254" cy="4689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public static void main(String[] args) {</a:t>
          </a:r>
          <a:endParaRPr lang="en-US" sz="2100" kern="1200"/>
        </a:p>
      </dsp:txBody>
      <dsp:txXfrm>
        <a:off x="0" y="471651"/>
        <a:ext cx="6101254" cy="468900"/>
      </dsp:txXfrm>
    </dsp:sp>
    <dsp:sp modelId="{26E4202A-E211-8E45-9421-70A2EC95A81C}">
      <dsp:nvSpPr>
        <dsp:cNvPr id="0" name=""/>
        <dsp:cNvSpPr/>
      </dsp:nvSpPr>
      <dsp:spPr>
        <a:xfrm>
          <a:off x="0" y="940551"/>
          <a:ext cx="610125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6AFA90E-C091-1949-8B7E-866A58FF28F5}">
      <dsp:nvSpPr>
        <dsp:cNvPr id="0" name=""/>
        <dsp:cNvSpPr/>
      </dsp:nvSpPr>
      <dsp:spPr>
        <a:xfrm>
          <a:off x="0" y="940551"/>
          <a:ext cx="6101254" cy="4689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int counter = 1; // initialization</a:t>
          </a:r>
          <a:endParaRPr lang="en-US" sz="2100" kern="1200"/>
        </a:p>
      </dsp:txBody>
      <dsp:txXfrm>
        <a:off x="0" y="940551"/>
        <a:ext cx="6101254" cy="468900"/>
      </dsp:txXfrm>
    </dsp:sp>
    <dsp:sp modelId="{00961BC1-477E-9742-B460-C886DD47AA70}">
      <dsp:nvSpPr>
        <dsp:cNvPr id="0" name=""/>
        <dsp:cNvSpPr/>
      </dsp:nvSpPr>
      <dsp:spPr>
        <a:xfrm>
          <a:off x="0" y="1409452"/>
          <a:ext cx="610125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184FEE-CF45-2C4F-911C-B1D518CD79E8}">
      <dsp:nvSpPr>
        <dsp:cNvPr id="0" name=""/>
        <dsp:cNvSpPr/>
      </dsp:nvSpPr>
      <dsp:spPr>
        <a:xfrm>
          <a:off x="0" y="1409452"/>
          <a:ext cx="6101254" cy="4689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while (true) {</a:t>
          </a:r>
          <a:endParaRPr lang="en-US" sz="2100" kern="1200"/>
        </a:p>
      </dsp:txBody>
      <dsp:txXfrm>
        <a:off x="0" y="1409452"/>
        <a:ext cx="6101254" cy="468900"/>
      </dsp:txXfrm>
    </dsp:sp>
    <dsp:sp modelId="{048EED7C-1C7C-E740-B631-7F78392BA1A8}">
      <dsp:nvSpPr>
        <dsp:cNvPr id="0" name=""/>
        <dsp:cNvSpPr/>
      </dsp:nvSpPr>
      <dsp:spPr>
        <a:xfrm>
          <a:off x="0" y="1878353"/>
          <a:ext cx="610125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87BE16-EB7A-6840-BE60-04B6153A15A0}">
      <dsp:nvSpPr>
        <dsp:cNvPr id="0" name=""/>
        <dsp:cNvSpPr/>
      </dsp:nvSpPr>
      <dsp:spPr>
        <a:xfrm>
          <a:off x="0" y="1878353"/>
          <a:ext cx="6101254" cy="4689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if (counter &gt;= ??) {</a:t>
          </a:r>
          <a:endParaRPr lang="en-US" sz="2100" kern="1200" dirty="0"/>
        </a:p>
      </dsp:txBody>
      <dsp:txXfrm>
        <a:off x="0" y="1878353"/>
        <a:ext cx="6101254" cy="468900"/>
      </dsp:txXfrm>
    </dsp:sp>
    <dsp:sp modelId="{2DF418D9-0522-224C-91F3-394320B305B7}">
      <dsp:nvSpPr>
        <dsp:cNvPr id="0" name=""/>
        <dsp:cNvSpPr/>
      </dsp:nvSpPr>
      <dsp:spPr>
        <a:xfrm>
          <a:off x="0" y="2347254"/>
          <a:ext cx="610125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DE8759C-0440-384F-BDA1-EA089726A446}">
      <dsp:nvSpPr>
        <dsp:cNvPr id="0" name=""/>
        <dsp:cNvSpPr/>
      </dsp:nvSpPr>
      <dsp:spPr>
        <a:xfrm>
          <a:off x="0" y="2347254"/>
          <a:ext cx="6101254" cy="4689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break; // exit the loop when counter reaches 10</a:t>
          </a:r>
          <a:endParaRPr lang="en-US" sz="2100" kern="1200"/>
        </a:p>
      </dsp:txBody>
      <dsp:txXfrm>
        <a:off x="0" y="2347254"/>
        <a:ext cx="6101254" cy="468900"/>
      </dsp:txXfrm>
    </dsp:sp>
    <dsp:sp modelId="{315A00D2-E536-AD43-A250-D5CEA43DCD3C}">
      <dsp:nvSpPr>
        <dsp:cNvPr id="0" name=""/>
        <dsp:cNvSpPr/>
      </dsp:nvSpPr>
      <dsp:spPr>
        <a:xfrm>
          <a:off x="0" y="2816155"/>
          <a:ext cx="610125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E79859-A843-2341-9A6C-B78175F425EC}">
      <dsp:nvSpPr>
        <dsp:cNvPr id="0" name=""/>
        <dsp:cNvSpPr/>
      </dsp:nvSpPr>
      <dsp:spPr>
        <a:xfrm>
          <a:off x="0" y="2816155"/>
          <a:ext cx="6101254" cy="4689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}</a:t>
          </a:r>
          <a:endParaRPr lang="en-US" sz="2100" kern="1200"/>
        </a:p>
      </dsp:txBody>
      <dsp:txXfrm>
        <a:off x="0" y="2816155"/>
        <a:ext cx="6101254" cy="468900"/>
      </dsp:txXfrm>
    </dsp:sp>
    <dsp:sp modelId="{A9E0AF3D-6E6A-6041-8847-0468B579D036}">
      <dsp:nvSpPr>
        <dsp:cNvPr id="0" name=""/>
        <dsp:cNvSpPr/>
      </dsp:nvSpPr>
      <dsp:spPr>
        <a:xfrm>
          <a:off x="0" y="3285056"/>
          <a:ext cx="610125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581FB9-C75B-2248-9F1F-84F4E1554447}">
      <dsp:nvSpPr>
        <dsp:cNvPr id="0" name=""/>
        <dsp:cNvSpPr/>
      </dsp:nvSpPr>
      <dsp:spPr>
        <a:xfrm>
          <a:off x="0" y="3285056"/>
          <a:ext cx="6101254" cy="4689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System.out.println(counter); // body of the loop</a:t>
          </a:r>
          <a:endParaRPr lang="en-US" sz="2100" kern="1200"/>
        </a:p>
      </dsp:txBody>
      <dsp:txXfrm>
        <a:off x="0" y="3285056"/>
        <a:ext cx="6101254" cy="468900"/>
      </dsp:txXfrm>
    </dsp:sp>
    <dsp:sp modelId="{1A9FB792-564B-8944-AEDE-80CE489E5C67}">
      <dsp:nvSpPr>
        <dsp:cNvPr id="0" name=""/>
        <dsp:cNvSpPr/>
      </dsp:nvSpPr>
      <dsp:spPr>
        <a:xfrm>
          <a:off x="0" y="3753957"/>
          <a:ext cx="610125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D2A6D5-FC30-3247-BE45-975B4B20C0B6}">
      <dsp:nvSpPr>
        <dsp:cNvPr id="0" name=""/>
        <dsp:cNvSpPr/>
      </dsp:nvSpPr>
      <dsp:spPr>
        <a:xfrm>
          <a:off x="0" y="3753957"/>
          <a:ext cx="6101254" cy="4689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counter++; // update counter inside the loop</a:t>
          </a:r>
          <a:endParaRPr lang="en-US" sz="2100" kern="1200"/>
        </a:p>
      </dsp:txBody>
      <dsp:txXfrm>
        <a:off x="0" y="3753957"/>
        <a:ext cx="6101254" cy="468900"/>
      </dsp:txXfrm>
    </dsp:sp>
    <dsp:sp modelId="{4E00F72F-52CC-1D48-9FE8-14ED2E685B70}">
      <dsp:nvSpPr>
        <dsp:cNvPr id="0" name=""/>
        <dsp:cNvSpPr/>
      </dsp:nvSpPr>
      <dsp:spPr>
        <a:xfrm>
          <a:off x="0" y="4222858"/>
          <a:ext cx="610125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AA22C4-094F-4043-ACFB-302D4F0A621C}">
      <dsp:nvSpPr>
        <dsp:cNvPr id="0" name=""/>
        <dsp:cNvSpPr/>
      </dsp:nvSpPr>
      <dsp:spPr>
        <a:xfrm>
          <a:off x="0" y="4222858"/>
          <a:ext cx="6101254" cy="4689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}</a:t>
          </a:r>
          <a:endParaRPr lang="en-US" sz="2100" kern="1200"/>
        </a:p>
      </dsp:txBody>
      <dsp:txXfrm>
        <a:off x="0" y="4222858"/>
        <a:ext cx="6101254" cy="468900"/>
      </dsp:txXfrm>
    </dsp:sp>
    <dsp:sp modelId="{FC212D65-05FC-5844-BB2A-19AE445B2C8D}">
      <dsp:nvSpPr>
        <dsp:cNvPr id="0" name=""/>
        <dsp:cNvSpPr/>
      </dsp:nvSpPr>
      <dsp:spPr>
        <a:xfrm>
          <a:off x="0" y="4691759"/>
          <a:ext cx="610125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E8B08D-A560-A241-9393-249D0DBC6DEC}">
      <dsp:nvSpPr>
        <dsp:cNvPr id="0" name=""/>
        <dsp:cNvSpPr/>
      </dsp:nvSpPr>
      <dsp:spPr>
        <a:xfrm>
          <a:off x="0" y="4691759"/>
          <a:ext cx="6101254" cy="4689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}</a:t>
          </a:r>
          <a:endParaRPr lang="en-US" sz="2100" kern="1200"/>
        </a:p>
      </dsp:txBody>
      <dsp:txXfrm>
        <a:off x="0" y="4691759"/>
        <a:ext cx="6101254" cy="468900"/>
      </dsp:txXfrm>
    </dsp:sp>
    <dsp:sp modelId="{5CD2F44E-0867-5640-A318-7497EA63B8A2}">
      <dsp:nvSpPr>
        <dsp:cNvPr id="0" name=""/>
        <dsp:cNvSpPr/>
      </dsp:nvSpPr>
      <dsp:spPr>
        <a:xfrm>
          <a:off x="0" y="5160659"/>
          <a:ext cx="610125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0308BC-2C93-B241-8A2B-BDCDFB21CD2C}">
      <dsp:nvSpPr>
        <dsp:cNvPr id="0" name=""/>
        <dsp:cNvSpPr/>
      </dsp:nvSpPr>
      <dsp:spPr>
        <a:xfrm>
          <a:off x="0" y="5160659"/>
          <a:ext cx="6101254" cy="4689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}</a:t>
          </a:r>
          <a:endParaRPr lang="en-US" sz="2100" kern="1200"/>
        </a:p>
      </dsp:txBody>
      <dsp:txXfrm>
        <a:off x="0" y="5160659"/>
        <a:ext cx="6101254" cy="4689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0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06:18:26.7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8561 7941 16383 0 0,'0'0'0'0'0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06:18:26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7757 7800 16383 0 0,'0'0'0'0'0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06:18:26.7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7762 7968 16383 0 0,'0'0'0'0'0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29347E-893C-BE4D-82D7-086F268CE3C9}" type="datetimeFigureOut">
              <a:rPr lang="en-DK" smtClean="0"/>
              <a:t>16/09/2026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8C4A44-45A6-9047-80DD-6777D98D193C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97028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741910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</a:t>
            </a:r>
            <a:r>
              <a:rPr lang="en-DK" dirty="0"/>
              <a:t>ry while couter in intelli J- refactor 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(true) {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(counter &gt;= 10) break;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System.</a:t>
            </a:r>
            <a:r>
              <a:rPr lang="en-GB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.println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(counter);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GB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 update expression</a:t>
            </a:r>
            <a:br>
              <a:rPr lang="en-GB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counter++;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653012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9819537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In normal while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System.</a:t>
            </a:r>
            <a:r>
              <a:rPr lang="en-GB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.printf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("%d  ", counter);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counter++;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(counter &lt;= 10) {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System.</a:t>
            </a:r>
            <a:r>
              <a:rPr lang="en-GB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.printf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("%d  ", counter);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counter++;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</a:t>
            </a:r>
            <a:r>
              <a:rPr lang="en-GB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 end do...while</a:t>
            </a:r>
            <a:br>
              <a:rPr lang="en-GB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5526048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9/16/26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9/16/26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9/16/26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09600" y="274320"/>
            <a:ext cx="10972800" cy="1097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570476" y="6624399"/>
            <a:ext cx="2407284" cy="1212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customXml" Target="../ink/ink3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customXml" Target="../ink/ink2.xml"/><Relationship Id="rId5" Type="http://schemas.openxmlformats.org/officeDocument/2006/relationships/image" Target="../media/image120.png"/><Relationship Id="rId4" Type="http://schemas.openxmlformats.org/officeDocument/2006/relationships/customXml" Target="../ink/ink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4953000"/>
            <a:ext cx="12192000" cy="1900555"/>
            <a:chOff x="0" y="4953000"/>
            <a:chExt cx="12192000" cy="1900555"/>
          </a:xfrm>
        </p:grpSpPr>
        <p:sp>
          <p:nvSpPr>
            <p:cNvPr id="3" name="object 3"/>
            <p:cNvSpPr/>
            <p:nvPr/>
          </p:nvSpPr>
          <p:spPr>
            <a:xfrm>
              <a:off x="2247900" y="4953000"/>
              <a:ext cx="9944100" cy="485775"/>
            </a:xfrm>
            <a:custGeom>
              <a:avLst/>
              <a:gdLst/>
              <a:ahLst/>
              <a:cxnLst/>
              <a:rect l="l" t="t" r="r" b="b"/>
              <a:pathLst>
                <a:path w="9944100" h="485775">
                  <a:moveTo>
                    <a:pt x="9944100" y="0"/>
                  </a:moveTo>
                  <a:lnTo>
                    <a:pt x="0" y="288544"/>
                  </a:lnTo>
                  <a:lnTo>
                    <a:pt x="9944100" y="485775"/>
                  </a:lnTo>
                  <a:lnTo>
                    <a:pt x="9944100" y="0"/>
                  </a:lnTo>
                  <a:close/>
                </a:path>
              </a:pathLst>
            </a:custGeom>
            <a:solidFill>
              <a:srgbClr val="9FCADC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831" y="5238750"/>
              <a:ext cx="12043410" cy="790575"/>
            </a:xfrm>
            <a:custGeom>
              <a:avLst/>
              <a:gdLst/>
              <a:ahLst/>
              <a:cxnLst/>
              <a:rect l="l" t="t" r="r" b="b"/>
              <a:pathLst>
                <a:path w="12043410" h="790575">
                  <a:moveTo>
                    <a:pt x="12043168" y="0"/>
                  </a:moveTo>
                  <a:lnTo>
                    <a:pt x="0" y="0"/>
                  </a:lnTo>
                  <a:lnTo>
                    <a:pt x="12043168" y="790575"/>
                  </a:lnTo>
                  <a:lnTo>
                    <a:pt x="1204316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4991036"/>
              <a:ext cx="12187301" cy="1862201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73" y="4999355"/>
              <a:ext cx="12187626" cy="801496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4080434" y="2048497"/>
            <a:ext cx="4180204" cy="2542427"/>
          </a:xfrm>
          <a:prstGeom prst="rect">
            <a:avLst/>
          </a:prstGeom>
        </p:spPr>
        <p:txBody>
          <a:bodyPr vert="horz" wrap="square" lIns="0" tIns="5715" rIns="0" bIns="0" rtlCol="0">
            <a:spAutoFit/>
          </a:bodyPr>
          <a:lstStyle/>
          <a:p>
            <a:pPr marL="603250" marR="5080" indent="-591185">
              <a:lnSpc>
                <a:spcPct val="103299"/>
              </a:lnSpc>
              <a:spcBef>
                <a:spcPts val="45"/>
              </a:spcBef>
            </a:pPr>
            <a:r>
              <a:rPr lang="da-DK" sz="5400" b="1" spc="-130" dirty="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Control Statements Loops</a:t>
            </a:r>
            <a:endParaRPr sz="5400" b="1" dirty="0">
              <a:solidFill>
                <a:schemeClr val="accent5">
                  <a:lumMod val="7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739260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Copyright</a:t>
            </a:r>
            <a:r>
              <a:rPr sz="750" spc="-2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60" dirty="0">
                <a:solidFill>
                  <a:srgbClr val="E8EFF4"/>
                </a:solidFill>
                <a:latin typeface="Times New Roman"/>
                <a:cs typeface="Times New Roman"/>
              </a:rPr>
              <a:t>©</a:t>
            </a:r>
            <a:r>
              <a:rPr sz="750" spc="8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60" dirty="0">
                <a:solidFill>
                  <a:srgbClr val="E8EFF4"/>
                </a:solidFill>
                <a:latin typeface="Times New Roman"/>
                <a:cs typeface="Times New Roman"/>
              </a:rPr>
              <a:t>2020</a:t>
            </a:r>
            <a:r>
              <a:rPr sz="750" spc="7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Pearson</a:t>
            </a:r>
            <a:r>
              <a:rPr sz="750" spc="75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Education</a:t>
            </a:r>
            <a:r>
              <a:rPr sz="750" spc="7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-20" dirty="0">
                <a:solidFill>
                  <a:srgbClr val="E8EFF4"/>
                </a:solidFill>
                <a:latin typeface="Times New Roman"/>
                <a:cs typeface="Times New Roman"/>
              </a:rPr>
              <a:t>Ltd.</a:t>
            </a:r>
            <a:r>
              <a:rPr sz="750" spc="2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-30" dirty="0">
                <a:solidFill>
                  <a:srgbClr val="E8EFF4"/>
                </a:solidFill>
                <a:latin typeface="Times New Roman"/>
                <a:cs typeface="Times New Roman"/>
              </a:rPr>
              <a:t>All</a:t>
            </a:r>
            <a:r>
              <a:rPr sz="750" spc="6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Rights</a:t>
            </a:r>
            <a:r>
              <a:rPr sz="750" spc="-10" dirty="0">
                <a:solidFill>
                  <a:srgbClr val="E8EFF4"/>
                </a:solidFill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rcRect l="-567" r="101" b="19137"/>
          <a:stretch>
            <a:fillRect/>
          </a:stretch>
        </p:blipFill>
        <p:spPr>
          <a:xfrm>
            <a:off x="2023476" y="1269389"/>
            <a:ext cx="8091341" cy="3492656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AF4939-2B5E-14D6-6E76-1B647E0C0665}"/>
              </a:ext>
            </a:extLst>
          </p:cNvPr>
          <p:cNvSpPr txBox="1"/>
          <p:nvPr/>
        </p:nvSpPr>
        <p:spPr>
          <a:xfrm>
            <a:off x="1156851" y="637762"/>
            <a:ext cx="9888496" cy="9001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algn="l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41. Warm up java arrays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6" name="TextBox 2">
            <a:extLst>
              <a:ext uri="{FF2B5EF4-FFF2-40B4-BE49-F238E27FC236}">
                <a16:creationId xmlns:a16="http://schemas.microsoft.com/office/drawing/2014/main" id="{B4ACC937-0EC3-B656-4E86-872A23CC69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6142329"/>
              </p:ext>
            </p:extLst>
          </p:nvPr>
        </p:nvGraphicFramePr>
        <p:xfrm>
          <a:off x="1155548" y="2217343"/>
          <a:ext cx="9880893" cy="39596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76266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6" y="723547"/>
            <a:ext cx="6491378" cy="27203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477725"/>
            <a:ext cx="10156190" cy="1786889"/>
          </a:xfrm>
          <a:prstGeom prst="rect">
            <a:avLst/>
          </a:prstGeom>
        </p:spPr>
        <p:txBody>
          <a:bodyPr vert="horz" wrap="square" lIns="0" tIns="45085" rIns="0" bIns="0" rtlCol="0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35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spc="50" dirty="0">
                <a:latin typeface="Times New Roman"/>
                <a:cs typeface="Times New Roman"/>
              </a:rPr>
              <a:t>Counter-</a:t>
            </a:r>
            <a:r>
              <a:rPr sz="2000" spc="60" dirty="0">
                <a:latin typeface="Times New Roman"/>
                <a:cs typeface="Times New Roman"/>
              </a:rPr>
              <a:t>controlled</a:t>
            </a:r>
            <a:r>
              <a:rPr sz="2000" spc="160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iteration</a:t>
            </a:r>
            <a:r>
              <a:rPr sz="2000" spc="-95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requires</a:t>
            </a:r>
            <a:endParaRPr sz="2000">
              <a:latin typeface="Times New Roman"/>
              <a:cs typeface="Times New Roman"/>
            </a:endParaRPr>
          </a:p>
          <a:p>
            <a:pPr marL="393700" lvl="1" indent="-171450">
              <a:lnSpc>
                <a:spcPct val="100000"/>
              </a:lnSpc>
              <a:spcBef>
                <a:spcPts val="229"/>
              </a:spcBef>
              <a:buClr>
                <a:srgbClr val="2CA1BE"/>
              </a:buClr>
              <a:buFont typeface="Verdana"/>
              <a:buChar char="◦"/>
              <a:tabLst>
                <a:tab pos="393700" algn="l"/>
              </a:tabLst>
            </a:pPr>
            <a:r>
              <a:rPr sz="1700" spc="90" dirty="0">
                <a:latin typeface="Times New Roman"/>
                <a:cs typeface="Times New Roman"/>
              </a:rPr>
              <a:t>a</a:t>
            </a:r>
            <a:r>
              <a:rPr sz="1700" spc="-35" dirty="0">
                <a:latin typeface="Times New Roman"/>
                <a:cs typeface="Times New Roman"/>
              </a:rPr>
              <a:t> </a:t>
            </a:r>
            <a:r>
              <a:rPr sz="1700" b="1" spc="75" dirty="0">
                <a:solidFill>
                  <a:srgbClr val="0000FF"/>
                </a:solidFill>
                <a:latin typeface="Times New Roman"/>
                <a:cs typeface="Times New Roman"/>
              </a:rPr>
              <a:t>control</a:t>
            </a:r>
            <a:r>
              <a:rPr sz="1700" b="1" spc="-10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b="1" spc="65" dirty="0">
                <a:solidFill>
                  <a:srgbClr val="0000FF"/>
                </a:solidFill>
                <a:latin typeface="Times New Roman"/>
                <a:cs typeface="Times New Roman"/>
              </a:rPr>
              <a:t>variable</a:t>
            </a:r>
            <a:r>
              <a:rPr sz="1700" b="1" spc="-20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spc="95" dirty="0">
                <a:latin typeface="Times New Roman"/>
                <a:cs typeface="Times New Roman"/>
              </a:rPr>
              <a:t>(or</a:t>
            </a:r>
            <a:r>
              <a:rPr sz="1700" spc="30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loop</a:t>
            </a:r>
            <a:r>
              <a:rPr sz="1700" spc="15" dirty="0">
                <a:latin typeface="Times New Roman"/>
                <a:cs typeface="Times New Roman"/>
              </a:rPr>
              <a:t> </a:t>
            </a:r>
            <a:r>
              <a:rPr sz="1700" spc="80" dirty="0">
                <a:latin typeface="Times New Roman"/>
                <a:cs typeface="Times New Roman"/>
              </a:rPr>
              <a:t>counter)</a:t>
            </a:r>
            <a:endParaRPr sz="1700">
              <a:latin typeface="Times New Roman"/>
              <a:cs typeface="Times New Roman"/>
            </a:endParaRPr>
          </a:p>
          <a:p>
            <a:pPr marL="393700" lvl="1" indent="-171450">
              <a:lnSpc>
                <a:spcPct val="100000"/>
              </a:lnSpc>
              <a:spcBef>
                <a:spcPts val="285"/>
              </a:spcBef>
              <a:buClr>
                <a:srgbClr val="2CA1BE"/>
              </a:buClr>
              <a:buFont typeface="Verdana"/>
              <a:buChar char="◦"/>
              <a:tabLst>
                <a:tab pos="393700" algn="l"/>
              </a:tabLst>
            </a:pPr>
            <a:r>
              <a:rPr sz="1700" spc="105" dirty="0">
                <a:latin typeface="Times New Roman"/>
                <a:cs typeface="Times New Roman"/>
              </a:rPr>
              <a:t>the</a:t>
            </a:r>
            <a:r>
              <a:rPr sz="1700" spc="-60" dirty="0">
                <a:latin typeface="Times New Roman"/>
                <a:cs typeface="Times New Roman"/>
              </a:rPr>
              <a:t> </a:t>
            </a:r>
            <a:r>
              <a:rPr sz="1700" b="1" spc="50" dirty="0">
                <a:solidFill>
                  <a:srgbClr val="0000FF"/>
                </a:solidFill>
                <a:latin typeface="Times New Roman"/>
                <a:cs typeface="Times New Roman"/>
              </a:rPr>
              <a:t>initial</a:t>
            </a:r>
            <a:r>
              <a:rPr sz="1700" b="1" spc="2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b="1" spc="75" dirty="0">
                <a:solidFill>
                  <a:srgbClr val="0000FF"/>
                </a:solidFill>
                <a:latin typeface="Times New Roman"/>
                <a:cs typeface="Times New Roman"/>
              </a:rPr>
              <a:t>value</a:t>
            </a:r>
            <a:r>
              <a:rPr sz="1700" b="1" spc="-4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of</a:t>
            </a:r>
            <a:r>
              <a:rPr sz="1700" spc="-35" dirty="0">
                <a:latin typeface="Times New Roman"/>
                <a:cs typeface="Times New Roman"/>
              </a:rPr>
              <a:t> </a:t>
            </a:r>
            <a:r>
              <a:rPr sz="1700" spc="105" dirty="0">
                <a:latin typeface="Times New Roman"/>
                <a:cs typeface="Times New Roman"/>
              </a:rPr>
              <a:t>the</a:t>
            </a:r>
            <a:r>
              <a:rPr sz="1700" spc="-55" dirty="0">
                <a:latin typeface="Times New Roman"/>
                <a:cs typeface="Times New Roman"/>
              </a:rPr>
              <a:t> </a:t>
            </a:r>
            <a:r>
              <a:rPr sz="1700" spc="65" dirty="0">
                <a:latin typeface="Times New Roman"/>
                <a:cs typeface="Times New Roman"/>
              </a:rPr>
              <a:t>control</a:t>
            </a:r>
            <a:r>
              <a:rPr sz="1700" spc="-140" dirty="0">
                <a:latin typeface="Times New Roman"/>
                <a:cs typeface="Times New Roman"/>
              </a:rPr>
              <a:t> </a:t>
            </a:r>
            <a:r>
              <a:rPr sz="1700" spc="50" dirty="0">
                <a:latin typeface="Times New Roman"/>
                <a:cs typeface="Times New Roman"/>
              </a:rPr>
              <a:t>variable</a:t>
            </a:r>
            <a:endParaRPr sz="1700">
              <a:latin typeface="Times New Roman"/>
              <a:cs typeface="Times New Roman"/>
            </a:endParaRPr>
          </a:p>
          <a:p>
            <a:pPr marL="393700" marR="5080" lvl="1" indent="-172085">
              <a:lnSpc>
                <a:spcPct val="103000"/>
              </a:lnSpc>
              <a:spcBef>
                <a:spcPts val="155"/>
              </a:spcBef>
              <a:buClr>
                <a:srgbClr val="2CA1BE"/>
              </a:buClr>
              <a:buFont typeface="Verdana"/>
              <a:buChar char="◦"/>
              <a:tabLst>
                <a:tab pos="393700" algn="l"/>
              </a:tabLst>
            </a:pPr>
            <a:r>
              <a:rPr sz="1700" spc="105" dirty="0">
                <a:latin typeface="Times New Roman"/>
                <a:cs typeface="Times New Roman"/>
              </a:rPr>
              <a:t>the</a:t>
            </a:r>
            <a:r>
              <a:rPr sz="1700" spc="-25" dirty="0">
                <a:latin typeface="Times New Roman"/>
                <a:cs typeface="Times New Roman"/>
              </a:rPr>
              <a:t> </a:t>
            </a:r>
            <a:r>
              <a:rPr sz="1700" b="1" spc="85" dirty="0">
                <a:solidFill>
                  <a:srgbClr val="0000FF"/>
                </a:solidFill>
                <a:latin typeface="Times New Roman"/>
                <a:cs typeface="Times New Roman"/>
              </a:rPr>
              <a:t>increment</a:t>
            </a:r>
            <a:r>
              <a:rPr sz="1700" b="1" spc="-3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spc="70" dirty="0">
                <a:latin typeface="Times New Roman"/>
                <a:cs typeface="Times New Roman"/>
              </a:rPr>
              <a:t>by</a:t>
            </a:r>
            <a:r>
              <a:rPr sz="1700" spc="-60" dirty="0">
                <a:latin typeface="Times New Roman"/>
                <a:cs typeface="Times New Roman"/>
              </a:rPr>
              <a:t> </a:t>
            </a:r>
            <a:r>
              <a:rPr sz="1700" spc="60" dirty="0">
                <a:latin typeface="Times New Roman"/>
                <a:cs typeface="Times New Roman"/>
              </a:rPr>
              <a:t>which</a:t>
            </a:r>
            <a:r>
              <a:rPr sz="1700" spc="-70" dirty="0">
                <a:latin typeface="Times New Roman"/>
                <a:cs typeface="Times New Roman"/>
              </a:rPr>
              <a:t> </a:t>
            </a:r>
            <a:r>
              <a:rPr sz="1700" spc="110" dirty="0">
                <a:latin typeface="Times New Roman"/>
                <a:cs typeface="Times New Roman"/>
              </a:rPr>
              <a:t>the</a:t>
            </a:r>
            <a:r>
              <a:rPr sz="1700" spc="-20" dirty="0">
                <a:latin typeface="Times New Roman"/>
                <a:cs typeface="Times New Roman"/>
              </a:rPr>
              <a:t> </a:t>
            </a:r>
            <a:r>
              <a:rPr sz="1700" spc="70" dirty="0">
                <a:latin typeface="Times New Roman"/>
                <a:cs typeface="Times New Roman"/>
              </a:rPr>
              <a:t>control</a:t>
            </a:r>
            <a:r>
              <a:rPr sz="1700" spc="-114" dirty="0">
                <a:latin typeface="Times New Roman"/>
                <a:cs typeface="Times New Roman"/>
              </a:rPr>
              <a:t> </a:t>
            </a:r>
            <a:r>
              <a:rPr sz="1700" spc="65" dirty="0">
                <a:latin typeface="Times New Roman"/>
                <a:cs typeface="Times New Roman"/>
              </a:rPr>
              <a:t>variable</a:t>
            </a:r>
            <a:r>
              <a:rPr sz="1700" spc="-25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is</a:t>
            </a:r>
            <a:r>
              <a:rPr sz="1700" spc="5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modified</a:t>
            </a:r>
            <a:r>
              <a:rPr sz="1700" spc="90" dirty="0">
                <a:latin typeface="Times New Roman"/>
                <a:cs typeface="Times New Roman"/>
              </a:rPr>
              <a:t> </a:t>
            </a:r>
            <a:r>
              <a:rPr sz="1700" spc="55" dirty="0">
                <a:latin typeface="Times New Roman"/>
                <a:cs typeface="Times New Roman"/>
              </a:rPr>
              <a:t>each</a:t>
            </a:r>
            <a:r>
              <a:rPr sz="1700" spc="25" dirty="0">
                <a:latin typeface="Times New Roman"/>
                <a:cs typeface="Times New Roman"/>
              </a:rPr>
              <a:t> </a:t>
            </a:r>
            <a:r>
              <a:rPr sz="1700" spc="65" dirty="0">
                <a:latin typeface="Times New Roman"/>
                <a:cs typeface="Times New Roman"/>
              </a:rPr>
              <a:t>time</a:t>
            </a:r>
            <a:r>
              <a:rPr sz="1700" spc="-25" dirty="0">
                <a:latin typeface="Times New Roman"/>
                <a:cs typeface="Times New Roman"/>
              </a:rPr>
              <a:t> </a:t>
            </a:r>
            <a:r>
              <a:rPr sz="1700" spc="90" dirty="0">
                <a:latin typeface="Times New Roman"/>
                <a:cs typeface="Times New Roman"/>
              </a:rPr>
              <a:t>through</a:t>
            </a:r>
            <a:r>
              <a:rPr sz="1700" spc="-70" dirty="0">
                <a:latin typeface="Times New Roman"/>
                <a:cs typeface="Times New Roman"/>
              </a:rPr>
              <a:t> </a:t>
            </a:r>
            <a:r>
              <a:rPr sz="1700" spc="110" dirty="0">
                <a:latin typeface="Times New Roman"/>
                <a:cs typeface="Times New Roman"/>
              </a:rPr>
              <a:t>the</a:t>
            </a:r>
            <a:r>
              <a:rPr sz="1700" spc="-110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loop</a:t>
            </a:r>
            <a:r>
              <a:rPr sz="1700" spc="90" dirty="0">
                <a:latin typeface="Times New Roman"/>
                <a:cs typeface="Times New Roman"/>
              </a:rPr>
              <a:t> </a:t>
            </a:r>
            <a:r>
              <a:rPr sz="1700" spc="55" dirty="0">
                <a:latin typeface="Times New Roman"/>
                <a:cs typeface="Times New Roman"/>
              </a:rPr>
              <a:t>(also</a:t>
            </a:r>
            <a:r>
              <a:rPr sz="1700" spc="-25" dirty="0">
                <a:latin typeface="Times New Roman"/>
                <a:cs typeface="Times New Roman"/>
              </a:rPr>
              <a:t> </a:t>
            </a:r>
            <a:r>
              <a:rPr sz="1700" spc="85" dirty="0">
                <a:latin typeface="Times New Roman"/>
                <a:cs typeface="Times New Roman"/>
              </a:rPr>
              <a:t>known</a:t>
            </a:r>
            <a:r>
              <a:rPr sz="1700" spc="-80" dirty="0">
                <a:latin typeface="Times New Roman"/>
                <a:cs typeface="Times New Roman"/>
              </a:rPr>
              <a:t> </a:t>
            </a:r>
            <a:r>
              <a:rPr sz="1700" spc="70" dirty="0">
                <a:latin typeface="Times New Roman"/>
                <a:cs typeface="Times New Roman"/>
              </a:rPr>
              <a:t>as</a:t>
            </a:r>
            <a:r>
              <a:rPr sz="1700" spc="-45" dirty="0">
                <a:latin typeface="Times New Roman"/>
                <a:cs typeface="Times New Roman"/>
              </a:rPr>
              <a:t> </a:t>
            </a:r>
            <a:r>
              <a:rPr sz="1700" b="1" spc="60" dirty="0">
                <a:solidFill>
                  <a:srgbClr val="0000FF"/>
                </a:solidFill>
                <a:latin typeface="Times New Roman"/>
                <a:cs typeface="Times New Roman"/>
              </a:rPr>
              <a:t>each </a:t>
            </a:r>
            <a:r>
              <a:rPr sz="1700" b="1" spc="65" dirty="0">
                <a:solidFill>
                  <a:srgbClr val="0000FF"/>
                </a:solidFill>
                <a:latin typeface="Times New Roman"/>
                <a:cs typeface="Times New Roman"/>
              </a:rPr>
              <a:t>iteration</a:t>
            </a:r>
            <a:r>
              <a:rPr sz="1700" b="1" spc="-2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b="1" spc="55" dirty="0">
                <a:solidFill>
                  <a:srgbClr val="0000FF"/>
                </a:solidFill>
                <a:latin typeface="Times New Roman"/>
                <a:cs typeface="Times New Roman"/>
              </a:rPr>
              <a:t>of</a:t>
            </a:r>
            <a:r>
              <a:rPr sz="1700" b="1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b="1" spc="90" dirty="0">
                <a:solidFill>
                  <a:srgbClr val="0000FF"/>
                </a:solidFill>
                <a:latin typeface="Times New Roman"/>
                <a:cs typeface="Times New Roman"/>
              </a:rPr>
              <a:t>the</a:t>
            </a:r>
            <a:r>
              <a:rPr sz="1700" b="1" spc="-4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b="1" spc="85" dirty="0">
                <a:solidFill>
                  <a:srgbClr val="0000FF"/>
                </a:solidFill>
                <a:latin typeface="Times New Roman"/>
                <a:cs typeface="Times New Roman"/>
              </a:rPr>
              <a:t>loop</a:t>
            </a:r>
            <a:r>
              <a:rPr sz="1700" spc="85" dirty="0">
                <a:latin typeface="Times New Roman"/>
                <a:cs typeface="Times New Roman"/>
              </a:rPr>
              <a:t>)</a:t>
            </a:r>
            <a:endParaRPr sz="1700">
              <a:latin typeface="Times New Roman"/>
              <a:cs typeface="Times New Roman"/>
            </a:endParaRPr>
          </a:p>
          <a:p>
            <a:pPr marL="393700" lvl="1" indent="-171450">
              <a:lnSpc>
                <a:spcPct val="100000"/>
              </a:lnSpc>
              <a:spcBef>
                <a:spcPts val="215"/>
              </a:spcBef>
              <a:buClr>
                <a:srgbClr val="2CA1BE"/>
              </a:buClr>
              <a:buFont typeface="Verdana"/>
              <a:buChar char="◦"/>
              <a:tabLst>
                <a:tab pos="393700" algn="l"/>
              </a:tabLst>
            </a:pPr>
            <a:r>
              <a:rPr sz="1700" spc="105" dirty="0">
                <a:latin typeface="Times New Roman"/>
                <a:cs typeface="Times New Roman"/>
              </a:rPr>
              <a:t>the</a:t>
            </a:r>
            <a:r>
              <a:rPr sz="1700" spc="-35" dirty="0">
                <a:latin typeface="Times New Roman"/>
                <a:cs typeface="Times New Roman"/>
              </a:rPr>
              <a:t> </a:t>
            </a:r>
            <a:r>
              <a:rPr sz="1700" b="1" spc="75" dirty="0">
                <a:solidFill>
                  <a:srgbClr val="0000FF"/>
                </a:solidFill>
                <a:latin typeface="Times New Roman"/>
                <a:cs typeface="Times New Roman"/>
              </a:rPr>
              <a:t>loop-</a:t>
            </a:r>
            <a:r>
              <a:rPr sz="1700" b="1" spc="70" dirty="0">
                <a:solidFill>
                  <a:srgbClr val="0000FF"/>
                </a:solidFill>
                <a:latin typeface="Times New Roman"/>
                <a:cs typeface="Times New Roman"/>
              </a:rPr>
              <a:t>continuation</a:t>
            </a:r>
            <a:r>
              <a:rPr sz="1700" b="1" spc="-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b="1" spc="75" dirty="0">
                <a:solidFill>
                  <a:srgbClr val="0000FF"/>
                </a:solidFill>
                <a:latin typeface="Times New Roman"/>
                <a:cs typeface="Times New Roman"/>
              </a:rPr>
              <a:t>condition</a:t>
            </a:r>
            <a:r>
              <a:rPr sz="1700" b="1" spc="2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spc="100" dirty="0">
                <a:latin typeface="Times New Roman"/>
                <a:cs typeface="Times New Roman"/>
              </a:rPr>
              <a:t>that</a:t>
            </a:r>
            <a:r>
              <a:rPr sz="1700" dirty="0">
                <a:latin typeface="Times New Roman"/>
                <a:cs typeface="Times New Roman"/>
              </a:rPr>
              <a:t> </a:t>
            </a:r>
            <a:r>
              <a:rPr sz="1700" spc="85" dirty="0">
                <a:latin typeface="Times New Roman"/>
                <a:cs typeface="Times New Roman"/>
              </a:rPr>
              <a:t>determines</a:t>
            </a:r>
            <a:r>
              <a:rPr sz="1700" spc="-90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if</a:t>
            </a:r>
            <a:r>
              <a:rPr sz="1700" spc="60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looping</a:t>
            </a:r>
            <a:r>
              <a:rPr sz="1700" spc="-40" dirty="0">
                <a:latin typeface="Times New Roman"/>
                <a:cs typeface="Times New Roman"/>
              </a:rPr>
              <a:t> </a:t>
            </a:r>
            <a:r>
              <a:rPr sz="1700" spc="70" dirty="0">
                <a:latin typeface="Times New Roman"/>
                <a:cs typeface="Times New Roman"/>
              </a:rPr>
              <a:t>should</a:t>
            </a:r>
            <a:r>
              <a:rPr sz="1700" dirty="0">
                <a:latin typeface="Times New Roman"/>
                <a:cs typeface="Times New Roman"/>
              </a:rPr>
              <a:t> </a:t>
            </a:r>
            <a:r>
              <a:rPr sz="1700" spc="40" dirty="0">
                <a:latin typeface="Times New Roman"/>
                <a:cs typeface="Times New Roman"/>
              </a:rPr>
              <a:t>continue.</a:t>
            </a:r>
            <a:endParaRPr sz="17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70476" y="6600507"/>
            <a:ext cx="2407285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spc="-35" dirty="0">
                <a:latin typeface="Arial"/>
                <a:cs typeface="Arial"/>
              </a:rPr>
              <a:t>Copyright</a:t>
            </a:r>
            <a:r>
              <a:rPr sz="750" spc="25" dirty="0">
                <a:latin typeface="Arial"/>
                <a:cs typeface="Arial"/>
              </a:rPr>
              <a:t> </a:t>
            </a:r>
            <a:r>
              <a:rPr sz="750" spc="75" dirty="0">
                <a:latin typeface="Arial"/>
                <a:cs typeface="Arial"/>
              </a:rPr>
              <a:t>©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45" dirty="0">
                <a:latin typeface="Arial"/>
                <a:cs typeface="Arial"/>
              </a:rPr>
              <a:t>2020</a:t>
            </a:r>
            <a:r>
              <a:rPr sz="750" spc="-60" dirty="0">
                <a:latin typeface="Arial"/>
                <a:cs typeface="Arial"/>
              </a:rPr>
              <a:t> </a:t>
            </a:r>
            <a:r>
              <a:rPr sz="750" spc="-55" dirty="0">
                <a:latin typeface="Arial"/>
                <a:cs typeface="Arial"/>
              </a:rPr>
              <a:t>Pearson</a:t>
            </a:r>
            <a:r>
              <a:rPr sz="750" dirty="0">
                <a:latin typeface="Arial"/>
                <a:cs typeface="Arial"/>
              </a:rPr>
              <a:t> </a:t>
            </a:r>
            <a:r>
              <a:rPr sz="750" spc="-40" dirty="0">
                <a:latin typeface="Arial"/>
                <a:cs typeface="Arial"/>
              </a:rPr>
              <a:t>Education</a:t>
            </a:r>
            <a:r>
              <a:rPr sz="750" spc="60" dirty="0">
                <a:latin typeface="Arial"/>
                <a:cs typeface="Arial"/>
              </a:rPr>
              <a:t> </a:t>
            </a:r>
            <a:r>
              <a:rPr sz="750" spc="-25" dirty="0">
                <a:latin typeface="Arial"/>
                <a:cs typeface="Arial"/>
              </a:rPr>
              <a:t>Ltd.</a:t>
            </a:r>
            <a:r>
              <a:rPr sz="750" spc="35" dirty="0">
                <a:latin typeface="Arial"/>
                <a:cs typeface="Arial"/>
              </a:rPr>
              <a:t> </a:t>
            </a:r>
            <a:r>
              <a:rPr sz="750" spc="-10" dirty="0">
                <a:latin typeface="Arial"/>
                <a:cs typeface="Arial"/>
              </a:rPr>
              <a:t>All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50" dirty="0">
                <a:latin typeface="Arial"/>
                <a:cs typeface="Arial"/>
              </a:rPr>
              <a:t>Rights</a:t>
            </a:r>
            <a:r>
              <a:rPr sz="750" spc="15" dirty="0">
                <a:latin typeface="Arial"/>
                <a:cs typeface="Arial"/>
              </a:rPr>
              <a:t> </a:t>
            </a:r>
            <a:r>
              <a:rPr sz="750" spc="-30" dirty="0">
                <a:latin typeface="Arial"/>
                <a:cs typeface="Arial"/>
              </a:rPr>
              <a:t>Reserved</a:t>
            </a:r>
            <a:endParaRPr sz="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028336" y="1237967"/>
            <a:ext cx="8135327" cy="438206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60EAAF3-0178-F2DE-5B81-CA20EFD928FD}"/>
              </a:ext>
            </a:extLst>
          </p:cNvPr>
          <p:cNvSpPr txBox="1"/>
          <p:nvPr/>
        </p:nvSpPr>
        <p:spPr>
          <a:xfrm>
            <a:off x="7283669" y="1219200"/>
            <a:ext cx="4876800" cy="147732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GB" dirty="0"/>
              <a:t>Which number should be ??</a:t>
            </a:r>
            <a:endParaRPr lang="en-US" dirty="0"/>
          </a:p>
          <a:p>
            <a:r>
              <a:rPr lang="en-GB" dirty="0"/>
              <a:t> </a:t>
            </a:r>
          </a:p>
          <a:p>
            <a:r>
              <a:rPr lang="en-GB" b="1" dirty="0" err="1"/>
              <a:t>Flowdiagram</a:t>
            </a:r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graphicFrame>
        <p:nvGraphicFramePr>
          <p:cNvPr id="7" name="TextBox 3">
            <a:extLst>
              <a:ext uri="{FF2B5EF4-FFF2-40B4-BE49-F238E27FC236}">
                <a16:creationId xmlns:a16="http://schemas.microsoft.com/office/drawing/2014/main" id="{BD940D00-0AEF-0221-59DF-D8E598B9869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7015677"/>
              </p:ext>
            </p:extLst>
          </p:nvPr>
        </p:nvGraphicFramePr>
        <p:xfrm>
          <a:off x="533400" y="838200"/>
          <a:ext cx="6101254" cy="56323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29" name="Picture 28" descr="A diagram of a program&#10;&#10;AI-generated content may be incorrect.">
            <a:extLst>
              <a:ext uri="{FF2B5EF4-FFF2-40B4-BE49-F238E27FC236}">
                <a16:creationId xmlns:a16="http://schemas.microsoft.com/office/drawing/2014/main" id="{B18358D4-5206-F832-BCE4-401EC666C67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85960" y="2394999"/>
            <a:ext cx="3623169" cy="3712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831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2" y="714031"/>
            <a:ext cx="5053111" cy="281547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468691"/>
            <a:ext cx="10623550" cy="183704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12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spc="60" dirty="0">
                <a:latin typeface="Times New Roman"/>
                <a:cs typeface="Times New Roman"/>
              </a:rPr>
              <a:t>The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-125" dirty="0">
                <a:solidFill>
                  <a:srgbClr val="0000FF"/>
                </a:solidFill>
                <a:latin typeface="Arial"/>
                <a:cs typeface="Arial"/>
              </a:rPr>
              <a:t>do</a:t>
            </a:r>
            <a:r>
              <a:rPr sz="2000" b="1" spc="-125" dirty="0">
                <a:solidFill>
                  <a:srgbClr val="0000FF"/>
                </a:solidFill>
                <a:latin typeface="Times New Roman"/>
                <a:cs typeface="Times New Roman"/>
              </a:rPr>
              <a:t>…</a:t>
            </a:r>
            <a:r>
              <a:rPr sz="2000" b="1" spc="-125" dirty="0">
                <a:solidFill>
                  <a:srgbClr val="0000FF"/>
                </a:solidFill>
                <a:latin typeface="Arial"/>
                <a:cs typeface="Arial"/>
              </a:rPr>
              <a:t>while</a:t>
            </a:r>
            <a:r>
              <a:rPr sz="2000" b="1" spc="-60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2000" b="1" spc="70" dirty="0">
                <a:solidFill>
                  <a:srgbClr val="0000FF"/>
                </a:solidFill>
                <a:latin typeface="Times New Roman"/>
                <a:cs typeface="Times New Roman"/>
              </a:rPr>
              <a:t>iteration</a:t>
            </a:r>
            <a:r>
              <a:rPr sz="2000" b="1" spc="9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000" b="1" spc="100" dirty="0">
                <a:solidFill>
                  <a:srgbClr val="0000FF"/>
                </a:solidFill>
                <a:latin typeface="Times New Roman"/>
                <a:cs typeface="Times New Roman"/>
              </a:rPr>
              <a:t>statement</a:t>
            </a:r>
            <a:r>
              <a:rPr sz="2000" b="1" spc="5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is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similar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to</a:t>
            </a:r>
            <a:r>
              <a:rPr sz="2000" spc="-70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while</a:t>
            </a:r>
            <a:r>
              <a:rPr sz="2000" spc="-810" dirty="0">
                <a:latin typeface="Monaco"/>
                <a:cs typeface="Monaco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statement.</a:t>
            </a:r>
            <a:endParaRPr sz="2000" dirty="0">
              <a:latin typeface="Times New Roman"/>
              <a:cs typeface="Times New Roman"/>
            </a:endParaRPr>
          </a:p>
          <a:p>
            <a:pPr marL="202565" indent="-189865">
              <a:lnSpc>
                <a:spcPts val="2290"/>
              </a:lnSpc>
              <a:spcBef>
                <a:spcPts val="15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spc="65" dirty="0">
                <a:latin typeface="Times New Roman"/>
                <a:cs typeface="Times New Roman"/>
              </a:rPr>
              <a:t>In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-90" dirty="0">
                <a:latin typeface="Monaco"/>
                <a:cs typeface="Monaco"/>
              </a:rPr>
              <a:t>while</a:t>
            </a:r>
            <a:r>
              <a:rPr sz="2000" spc="-90" dirty="0">
                <a:latin typeface="Times New Roman"/>
                <a:cs typeface="Times New Roman"/>
              </a:rPr>
              <a:t>,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program</a:t>
            </a:r>
            <a:r>
              <a:rPr sz="2000" spc="30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tests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loop-</a:t>
            </a:r>
            <a:r>
              <a:rPr sz="2000" spc="80" dirty="0">
                <a:latin typeface="Times New Roman"/>
                <a:cs typeface="Times New Roman"/>
              </a:rPr>
              <a:t>continuation</a:t>
            </a:r>
            <a:r>
              <a:rPr sz="2000" spc="6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condition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at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beginning</a:t>
            </a:r>
            <a:r>
              <a:rPr sz="2000" i="1" spc="229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50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loop,</a:t>
            </a:r>
            <a:endParaRPr sz="2000" dirty="0">
              <a:latin typeface="Times New Roman"/>
              <a:cs typeface="Times New Roman"/>
            </a:endParaRPr>
          </a:p>
          <a:p>
            <a:pPr marL="203200">
              <a:lnSpc>
                <a:spcPts val="2290"/>
              </a:lnSpc>
            </a:pPr>
            <a:r>
              <a:rPr sz="2000" i="1" dirty="0">
                <a:latin typeface="Times New Roman"/>
                <a:cs typeface="Times New Roman"/>
              </a:rPr>
              <a:t>before</a:t>
            </a:r>
            <a:r>
              <a:rPr sz="2000" i="1" spc="-45" dirty="0">
                <a:latin typeface="Times New Roman"/>
                <a:cs typeface="Times New Roman"/>
              </a:rPr>
              <a:t> </a:t>
            </a:r>
            <a:r>
              <a:rPr sz="2000" spc="50" dirty="0">
                <a:latin typeface="Times New Roman"/>
                <a:cs typeface="Times New Roman"/>
              </a:rPr>
              <a:t>executing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loop’s</a:t>
            </a:r>
            <a:r>
              <a:rPr sz="2000" spc="10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body;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if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condition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is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false</a:t>
            </a:r>
            <a:r>
              <a:rPr sz="2000" dirty="0">
                <a:latin typeface="Times New Roman"/>
                <a:cs typeface="Times New Roman"/>
              </a:rPr>
              <a:t>,</a:t>
            </a:r>
            <a:r>
              <a:rPr sz="2000" spc="1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55" dirty="0">
                <a:latin typeface="Times New Roman"/>
                <a:cs typeface="Times New Roman"/>
              </a:rPr>
              <a:t>body</a:t>
            </a:r>
            <a:r>
              <a:rPr sz="2000" spc="11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never</a:t>
            </a:r>
            <a:r>
              <a:rPr sz="2000" i="1" spc="70" dirty="0">
                <a:latin typeface="Times New Roman"/>
                <a:cs typeface="Times New Roman"/>
              </a:rPr>
              <a:t> </a:t>
            </a:r>
            <a:r>
              <a:rPr sz="2000" spc="35" dirty="0">
                <a:latin typeface="Times New Roman"/>
                <a:cs typeface="Times New Roman"/>
              </a:rPr>
              <a:t>executes.</a:t>
            </a:r>
            <a:endParaRPr sz="2000" dirty="0">
              <a:latin typeface="Times New Roman"/>
              <a:cs typeface="Times New Roman"/>
            </a:endParaRPr>
          </a:p>
          <a:p>
            <a:pPr marL="202565" indent="-189865">
              <a:lnSpc>
                <a:spcPts val="2325"/>
              </a:lnSpc>
              <a:spcBef>
                <a:spcPts val="8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spc="60" dirty="0">
                <a:latin typeface="Times New Roman"/>
                <a:cs typeface="Times New Roman"/>
              </a:rPr>
              <a:t>The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-145" dirty="0">
                <a:latin typeface="Monaco"/>
                <a:cs typeface="Monaco"/>
              </a:rPr>
              <a:t>do</a:t>
            </a:r>
            <a:r>
              <a:rPr sz="2000" spc="-145" dirty="0">
                <a:latin typeface="Times New Roman"/>
                <a:cs typeface="Times New Roman"/>
              </a:rPr>
              <a:t>…</a:t>
            </a:r>
            <a:r>
              <a:rPr sz="2000" spc="-145" dirty="0">
                <a:latin typeface="Monaco"/>
                <a:cs typeface="Monaco"/>
              </a:rPr>
              <a:t>while</a:t>
            </a:r>
            <a:r>
              <a:rPr sz="2000" spc="-785" dirty="0">
                <a:latin typeface="Monaco"/>
                <a:cs typeface="Monaco"/>
              </a:rPr>
              <a:t> </a:t>
            </a:r>
            <a:r>
              <a:rPr sz="2000" spc="100" dirty="0">
                <a:latin typeface="Times New Roman"/>
                <a:cs typeface="Times New Roman"/>
              </a:rPr>
              <a:t>statement</a:t>
            </a:r>
            <a:r>
              <a:rPr sz="2000" spc="4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tests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loop-</a:t>
            </a:r>
            <a:r>
              <a:rPr sz="2000" spc="80" dirty="0">
                <a:latin typeface="Times New Roman"/>
                <a:cs typeface="Times New Roman"/>
              </a:rPr>
              <a:t>continuation</a:t>
            </a:r>
            <a:r>
              <a:rPr sz="2000" spc="50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condition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i="1" spc="50" dirty="0">
                <a:latin typeface="Times New Roman"/>
                <a:cs typeface="Times New Roman"/>
              </a:rPr>
              <a:t>after</a:t>
            </a:r>
            <a:r>
              <a:rPr sz="2000" i="1" spc="60" dirty="0">
                <a:latin typeface="Times New Roman"/>
                <a:cs typeface="Times New Roman"/>
              </a:rPr>
              <a:t> </a:t>
            </a:r>
            <a:r>
              <a:rPr sz="2000" spc="50" dirty="0">
                <a:latin typeface="Times New Roman"/>
                <a:cs typeface="Times New Roman"/>
              </a:rPr>
              <a:t>executing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loop’s</a:t>
            </a:r>
            <a:r>
              <a:rPr sz="2000" spc="9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body;</a:t>
            </a:r>
            <a:endParaRPr sz="2000" dirty="0">
              <a:latin typeface="Times New Roman"/>
              <a:cs typeface="Times New Roman"/>
            </a:endParaRPr>
          </a:p>
          <a:p>
            <a:pPr marL="203200">
              <a:lnSpc>
                <a:spcPts val="2325"/>
              </a:lnSpc>
            </a:pPr>
            <a:r>
              <a:rPr sz="2000" spc="65" dirty="0">
                <a:latin typeface="Times New Roman"/>
                <a:cs typeface="Times New Roman"/>
              </a:rPr>
              <a:t>therefore,</a:t>
            </a:r>
            <a:r>
              <a:rPr sz="2000" spc="75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105" dirty="0">
                <a:latin typeface="Times New Roman"/>
                <a:cs typeface="Times New Roman"/>
              </a:rPr>
              <a:t> </a:t>
            </a:r>
            <a:r>
              <a:rPr sz="2000" i="1" dirty="0">
                <a:solidFill>
                  <a:srgbClr val="FF0000"/>
                </a:solidFill>
                <a:latin typeface="Times New Roman"/>
                <a:cs typeface="Times New Roman"/>
              </a:rPr>
              <a:t>body</a:t>
            </a:r>
            <a:r>
              <a:rPr sz="2000" i="1" spc="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2000" i="1" dirty="0">
                <a:solidFill>
                  <a:srgbClr val="FF0000"/>
                </a:solidFill>
                <a:latin typeface="Times New Roman"/>
                <a:cs typeface="Times New Roman"/>
              </a:rPr>
              <a:t>always</a:t>
            </a:r>
            <a:r>
              <a:rPr sz="2000" i="1" spc="10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2000" i="1" dirty="0">
                <a:solidFill>
                  <a:srgbClr val="FF0000"/>
                </a:solidFill>
                <a:latin typeface="Times New Roman"/>
                <a:cs typeface="Times New Roman"/>
              </a:rPr>
              <a:t>executes</a:t>
            </a:r>
            <a:r>
              <a:rPr sz="2000" i="1" spc="11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2000" i="1" spc="90" dirty="0">
                <a:solidFill>
                  <a:srgbClr val="FF0000"/>
                </a:solidFill>
                <a:latin typeface="Times New Roman"/>
                <a:cs typeface="Times New Roman"/>
              </a:rPr>
              <a:t>at</a:t>
            </a:r>
            <a:r>
              <a:rPr sz="2000" i="1" spc="1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2000" i="1" dirty="0">
                <a:solidFill>
                  <a:srgbClr val="FF0000"/>
                </a:solidFill>
                <a:latin typeface="Times New Roman"/>
                <a:cs typeface="Times New Roman"/>
              </a:rPr>
              <a:t>least</a:t>
            </a:r>
            <a:r>
              <a:rPr sz="2000" i="1" spc="20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2000" i="1" spc="-10" dirty="0">
                <a:solidFill>
                  <a:srgbClr val="FF0000"/>
                </a:solidFill>
                <a:latin typeface="Times New Roman"/>
                <a:cs typeface="Times New Roman"/>
              </a:rPr>
              <a:t>once</a:t>
            </a:r>
            <a:r>
              <a:rPr sz="2000" spc="-10" dirty="0">
                <a:solidFill>
                  <a:srgbClr val="FF0000"/>
                </a:solidFill>
                <a:latin typeface="Times New Roman"/>
                <a:cs typeface="Times New Roman"/>
              </a:rPr>
              <a:t>.</a:t>
            </a:r>
            <a:endParaRPr sz="2000" dirty="0">
              <a:solidFill>
                <a:srgbClr val="FF0000"/>
              </a:solidFill>
              <a:latin typeface="Times New Roman"/>
              <a:cs typeface="Times New Roman"/>
            </a:endParaRPr>
          </a:p>
          <a:p>
            <a:pPr marL="202565" indent="-189865">
              <a:lnSpc>
                <a:spcPts val="2325"/>
              </a:lnSpc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lang="da-DK" sz="2000" spc="70" dirty="0">
                <a:latin typeface="Times New Roman"/>
                <a:cs typeface="Times New Roman"/>
              </a:rPr>
              <a:t> 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70476" y="6600507"/>
            <a:ext cx="2407285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spc="-35" dirty="0">
                <a:latin typeface="Arial"/>
                <a:cs typeface="Arial"/>
              </a:rPr>
              <a:t>Copyright</a:t>
            </a:r>
            <a:r>
              <a:rPr sz="750" spc="25" dirty="0">
                <a:latin typeface="Arial"/>
                <a:cs typeface="Arial"/>
              </a:rPr>
              <a:t> </a:t>
            </a:r>
            <a:r>
              <a:rPr sz="750" spc="75" dirty="0">
                <a:latin typeface="Arial"/>
                <a:cs typeface="Arial"/>
              </a:rPr>
              <a:t>©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45" dirty="0">
                <a:latin typeface="Arial"/>
                <a:cs typeface="Arial"/>
              </a:rPr>
              <a:t>2020</a:t>
            </a:r>
            <a:r>
              <a:rPr sz="750" spc="-60" dirty="0">
                <a:latin typeface="Arial"/>
                <a:cs typeface="Arial"/>
              </a:rPr>
              <a:t> </a:t>
            </a:r>
            <a:r>
              <a:rPr sz="750" spc="-55" dirty="0">
                <a:latin typeface="Arial"/>
                <a:cs typeface="Arial"/>
              </a:rPr>
              <a:t>Pearson</a:t>
            </a:r>
            <a:r>
              <a:rPr sz="750" dirty="0">
                <a:latin typeface="Arial"/>
                <a:cs typeface="Arial"/>
              </a:rPr>
              <a:t> </a:t>
            </a:r>
            <a:r>
              <a:rPr sz="750" spc="-40" dirty="0">
                <a:latin typeface="Arial"/>
                <a:cs typeface="Arial"/>
              </a:rPr>
              <a:t>Education</a:t>
            </a:r>
            <a:r>
              <a:rPr sz="750" spc="60" dirty="0">
                <a:latin typeface="Arial"/>
                <a:cs typeface="Arial"/>
              </a:rPr>
              <a:t> </a:t>
            </a:r>
            <a:r>
              <a:rPr sz="750" spc="-25" dirty="0">
                <a:latin typeface="Arial"/>
                <a:cs typeface="Arial"/>
              </a:rPr>
              <a:t>Ltd.</a:t>
            </a:r>
            <a:r>
              <a:rPr sz="750" spc="35" dirty="0">
                <a:latin typeface="Arial"/>
                <a:cs typeface="Arial"/>
              </a:rPr>
              <a:t> </a:t>
            </a:r>
            <a:r>
              <a:rPr sz="750" spc="-10" dirty="0">
                <a:latin typeface="Arial"/>
                <a:cs typeface="Arial"/>
              </a:rPr>
              <a:t>All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50" dirty="0">
                <a:latin typeface="Arial"/>
                <a:cs typeface="Arial"/>
              </a:rPr>
              <a:t>Rights</a:t>
            </a:r>
            <a:r>
              <a:rPr sz="750" spc="15" dirty="0">
                <a:latin typeface="Arial"/>
                <a:cs typeface="Arial"/>
              </a:rPr>
              <a:t> </a:t>
            </a:r>
            <a:r>
              <a:rPr sz="750" spc="-30" dirty="0">
                <a:latin typeface="Arial"/>
                <a:cs typeface="Arial"/>
              </a:rPr>
              <a:t>Reserved</a:t>
            </a:r>
            <a:endParaRPr sz="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5" y="714073"/>
            <a:ext cx="6091330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506791"/>
            <a:ext cx="10445750" cy="1688283"/>
          </a:xfrm>
          <a:prstGeom prst="rect">
            <a:avLst/>
          </a:prstGeom>
        </p:spPr>
        <p:txBody>
          <a:bodyPr vert="horz" wrap="square" lIns="0" tIns="15875" rIns="0" bIns="0" rtlCol="0" anchor="t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12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endParaRPr lang="en-US" sz="2000" spc="60" dirty="0">
              <a:latin typeface="Times New Roman"/>
              <a:cs typeface="Times New Roman"/>
            </a:endParaRPr>
          </a:p>
          <a:p>
            <a:pPr marL="202565" indent="-189865">
              <a:lnSpc>
                <a:spcPct val="100000"/>
              </a:lnSpc>
              <a:spcBef>
                <a:spcPts val="30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Thus,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-140" dirty="0">
                <a:latin typeface="Monaco"/>
                <a:cs typeface="Monaco"/>
              </a:rPr>
              <a:t>do</a:t>
            </a:r>
            <a:r>
              <a:rPr sz="2000" spc="-140" dirty="0">
                <a:latin typeface="Times New Roman"/>
                <a:cs typeface="Times New Roman"/>
              </a:rPr>
              <a:t>…</a:t>
            </a:r>
            <a:r>
              <a:rPr sz="2000" spc="-140" dirty="0">
                <a:latin typeface="Monaco"/>
                <a:cs typeface="Monaco"/>
              </a:rPr>
              <a:t>while</a:t>
            </a:r>
            <a:r>
              <a:rPr sz="2000" spc="-795" dirty="0">
                <a:latin typeface="Monaco"/>
                <a:cs typeface="Monaco"/>
              </a:rPr>
              <a:t> </a:t>
            </a:r>
            <a:r>
              <a:rPr sz="2000" spc="100" dirty="0">
                <a:latin typeface="Times New Roman"/>
                <a:cs typeface="Times New Roman"/>
              </a:rPr>
              <a:t>statement</a:t>
            </a:r>
            <a:r>
              <a:rPr sz="2000" spc="45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with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one</a:t>
            </a:r>
            <a:r>
              <a:rPr sz="2000" spc="40" dirty="0">
                <a:latin typeface="Times New Roman"/>
                <a:cs typeface="Times New Roman"/>
              </a:rPr>
              <a:t> </a:t>
            </a:r>
            <a:r>
              <a:rPr sz="2000" spc="55" dirty="0">
                <a:latin typeface="Times New Roman"/>
                <a:cs typeface="Times New Roman"/>
              </a:rPr>
              <a:t>body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100" dirty="0">
                <a:latin typeface="Times New Roman"/>
                <a:cs typeface="Times New Roman"/>
              </a:rPr>
              <a:t>statement</a:t>
            </a:r>
            <a:r>
              <a:rPr sz="2000" spc="50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is</a:t>
            </a:r>
            <a:r>
              <a:rPr sz="2000" spc="-70" dirty="0">
                <a:latin typeface="Times New Roman"/>
                <a:cs typeface="Times New Roman"/>
              </a:rPr>
              <a:t> </a:t>
            </a:r>
            <a:r>
              <a:rPr sz="2000" spc="45" dirty="0">
                <a:latin typeface="Times New Roman"/>
                <a:cs typeface="Times New Roman"/>
              </a:rPr>
              <a:t>usually</a:t>
            </a:r>
            <a:r>
              <a:rPr sz="2000" spc="8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written</a:t>
            </a:r>
            <a:r>
              <a:rPr sz="2000" spc="-110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as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follows:</a:t>
            </a:r>
            <a:endParaRPr sz="2000">
              <a:latin typeface="Times New Roman"/>
              <a:cs typeface="Times New Roman"/>
            </a:endParaRPr>
          </a:p>
          <a:p>
            <a:pPr marL="574040" lvl="1" indent="-170815">
              <a:lnSpc>
                <a:spcPct val="100000"/>
              </a:lnSpc>
              <a:spcBef>
                <a:spcPts val="380"/>
              </a:spcBef>
              <a:buClr>
                <a:srgbClr val="DA1F28"/>
              </a:buClr>
              <a:buFont typeface="Wingdings 2"/>
              <a:buChar char=""/>
              <a:tabLst>
                <a:tab pos="574040" algn="l"/>
              </a:tabLst>
            </a:pPr>
            <a:r>
              <a:rPr sz="1550" spc="-25" dirty="0">
                <a:solidFill>
                  <a:srgbClr val="0000FF"/>
                </a:solidFill>
                <a:latin typeface="Monaco"/>
                <a:cs typeface="Monaco"/>
              </a:rPr>
              <a:t>do</a:t>
            </a:r>
            <a:endParaRPr sz="1550">
              <a:latin typeface="Monaco"/>
              <a:cs typeface="Monaco"/>
            </a:endParaRPr>
          </a:p>
          <a:p>
            <a:pPr marL="574675">
              <a:lnSpc>
                <a:spcPct val="100000"/>
              </a:lnSpc>
              <a:spcBef>
                <a:spcPts val="15"/>
              </a:spcBef>
            </a:pPr>
            <a:r>
              <a:rPr sz="1550" spc="-50" dirty="0">
                <a:latin typeface="Monaco"/>
                <a:cs typeface="Monaco"/>
              </a:rPr>
              <a:t>{</a:t>
            </a:r>
            <a:endParaRPr sz="1550">
              <a:latin typeface="Monaco"/>
              <a:cs typeface="Monaco"/>
            </a:endParaRPr>
          </a:p>
          <a:p>
            <a:pPr marL="899160">
              <a:lnSpc>
                <a:spcPct val="100000"/>
              </a:lnSpc>
              <a:spcBef>
                <a:spcPts val="20"/>
              </a:spcBef>
            </a:pPr>
            <a:r>
              <a:rPr sz="1550" i="1" spc="60" dirty="0">
                <a:latin typeface="Times New Roman"/>
                <a:cs typeface="Times New Roman"/>
              </a:rPr>
              <a:t>statement</a:t>
            </a:r>
            <a:endParaRPr sz="1550">
              <a:latin typeface="Times New Roman"/>
              <a:cs typeface="Times New Roman"/>
            </a:endParaRPr>
          </a:p>
          <a:p>
            <a:pPr marL="574675">
              <a:lnSpc>
                <a:spcPct val="100000"/>
              </a:lnSpc>
              <a:spcBef>
                <a:spcPts val="90"/>
              </a:spcBef>
            </a:pPr>
            <a:r>
              <a:rPr sz="1550" dirty="0">
                <a:latin typeface="Monaco"/>
                <a:cs typeface="Monaco"/>
              </a:rPr>
              <a:t>}</a:t>
            </a:r>
            <a:r>
              <a:rPr sz="1550" spc="-114" dirty="0">
                <a:latin typeface="Monaco"/>
                <a:cs typeface="Monaco"/>
              </a:rPr>
              <a:t> </a:t>
            </a:r>
            <a:r>
              <a:rPr sz="1550" spc="-45" dirty="0">
                <a:solidFill>
                  <a:srgbClr val="0000FF"/>
                </a:solidFill>
                <a:latin typeface="Monaco"/>
                <a:cs typeface="Monaco"/>
              </a:rPr>
              <a:t>while</a:t>
            </a:r>
            <a:r>
              <a:rPr sz="1550" spc="-22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550" spc="-10" dirty="0">
                <a:latin typeface="Monaco"/>
                <a:cs typeface="Monaco"/>
              </a:rPr>
              <a:t>(</a:t>
            </a:r>
            <a:r>
              <a:rPr sz="1550" i="1" spc="-10" dirty="0">
                <a:latin typeface="Times New Roman"/>
                <a:cs typeface="Times New Roman"/>
              </a:rPr>
              <a:t>condition</a:t>
            </a:r>
            <a:r>
              <a:rPr sz="1550" spc="-10" dirty="0">
                <a:latin typeface="Monaco"/>
                <a:cs typeface="Monaco"/>
              </a:rPr>
              <a:t>);</a:t>
            </a:r>
            <a:endParaRPr sz="1550">
              <a:latin typeface="Monaco"/>
              <a:cs typeface="Monaco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84785" y="1241954"/>
            <a:ext cx="8222429" cy="437409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137791" y="512127"/>
            <a:ext cx="121031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Arial"/>
                <a:cs typeface="Arial"/>
              </a:rPr>
              <a:t>While4.java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5" y="714073"/>
            <a:ext cx="6091330" cy="338613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570476" y="6600507"/>
            <a:ext cx="2407285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spc="-35" dirty="0">
                <a:latin typeface="Arial"/>
                <a:cs typeface="Arial"/>
              </a:rPr>
              <a:t>Copyright</a:t>
            </a:r>
            <a:r>
              <a:rPr sz="750" spc="25" dirty="0">
                <a:latin typeface="Arial"/>
                <a:cs typeface="Arial"/>
              </a:rPr>
              <a:t> </a:t>
            </a:r>
            <a:r>
              <a:rPr sz="750" spc="75" dirty="0">
                <a:latin typeface="Arial"/>
                <a:cs typeface="Arial"/>
              </a:rPr>
              <a:t>©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45" dirty="0">
                <a:latin typeface="Arial"/>
                <a:cs typeface="Arial"/>
              </a:rPr>
              <a:t>2020</a:t>
            </a:r>
            <a:r>
              <a:rPr sz="750" spc="-60" dirty="0">
                <a:latin typeface="Arial"/>
                <a:cs typeface="Arial"/>
              </a:rPr>
              <a:t> </a:t>
            </a:r>
            <a:r>
              <a:rPr sz="750" spc="-55" dirty="0">
                <a:latin typeface="Arial"/>
                <a:cs typeface="Arial"/>
              </a:rPr>
              <a:t>Pearson</a:t>
            </a:r>
            <a:r>
              <a:rPr sz="750" dirty="0">
                <a:latin typeface="Arial"/>
                <a:cs typeface="Arial"/>
              </a:rPr>
              <a:t> </a:t>
            </a:r>
            <a:r>
              <a:rPr sz="750" spc="-40" dirty="0">
                <a:latin typeface="Arial"/>
                <a:cs typeface="Arial"/>
              </a:rPr>
              <a:t>Education</a:t>
            </a:r>
            <a:r>
              <a:rPr sz="750" spc="60" dirty="0">
                <a:latin typeface="Arial"/>
                <a:cs typeface="Arial"/>
              </a:rPr>
              <a:t> </a:t>
            </a:r>
            <a:r>
              <a:rPr sz="750" spc="-25" dirty="0">
                <a:latin typeface="Arial"/>
                <a:cs typeface="Arial"/>
              </a:rPr>
              <a:t>Ltd.</a:t>
            </a:r>
            <a:r>
              <a:rPr sz="750" spc="35" dirty="0">
                <a:latin typeface="Arial"/>
                <a:cs typeface="Arial"/>
              </a:rPr>
              <a:t> </a:t>
            </a:r>
            <a:r>
              <a:rPr sz="750" spc="-10" dirty="0">
                <a:latin typeface="Arial"/>
                <a:cs typeface="Arial"/>
              </a:rPr>
              <a:t>All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50" dirty="0">
                <a:latin typeface="Arial"/>
                <a:cs typeface="Arial"/>
              </a:rPr>
              <a:t>Rights</a:t>
            </a:r>
            <a:r>
              <a:rPr sz="750" spc="15" dirty="0">
                <a:latin typeface="Arial"/>
                <a:cs typeface="Arial"/>
              </a:rPr>
              <a:t> </a:t>
            </a:r>
            <a:r>
              <a:rPr sz="750" spc="-30" dirty="0">
                <a:latin typeface="Arial"/>
                <a:cs typeface="Arial"/>
              </a:rPr>
              <a:t>Reserved</a:t>
            </a:r>
            <a:endParaRPr sz="750">
              <a:latin typeface="Arial"/>
              <a:cs typeface="Arial"/>
            </a:endParaRPr>
          </a:p>
        </p:txBody>
      </p:sp>
      <p:pic>
        <p:nvPicPr>
          <p:cNvPr id="5" name="Picture 4" descr="A diagram of a system&#10;&#10;AI-generated content may be incorrect.">
            <a:extLst>
              <a:ext uri="{FF2B5EF4-FFF2-40B4-BE49-F238E27FC236}">
                <a16:creationId xmlns:a16="http://schemas.microsoft.com/office/drawing/2014/main" id="{3CA779E6-E999-8940-B2B4-039B12F4A5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1522" y="1454643"/>
            <a:ext cx="5893479" cy="515459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9A82A0E-DC19-37FE-5098-94D525E5994D}"/>
                  </a:ext>
                </a:extLst>
              </p14:cNvPr>
              <p14:cNvContentPartPr/>
              <p14:nvPr/>
            </p14:nvContentPartPr>
            <p14:xfrm>
              <a:off x="4763886" y="4812379"/>
              <a:ext cx="19086" cy="19086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9A82A0E-DC19-37FE-5098-94D525E599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809586" y="3877165"/>
                <a:ext cx="1908600" cy="190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2634000C-7D39-3C3F-E19B-B6490B2A6DCD}"/>
                  </a:ext>
                </a:extLst>
              </p14:cNvPr>
              <p14:cNvContentPartPr/>
              <p14:nvPr/>
            </p14:nvContentPartPr>
            <p14:xfrm>
              <a:off x="4183659" y="4710771"/>
              <a:ext cx="19086" cy="19086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2634000C-7D39-3C3F-E19B-B6490B2A6DC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248445" y="3775557"/>
                <a:ext cx="1908600" cy="190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E283F08A-C97A-DA60-F398-8C83225F1C85}"/>
                  </a:ext>
                </a:extLst>
              </p14:cNvPr>
              <p14:cNvContentPartPr/>
              <p14:nvPr/>
            </p14:nvContentPartPr>
            <p14:xfrm>
              <a:off x="4187590" y="4832088"/>
              <a:ext cx="19086" cy="19086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E283F08A-C97A-DA60-F398-8C83225F1C8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233290" y="3896874"/>
                <a:ext cx="1908600" cy="19086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78" y="714031"/>
            <a:ext cx="4052994" cy="281547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457021"/>
            <a:ext cx="7068184" cy="958215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44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solidFill>
                  <a:srgbClr val="0000FF"/>
                </a:solidFill>
                <a:latin typeface="Arial"/>
                <a:cs typeface="Arial"/>
              </a:rPr>
              <a:t>for</a:t>
            </a:r>
            <a:r>
              <a:rPr sz="2000" spc="-75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2000" b="1" spc="70" dirty="0">
                <a:solidFill>
                  <a:srgbClr val="0000FF"/>
                </a:solidFill>
                <a:latin typeface="Times New Roman"/>
                <a:cs typeface="Times New Roman"/>
              </a:rPr>
              <a:t>iteration </a:t>
            </a:r>
            <a:r>
              <a:rPr sz="2000" b="1" spc="90" dirty="0">
                <a:solidFill>
                  <a:srgbClr val="0000FF"/>
                </a:solidFill>
                <a:latin typeface="Times New Roman"/>
                <a:cs typeface="Times New Roman"/>
              </a:rPr>
              <a:t>statement</a:t>
            </a:r>
            <a:endParaRPr sz="2000">
              <a:latin typeface="Times New Roman"/>
              <a:cs typeface="Times New Roman"/>
            </a:endParaRPr>
          </a:p>
          <a:p>
            <a:pPr marL="393700" lvl="1" indent="-171450">
              <a:lnSpc>
                <a:spcPct val="100000"/>
              </a:lnSpc>
              <a:spcBef>
                <a:spcPts val="300"/>
              </a:spcBef>
              <a:buClr>
                <a:srgbClr val="2CA1BE"/>
              </a:buClr>
              <a:buFont typeface="Verdana"/>
              <a:buChar char="◦"/>
              <a:tabLst>
                <a:tab pos="393700" algn="l"/>
              </a:tabLst>
            </a:pPr>
            <a:r>
              <a:rPr sz="1700" dirty="0">
                <a:latin typeface="Times New Roman"/>
                <a:cs typeface="Times New Roman"/>
              </a:rPr>
              <a:t>Specifies</a:t>
            </a:r>
            <a:r>
              <a:rPr sz="1700" spc="110" dirty="0">
                <a:latin typeface="Times New Roman"/>
                <a:cs typeface="Times New Roman"/>
              </a:rPr>
              <a:t> </a:t>
            </a:r>
            <a:r>
              <a:rPr sz="1700" spc="105" dirty="0">
                <a:latin typeface="Times New Roman"/>
                <a:cs typeface="Times New Roman"/>
              </a:rPr>
              <a:t>the</a:t>
            </a:r>
            <a:r>
              <a:rPr sz="1700" spc="5" dirty="0">
                <a:latin typeface="Times New Roman"/>
                <a:cs typeface="Times New Roman"/>
              </a:rPr>
              <a:t> </a:t>
            </a:r>
            <a:r>
              <a:rPr sz="1700" spc="85" dirty="0">
                <a:latin typeface="Times New Roman"/>
                <a:cs typeface="Times New Roman"/>
              </a:rPr>
              <a:t>counter-</a:t>
            </a:r>
            <a:r>
              <a:rPr sz="1700" spc="55" dirty="0">
                <a:latin typeface="Times New Roman"/>
                <a:cs typeface="Times New Roman"/>
              </a:rPr>
              <a:t>controlled-</a:t>
            </a:r>
            <a:r>
              <a:rPr sz="1700" spc="70" dirty="0">
                <a:latin typeface="Times New Roman"/>
                <a:cs typeface="Times New Roman"/>
              </a:rPr>
              <a:t>iteration</a:t>
            </a:r>
            <a:r>
              <a:rPr sz="1700" spc="-145" dirty="0">
                <a:latin typeface="Times New Roman"/>
                <a:cs typeface="Times New Roman"/>
              </a:rPr>
              <a:t> </a:t>
            </a:r>
            <a:r>
              <a:rPr sz="1700" spc="55" dirty="0">
                <a:latin typeface="Times New Roman"/>
                <a:cs typeface="Times New Roman"/>
              </a:rPr>
              <a:t>details</a:t>
            </a:r>
            <a:r>
              <a:rPr sz="1700" spc="30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in</a:t>
            </a:r>
            <a:r>
              <a:rPr sz="1700" spc="40" dirty="0">
                <a:latin typeface="Times New Roman"/>
                <a:cs typeface="Times New Roman"/>
              </a:rPr>
              <a:t> </a:t>
            </a:r>
            <a:r>
              <a:rPr sz="1700" spc="90" dirty="0">
                <a:latin typeface="Times New Roman"/>
                <a:cs typeface="Times New Roman"/>
              </a:rPr>
              <a:t>a</a:t>
            </a:r>
            <a:r>
              <a:rPr sz="1700" dirty="0">
                <a:latin typeface="Times New Roman"/>
                <a:cs typeface="Times New Roman"/>
              </a:rPr>
              <a:t> single</a:t>
            </a:r>
            <a:r>
              <a:rPr sz="1700" spc="90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line of</a:t>
            </a:r>
            <a:r>
              <a:rPr sz="1700" spc="30" dirty="0">
                <a:latin typeface="Times New Roman"/>
                <a:cs typeface="Times New Roman"/>
              </a:rPr>
              <a:t> </a:t>
            </a:r>
            <a:r>
              <a:rPr sz="1700" spc="-10" dirty="0">
                <a:latin typeface="Times New Roman"/>
                <a:cs typeface="Times New Roman"/>
              </a:rPr>
              <a:t>code.</a:t>
            </a:r>
            <a:endParaRPr sz="1700">
              <a:latin typeface="Times New Roman"/>
              <a:cs typeface="Times New Roman"/>
            </a:endParaRPr>
          </a:p>
          <a:p>
            <a:pPr marL="393700" lvl="1" indent="-171450">
              <a:lnSpc>
                <a:spcPct val="100000"/>
              </a:lnSpc>
              <a:spcBef>
                <a:spcPts val="215"/>
              </a:spcBef>
              <a:buClr>
                <a:srgbClr val="2CA1BE"/>
              </a:buClr>
              <a:buFont typeface="Verdana"/>
              <a:buChar char="◦"/>
              <a:tabLst>
                <a:tab pos="393700" algn="l"/>
              </a:tabLst>
            </a:pPr>
            <a:r>
              <a:rPr sz="1700" dirty="0">
                <a:latin typeface="Times New Roman"/>
                <a:cs typeface="Times New Roman"/>
              </a:rPr>
              <a:t>Figure</a:t>
            </a:r>
            <a:r>
              <a:rPr sz="1700" spc="-35" dirty="0">
                <a:latin typeface="Times New Roman"/>
                <a:cs typeface="Times New Roman"/>
              </a:rPr>
              <a:t> </a:t>
            </a:r>
            <a:r>
              <a:rPr sz="1700" spc="55" dirty="0">
                <a:latin typeface="Times New Roman"/>
                <a:cs typeface="Times New Roman"/>
              </a:rPr>
              <a:t>4.2</a:t>
            </a:r>
            <a:r>
              <a:rPr sz="1700" spc="-80" dirty="0">
                <a:latin typeface="Times New Roman"/>
                <a:cs typeface="Times New Roman"/>
              </a:rPr>
              <a:t> </a:t>
            </a:r>
            <a:r>
              <a:rPr sz="1700" spc="80" dirty="0">
                <a:latin typeface="Times New Roman"/>
                <a:cs typeface="Times New Roman"/>
              </a:rPr>
              <a:t>reimplements</a:t>
            </a:r>
            <a:r>
              <a:rPr sz="1700" spc="-5" dirty="0">
                <a:latin typeface="Times New Roman"/>
                <a:cs typeface="Times New Roman"/>
              </a:rPr>
              <a:t> </a:t>
            </a:r>
            <a:r>
              <a:rPr sz="1700" spc="110" dirty="0">
                <a:latin typeface="Times New Roman"/>
                <a:cs typeface="Times New Roman"/>
              </a:rPr>
              <a:t>the</a:t>
            </a:r>
            <a:r>
              <a:rPr sz="1700" spc="-120" dirty="0">
                <a:latin typeface="Times New Roman"/>
                <a:cs typeface="Times New Roman"/>
              </a:rPr>
              <a:t> </a:t>
            </a:r>
            <a:r>
              <a:rPr sz="1700" spc="50" dirty="0">
                <a:latin typeface="Times New Roman"/>
                <a:cs typeface="Times New Roman"/>
              </a:rPr>
              <a:t>application</a:t>
            </a:r>
            <a:r>
              <a:rPr sz="1700" spc="75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of</a:t>
            </a:r>
            <a:r>
              <a:rPr sz="1700" spc="-10" dirty="0">
                <a:latin typeface="Times New Roman"/>
                <a:cs typeface="Times New Roman"/>
              </a:rPr>
              <a:t> </a:t>
            </a:r>
            <a:r>
              <a:rPr sz="1700" spc="-35" dirty="0">
                <a:latin typeface="Times New Roman"/>
                <a:cs typeface="Times New Roman"/>
              </a:rPr>
              <a:t>Fig.</a:t>
            </a:r>
            <a:r>
              <a:rPr sz="1700" spc="30" dirty="0">
                <a:latin typeface="Times New Roman"/>
                <a:cs typeface="Times New Roman"/>
              </a:rPr>
              <a:t> </a:t>
            </a:r>
            <a:r>
              <a:rPr sz="1700" spc="55" dirty="0">
                <a:latin typeface="Times New Roman"/>
                <a:cs typeface="Times New Roman"/>
              </a:rPr>
              <a:t>4.1</a:t>
            </a:r>
            <a:r>
              <a:rPr sz="1700" spc="-80" dirty="0">
                <a:latin typeface="Times New Roman"/>
                <a:cs typeface="Times New Roman"/>
              </a:rPr>
              <a:t> </a:t>
            </a:r>
            <a:r>
              <a:rPr sz="1700" spc="60" dirty="0">
                <a:latin typeface="Times New Roman"/>
                <a:cs typeface="Times New Roman"/>
              </a:rPr>
              <a:t>using</a:t>
            </a:r>
            <a:r>
              <a:rPr sz="1700" spc="-55" dirty="0">
                <a:latin typeface="Times New Roman"/>
                <a:cs typeface="Times New Roman"/>
              </a:rPr>
              <a:t> </a:t>
            </a:r>
            <a:r>
              <a:rPr sz="1700" spc="-20" dirty="0">
                <a:latin typeface="Monaco"/>
                <a:cs typeface="Monaco"/>
              </a:rPr>
              <a:t>for</a:t>
            </a:r>
            <a:r>
              <a:rPr sz="1700" spc="-20" dirty="0">
                <a:latin typeface="Times New Roman"/>
                <a:cs typeface="Times New Roman"/>
              </a:rPr>
              <a:t>.</a:t>
            </a:r>
            <a:endParaRPr sz="17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05200" y="843970"/>
            <a:ext cx="5495636" cy="517005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5103" y="1286345"/>
            <a:ext cx="8361792" cy="428530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061591" y="443547"/>
            <a:ext cx="97155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Arial"/>
                <a:cs typeface="Arial"/>
              </a:rPr>
              <a:t>For1.java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39447" y="2292107"/>
            <a:ext cx="8313104" cy="227378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2" y="714073"/>
            <a:ext cx="5091210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147316" y="1206436"/>
            <a:ext cx="7504430" cy="972061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203200" indent="-190500">
              <a:lnSpc>
                <a:spcPct val="100000"/>
              </a:lnSpc>
              <a:spcBef>
                <a:spcPts val="100"/>
              </a:spcBef>
              <a:buClr>
                <a:srgbClr val="2CA1BE"/>
              </a:buClr>
              <a:buSzPct val="68750"/>
              <a:buFont typeface="Wingdings 3"/>
              <a:buChar char=""/>
              <a:tabLst>
                <a:tab pos="203200" algn="l"/>
              </a:tabLst>
            </a:pPr>
            <a:r>
              <a:rPr sz="2400" spc="65" dirty="0">
                <a:latin typeface="Times New Roman"/>
                <a:cs typeface="Times New Roman"/>
              </a:rPr>
              <a:t>The</a:t>
            </a:r>
            <a:r>
              <a:rPr sz="2400" spc="-114" dirty="0">
                <a:latin typeface="Times New Roman"/>
                <a:cs typeface="Times New Roman"/>
              </a:rPr>
              <a:t> </a:t>
            </a:r>
            <a:r>
              <a:rPr sz="2400" spc="80" dirty="0">
                <a:latin typeface="Times New Roman"/>
                <a:cs typeface="Times New Roman"/>
              </a:rPr>
              <a:t>general</a:t>
            </a:r>
            <a:r>
              <a:rPr sz="2400" spc="-120" dirty="0">
                <a:latin typeface="Times New Roman"/>
                <a:cs typeface="Times New Roman"/>
              </a:rPr>
              <a:t> </a:t>
            </a:r>
            <a:r>
              <a:rPr sz="2400" spc="95" dirty="0">
                <a:latin typeface="Times New Roman"/>
                <a:cs typeface="Times New Roman"/>
              </a:rPr>
              <a:t>format</a:t>
            </a:r>
            <a:r>
              <a:rPr sz="2400" spc="-1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of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spc="130" dirty="0">
                <a:latin typeface="Times New Roman"/>
                <a:cs typeface="Times New Roman"/>
              </a:rPr>
              <a:t>the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spc="-120" dirty="0">
                <a:latin typeface="Monaco"/>
                <a:cs typeface="Monaco"/>
              </a:rPr>
              <a:t>for</a:t>
            </a:r>
            <a:r>
              <a:rPr sz="2400" spc="-944" dirty="0">
                <a:latin typeface="Monaco"/>
                <a:cs typeface="Monaco"/>
              </a:rPr>
              <a:t> </a:t>
            </a:r>
            <a:r>
              <a:rPr sz="2400" spc="135" dirty="0">
                <a:latin typeface="Times New Roman"/>
                <a:cs typeface="Times New Roman"/>
              </a:rPr>
              <a:t>statement</a:t>
            </a:r>
            <a:r>
              <a:rPr sz="2400" spc="-280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is</a:t>
            </a:r>
            <a:endParaRPr sz="2400">
              <a:latin typeface="Times New Roman"/>
              <a:cs typeface="Times New Roman"/>
            </a:endParaRPr>
          </a:p>
          <a:p>
            <a:pPr marL="994410" marR="210820" indent="-419100">
              <a:lnSpc>
                <a:spcPts val="2100"/>
              </a:lnSpc>
              <a:spcBef>
                <a:spcPts val="395"/>
              </a:spcBef>
            </a:pPr>
            <a:r>
              <a:rPr sz="2000" spc="-55" dirty="0">
                <a:solidFill>
                  <a:srgbClr val="0000FF"/>
                </a:solidFill>
                <a:latin typeface="Monaco"/>
                <a:cs typeface="Monaco"/>
              </a:rPr>
              <a:t>for</a:t>
            </a:r>
            <a:r>
              <a:rPr sz="2000" spc="-5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2000" dirty="0">
                <a:latin typeface="Monaco"/>
                <a:cs typeface="Monaco"/>
              </a:rPr>
              <a:t>(</a:t>
            </a:r>
            <a:r>
              <a:rPr sz="2000" i="1" dirty="0">
                <a:latin typeface="Times New Roman"/>
                <a:cs typeface="Times New Roman"/>
              </a:rPr>
              <a:t>initialization</a:t>
            </a:r>
            <a:r>
              <a:rPr sz="2000" i="1" dirty="0">
                <a:solidFill>
                  <a:srgbClr val="FF0000"/>
                </a:solidFill>
                <a:latin typeface="Courier New"/>
                <a:cs typeface="Courier New"/>
              </a:rPr>
              <a:t>;</a:t>
            </a:r>
            <a:r>
              <a:rPr sz="2000" i="1" spc="85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loopContinuationCondition</a:t>
            </a:r>
            <a:r>
              <a:rPr sz="2000" i="1" dirty="0">
                <a:solidFill>
                  <a:srgbClr val="FF0000"/>
                </a:solidFill>
                <a:latin typeface="Courier New"/>
                <a:cs typeface="Courier New"/>
              </a:rPr>
              <a:t>;</a:t>
            </a:r>
            <a:r>
              <a:rPr sz="2000" i="1" spc="-85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  <a:r>
              <a:rPr sz="2000" i="1" spc="-10" dirty="0">
                <a:latin typeface="Times New Roman"/>
                <a:cs typeface="Times New Roman"/>
              </a:rPr>
              <a:t>increment</a:t>
            </a:r>
            <a:r>
              <a:rPr sz="2000" i="1" spc="-10" dirty="0">
                <a:latin typeface="Courier New"/>
                <a:cs typeface="Courier New"/>
              </a:rPr>
              <a:t>) </a:t>
            </a:r>
            <a:r>
              <a:rPr sz="2000" i="1" spc="60" dirty="0">
                <a:latin typeface="Times New Roman"/>
                <a:cs typeface="Times New Roman"/>
              </a:rPr>
              <a:t>statement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147316" y="3972242"/>
            <a:ext cx="137160" cy="2774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spc="-50" dirty="0">
                <a:solidFill>
                  <a:srgbClr val="2CA1BE"/>
                </a:solidFill>
                <a:latin typeface="Wingdings 3"/>
                <a:cs typeface="Wingdings 3"/>
              </a:rPr>
              <a:t></a:t>
            </a:r>
            <a:endParaRPr sz="1650">
              <a:latin typeface="Wingdings 3"/>
              <a:cs typeface="Wingdings 3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348864" y="3903345"/>
            <a:ext cx="6737350" cy="361950"/>
          </a:xfrm>
          <a:prstGeom prst="rect">
            <a:avLst/>
          </a:prstGeom>
          <a:solidFill>
            <a:srgbClr val="FFFF00"/>
          </a:solidFill>
        </p:spPr>
        <p:txBody>
          <a:bodyPr vert="horz" wrap="square" lIns="0" tIns="0" rIns="0" bIns="0" rtlCol="0">
            <a:spAutoFit/>
          </a:bodyPr>
          <a:lstStyle/>
          <a:p>
            <a:pPr marL="1905">
              <a:lnSpc>
                <a:spcPts val="2775"/>
              </a:lnSpc>
            </a:pPr>
            <a:r>
              <a:rPr sz="2400" spc="65" dirty="0">
                <a:latin typeface="Times New Roman"/>
                <a:cs typeface="Times New Roman"/>
              </a:rPr>
              <a:t>The</a:t>
            </a:r>
            <a:r>
              <a:rPr sz="2400" spc="-125" dirty="0">
                <a:latin typeface="Times New Roman"/>
                <a:cs typeface="Times New Roman"/>
              </a:rPr>
              <a:t> </a:t>
            </a:r>
            <a:r>
              <a:rPr sz="2400" spc="114" dirty="0">
                <a:latin typeface="Times New Roman"/>
                <a:cs typeface="Times New Roman"/>
              </a:rPr>
              <a:t>two</a:t>
            </a:r>
            <a:r>
              <a:rPr sz="2400" spc="-65" dirty="0">
                <a:latin typeface="Times New Roman"/>
                <a:cs typeface="Times New Roman"/>
              </a:rPr>
              <a:t> </a:t>
            </a:r>
            <a:r>
              <a:rPr sz="2400" spc="70" dirty="0">
                <a:latin typeface="Times New Roman"/>
                <a:cs typeface="Times New Roman"/>
              </a:rPr>
              <a:t>semicolons</a:t>
            </a:r>
            <a:r>
              <a:rPr sz="2400" spc="-200" dirty="0">
                <a:latin typeface="Times New Roman"/>
                <a:cs typeface="Times New Roman"/>
              </a:rPr>
              <a:t> </a:t>
            </a:r>
            <a:r>
              <a:rPr sz="2400" spc="60" dirty="0">
                <a:latin typeface="Times New Roman"/>
                <a:cs typeface="Times New Roman"/>
              </a:rPr>
              <a:t>in</a:t>
            </a:r>
            <a:r>
              <a:rPr sz="2400" spc="-50" dirty="0">
                <a:latin typeface="Times New Roman"/>
                <a:cs typeface="Times New Roman"/>
              </a:rPr>
              <a:t> </a:t>
            </a:r>
            <a:r>
              <a:rPr sz="2400" spc="125" dirty="0">
                <a:latin typeface="Times New Roman"/>
                <a:cs typeface="Times New Roman"/>
              </a:rPr>
              <a:t>the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spc="-114" dirty="0">
                <a:latin typeface="Monaco"/>
                <a:cs typeface="Monaco"/>
              </a:rPr>
              <a:t>for</a:t>
            </a:r>
            <a:r>
              <a:rPr sz="2400" spc="-965" dirty="0">
                <a:latin typeface="Monaco"/>
                <a:cs typeface="Monaco"/>
              </a:rPr>
              <a:t> </a:t>
            </a:r>
            <a:r>
              <a:rPr sz="2400" spc="145" dirty="0">
                <a:latin typeface="Times New Roman"/>
                <a:cs typeface="Times New Roman"/>
              </a:rPr>
              <a:t>header</a:t>
            </a:r>
            <a:r>
              <a:rPr sz="2400" spc="-160" dirty="0">
                <a:latin typeface="Times New Roman"/>
                <a:cs typeface="Times New Roman"/>
              </a:rPr>
              <a:t> </a:t>
            </a:r>
            <a:r>
              <a:rPr sz="2400" spc="135" dirty="0">
                <a:latin typeface="Times New Roman"/>
                <a:cs typeface="Times New Roman"/>
              </a:rPr>
              <a:t>are</a:t>
            </a:r>
            <a:r>
              <a:rPr sz="2400" spc="-120" dirty="0">
                <a:latin typeface="Times New Roman"/>
                <a:cs typeface="Times New Roman"/>
              </a:rPr>
              <a:t> </a:t>
            </a:r>
            <a:r>
              <a:rPr sz="2400" spc="90" dirty="0">
                <a:latin typeface="Times New Roman"/>
                <a:cs typeface="Times New Roman"/>
              </a:rPr>
              <a:t>required.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147316" y="4249102"/>
            <a:ext cx="7639684" cy="380489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12065" marR="5080">
              <a:lnSpc>
                <a:spcPct val="90400"/>
              </a:lnSpc>
              <a:spcBef>
                <a:spcPts val="375"/>
              </a:spcBef>
              <a:buClr>
                <a:srgbClr val="2CA1BE"/>
              </a:buClr>
              <a:buSzPct val="68750"/>
              <a:tabLst>
                <a:tab pos="203200" algn="l"/>
              </a:tabLst>
            </a:pPr>
            <a:r>
              <a:rPr lang="da-DK" sz="2400" spc="-45" dirty="0">
                <a:latin typeface="Times New Roman"/>
                <a:cs typeface="Times New Roman"/>
              </a:rPr>
              <a:t> </a:t>
            </a:r>
            <a:endParaRPr sz="24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4" y="714073"/>
            <a:ext cx="5586507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458089"/>
            <a:ext cx="6798945" cy="1846580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509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a)Vary</a:t>
            </a:r>
            <a:r>
              <a:rPr sz="2000" spc="6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control</a:t>
            </a:r>
            <a:r>
              <a:rPr sz="2000" spc="15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variable</a:t>
            </a:r>
            <a:r>
              <a:rPr sz="2000" spc="20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from</a:t>
            </a:r>
            <a:r>
              <a:rPr sz="2000" spc="-105" dirty="0">
                <a:latin typeface="Times New Roman"/>
                <a:cs typeface="Times New Roman"/>
              </a:rPr>
              <a:t> </a:t>
            </a:r>
            <a:r>
              <a:rPr sz="2000" spc="-105" dirty="0">
                <a:latin typeface="Monaco"/>
                <a:cs typeface="Monaco"/>
              </a:rPr>
              <a:t>1</a:t>
            </a:r>
            <a:r>
              <a:rPr sz="2000" spc="-725" dirty="0">
                <a:latin typeface="Monaco"/>
                <a:cs typeface="Monaco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to</a:t>
            </a:r>
            <a:r>
              <a:rPr sz="2000" spc="-7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100</a:t>
            </a:r>
            <a:r>
              <a:rPr sz="2000" spc="-735" dirty="0">
                <a:latin typeface="Monaco"/>
                <a:cs typeface="Monaco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in</a:t>
            </a:r>
            <a:r>
              <a:rPr sz="2000" spc="-120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increments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Monaco"/>
                <a:cs typeface="Monaco"/>
              </a:rPr>
              <a:t>1</a:t>
            </a:r>
            <a:r>
              <a:rPr sz="2000" spc="-25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  <a:p>
            <a:pPr marL="727710">
              <a:lnSpc>
                <a:spcPct val="100000"/>
              </a:lnSpc>
              <a:spcBef>
                <a:spcPts val="300"/>
              </a:spcBef>
            </a:pPr>
            <a:r>
              <a:rPr sz="1400" spc="-45" dirty="0">
                <a:solidFill>
                  <a:srgbClr val="0000FF"/>
                </a:solidFill>
                <a:latin typeface="Monaco"/>
                <a:cs typeface="Monaco"/>
              </a:rPr>
              <a:t>for</a:t>
            </a:r>
            <a:r>
              <a:rPr sz="1400" spc="-145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spc="-20" dirty="0">
                <a:latin typeface="Monaco"/>
                <a:cs typeface="Monaco"/>
              </a:rPr>
              <a:t>(</a:t>
            </a:r>
            <a:r>
              <a:rPr sz="1400" spc="-20" dirty="0">
                <a:solidFill>
                  <a:srgbClr val="0000FF"/>
                </a:solidFill>
                <a:latin typeface="Monaco"/>
                <a:cs typeface="Monaco"/>
              </a:rPr>
              <a:t>int</a:t>
            </a:r>
            <a:r>
              <a:rPr sz="1400" spc="-14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50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dirty="0">
                <a:solidFill>
                  <a:srgbClr val="1289FF"/>
                </a:solidFill>
                <a:latin typeface="Monaco"/>
                <a:cs typeface="Monaco"/>
              </a:rPr>
              <a:t>1</a:t>
            </a:r>
            <a:r>
              <a:rPr sz="1400" dirty="0">
                <a:latin typeface="Monaco"/>
                <a:cs typeface="Monaco"/>
              </a:rPr>
              <a:t>;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50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&lt;=</a:t>
            </a:r>
            <a:r>
              <a:rPr sz="1400" spc="-135" dirty="0">
                <a:latin typeface="Monaco"/>
                <a:cs typeface="Monaco"/>
              </a:rPr>
              <a:t> </a:t>
            </a:r>
            <a:r>
              <a:rPr sz="1400" spc="-45" dirty="0">
                <a:solidFill>
                  <a:srgbClr val="1289FF"/>
                </a:solidFill>
                <a:latin typeface="Monaco"/>
                <a:cs typeface="Monaco"/>
              </a:rPr>
              <a:t>100</a:t>
            </a:r>
            <a:r>
              <a:rPr sz="1400" spc="-45" dirty="0">
                <a:latin typeface="Monaco"/>
                <a:cs typeface="Monaco"/>
              </a:rPr>
              <a:t>;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spc="-20" dirty="0">
                <a:latin typeface="Monaco"/>
                <a:cs typeface="Monaco"/>
              </a:rPr>
              <a:t>i++)</a:t>
            </a:r>
            <a:endParaRPr sz="1400">
              <a:latin typeface="Monaco"/>
              <a:cs typeface="Monaco"/>
            </a:endParaRPr>
          </a:p>
          <a:p>
            <a:pPr marL="202565" indent="-189865">
              <a:lnSpc>
                <a:spcPct val="100000"/>
              </a:lnSpc>
              <a:spcBef>
                <a:spcPts val="35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b)Vary</a:t>
            </a:r>
            <a:r>
              <a:rPr sz="2000" spc="6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control</a:t>
            </a:r>
            <a:r>
              <a:rPr sz="2000" spc="15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variable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from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100</a:t>
            </a:r>
            <a:r>
              <a:rPr sz="2000" spc="-730" dirty="0">
                <a:latin typeface="Monaco"/>
                <a:cs typeface="Monaco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to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-105" dirty="0">
                <a:latin typeface="Monaco"/>
                <a:cs typeface="Monaco"/>
              </a:rPr>
              <a:t>1</a:t>
            </a:r>
            <a:r>
              <a:rPr sz="2000" spc="-730" dirty="0">
                <a:latin typeface="Monaco"/>
                <a:cs typeface="Monaco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in</a:t>
            </a:r>
            <a:r>
              <a:rPr sz="2000" spc="-120" dirty="0">
                <a:latin typeface="Times New Roman"/>
                <a:cs typeface="Times New Roman"/>
              </a:rPr>
              <a:t> </a:t>
            </a:r>
            <a:r>
              <a:rPr sz="2000" i="1" spc="45" dirty="0">
                <a:latin typeface="Times New Roman"/>
                <a:cs typeface="Times New Roman"/>
              </a:rPr>
              <a:t>decrements</a:t>
            </a:r>
            <a:r>
              <a:rPr sz="2000" i="1" spc="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25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Monaco"/>
                <a:cs typeface="Monaco"/>
              </a:rPr>
              <a:t>1</a:t>
            </a:r>
            <a:r>
              <a:rPr sz="2000" spc="-25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  <a:p>
            <a:pPr marL="727710">
              <a:lnSpc>
                <a:spcPct val="100000"/>
              </a:lnSpc>
              <a:spcBef>
                <a:spcPts val="380"/>
              </a:spcBef>
            </a:pPr>
            <a:r>
              <a:rPr sz="1400" spc="-45" dirty="0">
                <a:solidFill>
                  <a:srgbClr val="0000FF"/>
                </a:solidFill>
                <a:latin typeface="Monaco"/>
                <a:cs typeface="Monaco"/>
              </a:rPr>
              <a:t>for</a:t>
            </a:r>
            <a:r>
              <a:rPr sz="1400" spc="-145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spc="-10" dirty="0">
                <a:latin typeface="Monaco"/>
                <a:cs typeface="Monaco"/>
              </a:rPr>
              <a:t>(</a:t>
            </a:r>
            <a:r>
              <a:rPr sz="1400" spc="-10" dirty="0">
                <a:solidFill>
                  <a:srgbClr val="0000FF"/>
                </a:solidFill>
                <a:latin typeface="Monaco"/>
                <a:cs typeface="Monaco"/>
              </a:rPr>
              <a:t>int</a:t>
            </a:r>
            <a:r>
              <a:rPr sz="1400" spc="-135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35" dirty="0">
                <a:latin typeface="Monaco"/>
                <a:cs typeface="Monaco"/>
              </a:rPr>
              <a:t> </a:t>
            </a:r>
            <a:r>
              <a:rPr sz="1400" spc="-45" dirty="0">
                <a:solidFill>
                  <a:srgbClr val="1289FF"/>
                </a:solidFill>
                <a:latin typeface="Monaco"/>
                <a:cs typeface="Monaco"/>
              </a:rPr>
              <a:t>100</a:t>
            </a:r>
            <a:r>
              <a:rPr sz="1400" spc="-45" dirty="0">
                <a:latin typeface="Monaco"/>
                <a:cs typeface="Monaco"/>
              </a:rPr>
              <a:t>;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&gt;=</a:t>
            </a:r>
            <a:r>
              <a:rPr sz="1400" spc="-135" dirty="0">
                <a:latin typeface="Monaco"/>
                <a:cs typeface="Monaco"/>
              </a:rPr>
              <a:t> </a:t>
            </a:r>
            <a:r>
              <a:rPr sz="1400" dirty="0">
                <a:solidFill>
                  <a:srgbClr val="1289FF"/>
                </a:solidFill>
                <a:latin typeface="Monaco"/>
                <a:cs typeface="Monaco"/>
              </a:rPr>
              <a:t>1</a:t>
            </a:r>
            <a:r>
              <a:rPr sz="1400" dirty="0">
                <a:latin typeface="Monaco"/>
                <a:cs typeface="Monaco"/>
              </a:rPr>
              <a:t>;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65" dirty="0">
                <a:latin typeface="Monaco"/>
                <a:cs typeface="Monaco"/>
              </a:rPr>
              <a:t>i-</a:t>
            </a:r>
            <a:r>
              <a:rPr sz="1400" spc="-25" dirty="0">
                <a:latin typeface="Monaco"/>
                <a:cs typeface="Monaco"/>
              </a:rPr>
              <a:t>-</a:t>
            </a:r>
            <a:r>
              <a:rPr sz="1400" spc="-50" dirty="0">
                <a:latin typeface="Monaco"/>
                <a:cs typeface="Monaco"/>
              </a:rPr>
              <a:t>)</a:t>
            </a:r>
            <a:endParaRPr sz="1400">
              <a:latin typeface="Monaco"/>
              <a:cs typeface="Monaco"/>
            </a:endParaRPr>
          </a:p>
          <a:p>
            <a:pPr marL="202565" indent="-189865">
              <a:lnSpc>
                <a:spcPct val="100000"/>
              </a:lnSpc>
              <a:spcBef>
                <a:spcPts val="27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c)Vary</a:t>
            </a:r>
            <a:r>
              <a:rPr sz="2000" spc="5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control</a:t>
            </a:r>
            <a:r>
              <a:rPr sz="2000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variable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from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-105" dirty="0">
                <a:latin typeface="Monaco"/>
                <a:cs typeface="Monaco"/>
              </a:rPr>
              <a:t>7</a:t>
            </a:r>
            <a:r>
              <a:rPr sz="2000" spc="-740" dirty="0">
                <a:latin typeface="Monaco"/>
                <a:cs typeface="Monaco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to</a:t>
            </a:r>
            <a:r>
              <a:rPr sz="2000" spc="-80" dirty="0">
                <a:latin typeface="Times New Roman"/>
                <a:cs typeface="Times New Roman"/>
              </a:rPr>
              <a:t> </a:t>
            </a:r>
            <a:r>
              <a:rPr sz="2000" spc="-100" dirty="0">
                <a:latin typeface="Monaco"/>
                <a:cs typeface="Monaco"/>
              </a:rPr>
              <a:t>77</a:t>
            </a:r>
            <a:r>
              <a:rPr sz="2000" spc="-745" dirty="0">
                <a:latin typeface="Monaco"/>
                <a:cs typeface="Monaco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in</a:t>
            </a:r>
            <a:r>
              <a:rPr sz="2000" spc="-135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increments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2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Monaco"/>
                <a:cs typeface="Monaco"/>
              </a:rPr>
              <a:t>7</a:t>
            </a:r>
            <a:r>
              <a:rPr sz="2000" spc="-25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  <a:p>
            <a:pPr marL="727710">
              <a:lnSpc>
                <a:spcPct val="100000"/>
              </a:lnSpc>
              <a:spcBef>
                <a:spcPts val="380"/>
              </a:spcBef>
            </a:pPr>
            <a:r>
              <a:rPr sz="1400" spc="-45" dirty="0">
                <a:solidFill>
                  <a:srgbClr val="0000FF"/>
                </a:solidFill>
                <a:latin typeface="Monaco"/>
                <a:cs typeface="Monaco"/>
              </a:rPr>
              <a:t>for</a:t>
            </a:r>
            <a:r>
              <a:rPr sz="1400" spc="-15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spc="-20" dirty="0">
                <a:latin typeface="Monaco"/>
                <a:cs typeface="Monaco"/>
              </a:rPr>
              <a:t>(</a:t>
            </a:r>
            <a:r>
              <a:rPr sz="1400" spc="-20" dirty="0">
                <a:solidFill>
                  <a:srgbClr val="0000FF"/>
                </a:solidFill>
                <a:latin typeface="Monaco"/>
                <a:cs typeface="Monaco"/>
              </a:rPr>
              <a:t>int</a:t>
            </a:r>
            <a:r>
              <a:rPr sz="1400" spc="-15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50" dirty="0">
                <a:latin typeface="Monaco"/>
                <a:cs typeface="Monaco"/>
              </a:rPr>
              <a:t> </a:t>
            </a:r>
            <a:r>
              <a:rPr sz="1400" dirty="0">
                <a:solidFill>
                  <a:srgbClr val="1289FF"/>
                </a:solidFill>
                <a:latin typeface="Monaco"/>
                <a:cs typeface="Monaco"/>
              </a:rPr>
              <a:t>7</a:t>
            </a:r>
            <a:r>
              <a:rPr sz="1400" dirty="0">
                <a:latin typeface="Monaco"/>
                <a:cs typeface="Monaco"/>
              </a:rPr>
              <a:t>;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&lt;=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spc="-10" dirty="0">
                <a:solidFill>
                  <a:srgbClr val="1289FF"/>
                </a:solidFill>
                <a:latin typeface="Monaco"/>
                <a:cs typeface="Monaco"/>
              </a:rPr>
              <a:t>77</a:t>
            </a:r>
            <a:r>
              <a:rPr sz="1400" spc="-10" dirty="0">
                <a:latin typeface="Monaco"/>
                <a:cs typeface="Monaco"/>
              </a:rPr>
              <a:t>;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+=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35" dirty="0">
                <a:solidFill>
                  <a:srgbClr val="1289FF"/>
                </a:solidFill>
                <a:latin typeface="Monaco"/>
                <a:cs typeface="Monaco"/>
              </a:rPr>
              <a:t>7</a:t>
            </a:r>
            <a:r>
              <a:rPr sz="1400" spc="-35" dirty="0">
                <a:latin typeface="Monaco"/>
                <a:cs typeface="Monaco"/>
              </a:rPr>
              <a:t>)</a:t>
            </a:r>
            <a:endParaRPr sz="1400">
              <a:latin typeface="Monaco"/>
              <a:cs typeface="Monaco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6" y="714073"/>
            <a:ext cx="6624727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458089"/>
            <a:ext cx="8600440" cy="1846580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509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d)Vary</a:t>
            </a:r>
            <a:r>
              <a:rPr sz="2000" spc="6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control</a:t>
            </a:r>
            <a:r>
              <a:rPr sz="2000" spc="15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variable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from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100" dirty="0">
                <a:latin typeface="Monaco"/>
                <a:cs typeface="Monaco"/>
              </a:rPr>
              <a:t>20</a:t>
            </a:r>
            <a:r>
              <a:rPr sz="2000" spc="-730" dirty="0">
                <a:latin typeface="Monaco"/>
                <a:cs typeface="Monaco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to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-105" dirty="0">
                <a:latin typeface="Monaco"/>
                <a:cs typeface="Monaco"/>
              </a:rPr>
              <a:t>2</a:t>
            </a:r>
            <a:r>
              <a:rPr sz="2000" spc="-730" dirty="0">
                <a:latin typeface="Monaco"/>
                <a:cs typeface="Monaco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in</a:t>
            </a:r>
            <a:r>
              <a:rPr sz="2000" spc="-120" dirty="0">
                <a:latin typeface="Times New Roman"/>
                <a:cs typeface="Times New Roman"/>
              </a:rPr>
              <a:t> </a:t>
            </a:r>
            <a:r>
              <a:rPr sz="2000" i="1" spc="45" dirty="0">
                <a:latin typeface="Times New Roman"/>
                <a:cs typeface="Times New Roman"/>
              </a:rPr>
              <a:t>decrements</a:t>
            </a:r>
            <a:r>
              <a:rPr sz="2000" i="1" spc="10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Monaco"/>
                <a:cs typeface="Monaco"/>
              </a:rPr>
              <a:t>2</a:t>
            </a:r>
            <a:r>
              <a:rPr sz="2000" spc="-25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  <a:p>
            <a:pPr marL="727710">
              <a:lnSpc>
                <a:spcPct val="100000"/>
              </a:lnSpc>
              <a:spcBef>
                <a:spcPts val="300"/>
              </a:spcBef>
            </a:pPr>
            <a:r>
              <a:rPr sz="1400" spc="-45" dirty="0">
                <a:solidFill>
                  <a:srgbClr val="0000FF"/>
                </a:solidFill>
                <a:latin typeface="Monaco"/>
                <a:cs typeface="Monaco"/>
              </a:rPr>
              <a:t>for</a:t>
            </a:r>
            <a:r>
              <a:rPr sz="1400" spc="-14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spc="-20" dirty="0">
                <a:latin typeface="Monaco"/>
                <a:cs typeface="Monaco"/>
              </a:rPr>
              <a:t>(</a:t>
            </a:r>
            <a:r>
              <a:rPr sz="1400" spc="-20" dirty="0">
                <a:solidFill>
                  <a:srgbClr val="0000FF"/>
                </a:solidFill>
                <a:latin typeface="Monaco"/>
                <a:cs typeface="Monaco"/>
              </a:rPr>
              <a:t>int</a:t>
            </a:r>
            <a:r>
              <a:rPr sz="1400" spc="-14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10" dirty="0">
                <a:solidFill>
                  <a:srgbClr val="1289FF"/>
                </a:solidFill>
                <a:latin typeface="Monaco"/>
                <a:cs typeface="Monaco"/>
              </a:rPr>
              <a:t>20</a:t>
            </a:r>
            <a:r>
              <a:rPr sz="1400" spc="-10" dirty="0">
                <a:latin typeface="Monaco"/>
                <a:cs typeface="Monaco"/>
              </a:rPr>
              <a:t>;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&gt;=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dirty="0">
                <a:solidFill>
                  <a:srgbClr val="1289FF"/>
                </a:solidFill>
                <a:latin typeface="Monaco"/>
                <a:cs typeface="Monaco"/>
              </a:rPr>
              <a:t>2</a:t>
            </a:r>
            <a:r>
              <a:rPr sz="1400" dirty="0">
                <a:latin typeface="Monaco"/>
                <a:cs typeface="Monaco"/>
              </a:rPr>
              <a:t>;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100" dirty="0">
                <a:latin typeface="Monaco"/>
                <a:cs typeface="Monaco"/>
              </a:rPr>
              <a:t>-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25" dirty="0">
                <a:solidFill>
                  <a:srgbClr val="1289FF"/>
                </a:solidFill>
                <a:latin typeface="Monaco"/>
                <a:cs typeface="Monaco"/>
              </a:rPr>
              <a:t>2</a:t>
            </a:r>
            <a:r>
              <a:rPr sz="1400" spc="-25" dirty="0">
                <a:latin typeface="Monaco"/>
                <a:cs typeface="Monaco"/>
              </a:rPr>
              <a:t>)</a:t>
            </a:r>
            <a:endParaRPr sz="1400">
              <a:latin typeface="Monaco"/>
              <a:cs typeface="Monaco"/>
            </a:endParaRPr>
          </a:p>
          <a:p>
            <a:pPr marL="202565" indent="-189865">
              <a:lnSpc>
                <a:spcPct val="100000"/>
              </a:lnSpc>
              <a:spcBef>
                <a:spcPts val="35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e)Vary</a:t>
            </a:r>
            <a:r>
              <a:rPr sz="2000" spc="6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control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variable</a:t>
            </a:r>
            <a:r>
              <a:rPr sz="2000" spc="20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over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50" dirty="0">
                <a:latin typeface="Times New Roman"/>
                <a:cs typeface="Times New Roman"/>
              </a:rPr>
              <a:t>values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-75" dirty="0">
                <a:latin typeface="Monaco"/>
                <a:cs typeface="Monaco"/>
              </a:rPr>
              <a:t>2</a:t>
            </a:r>
            <a:r>
              <a:rPr sz="2000" spc="-75" dirty="0">
                <a:latin typeface="Times New Roman"/>
                <a:cs typeface="Times New Roman"/>
              </a:rPr>
              <a:t>,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5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8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8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80" dirty="0">
                <a:latin typeface="Times New Roman"/>
                <a:cs typeface="Times New Roman"/>
              </a:rPr>
              <a:t> </a:t>
            </a:r>
            <a:r>
              <a:rPr sz="2000" spc="-80" dirty="0">
                <a:latin typeface="Monaco"/>
                <a:cs typeface="Monaco"/>
              </a:rPr>
              <a:t>11</a:t>
            </a:r>
            <a:r>
              <a:rPr sz="2000" spc="-80" dirty="0">
                <a:latin typeface="Times New Roman"/>
                <a:cs typeface="Times New Roman"/>
              </a:rPr>
              <a:t>,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14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8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17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85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Monaco"/>
                <a:cs typeface="Monaco"/>
              </a:rPr>
              <a:t>20</a:t>
            </a:r>
            <a:r>
              <a:rPr sz="2000" spc="-25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  <a:p>
            <a:pPr marL="727710">
              <a:lnSpc>
                <a:spcPct val="100000"/>
              </a:lnSpc>
              <a:spcBef>
                <a:spcPts val="380"/>
              </a:spcBef>
            </a:pPr>
            <a:r>
              <a:rPr sz="1400" spc="-45" dirty="0">
                <a:solidFill>
                  <a:srgbClr val="0000FF"/>
                </a:solidFill>
                <a:latin typeface="Monaco"/>
                <a:cs typeface="Monaco"/>
              </a:rPr>
              <a:t>for</a:t>
            </a:r>
            <a:r>
              <a:rPr sz="1400" spc="-155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spc="-10" dirty="0">
                <a:latin typeface="Monaco"/>
                <a:cs typeface="Monaco"/>
              </a:rPr>
              <a:t>(</a:t>
            </a:r>
            <a:r>
              <a:rPr sz="1400" spc="-10" dirty="0">
                <a:solidFill>
                  <a:srgbClr val="0000FF"/>
                </a:solidFill>
                <a:latin typeface="Monaco"/>
                <a:cs typeface="Monaco"/>
              </a:rPr>
              <a:t>int</a:t>
            </a:r>
            <a:r>
              <a:rPr sz="1400" spc="-145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60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solidFill>
                  <a:srgbClr val="1289FF"/>
                </a:solidFill>
                <a:latin typeface="Monaco"/>
                <a:cs typeface="Monaco"/>
              </a:rPr>
              <a:t>2</a:t>
            </a:r>
            <a:r>
              <a:rPr sz="1400" dirty="0">
                <a:latin typeface="Monaco"/>
                <a:cs typeface="Monaco"/>
              </a:rPr>
              <a:t>;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&lt;=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spc="-10" dirty="0">
                <a:solidFill>
                  <a:srgbClr val="1289FF"/>
                </a:solidFill>
                <a:latin typeface="Monaco"/>
                <a:cs typeface="Monaco"/>
              </a:rPr>
              <a:t>20</a:t>
            </a:r>
            <a:r>
              <a:rPr sz="1400" spc="-10" dirty="0">
                <a:latin typeface="Monaco"/>
                <a:cs typeface="Monaco"/>
              </a:rPr>
              <a:t>;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+=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spc="-25" dirty="0">
                <a:solidFill>
                  <a:srgbClr val="1289FF"/>
                </a:solidFill>
                <a:latin typeface="Monaco"/>
                <a:cs typeface="Monaco"/>
              </a:rPr>
              <a:t>3</a:t>
            </a:r>
            <a:r>
              <a:rPr sz="1400" spc="-25" dirty="0">
                <a:latin typeface="Monaco"/>
                <a:cs typeface="Monaco"/>
              </a:rPr>
              <a:t>)</a:t>
            </a:r>
            <a:endParaRPr sz="1400">
              <a:latin typeface="Monaco"/>
              <a:cs typeface="Monaco"/>
            </a:endParaRPr>
          </a:p>
          <a:p>
            <a:pPr marL="202565" indent="-189865">
              <a:lnSpc>
                <a:spcPct val="100000"/>
              </a:lnSpc>
              <a:spcBef>
                <a:spcPts val="27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f)Vary</a:t>
            </a:r>
            <a:r>
              <a:rPr sz="2000" spc="5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control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variable</a:t>
            </a:r>
            <a:r>
              <a:rPr sz="2000" spc="15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over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50" dirty="0">
                <a:latin typeface="Times New Roman"/>
                <a:cs typeface="Times New Roman"/>
              </a:rPr>
              <a:t>values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-80" dirty="0">
                <a:latin typeface="Monaco"/>
                <a:cs typeface="Monaco"/>
              </a:rPr>
              <a:t>99</a:t>
            </a:r>
            <a:r>
              <a:rPr sz="2000" spc="-80" dirty="0">
                <a:latin typeface="Times New Roman"/>
                <a:cs typeface="Times New Roman"/>
              </a:rPr>
              <a:t>,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88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8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77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66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55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44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-85" dirty="0">
                <a:latin typeface="Monaco"/>
                <a:cs typeface="Monaco"/>
              </a:rPr>
              <a:t>33</a:t>
            </a:r>
            <a:r>
              <a:rPr sz="2000" spc="-85" dirty="0">
                <a:latin typeface="Times New Roman"/>
                <a:cs typeface="Times New Roman"/>
              </a:rPr>
              <a:t>,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22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8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11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Monaco"/>
                <a:cs typeface="Monaco"/>
              </a:rPr>
              <a:t>0</a:t>
            </a:r>
            <a:r>
              <a:rPr sz="2000" spc="-25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  <a:p>
            <a:pPr marL="727710">
              <a:lnSpc>
                <a:spcPct val="100000"/>
              </a:lnSpc>
              <a:spcBef>
                <a:spcPts val="380"/>
              </a:spcBef>
            </a:pPr>
            <a:r>
              <a:rPr sz="1400" spc="-45" dirty="0">
                <a:solidFill>
                  <a:srgbClr val="0000FF"/>
                </a:solidFill>
                <a:latin typeface="Monaco"/>
                <a:cs typeface="Monaco"/>
              </a:rPr>
              <a:t>for</a:t>
            </a:r>
            <a:r>
              <a:rPr sz="1400" spc="-14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spc="-20" dirty="0">
                <a:latin typeface="Monaco"/>
                <a:cs typeface="Monaco"/>
              </a:rPr>
              <a:t>(</a:t>
            </a:r>
            <a:r>
              <a:rPr sz="1400" spc="-20" dirty="0">
                <a:solidFill>
                  <a:srgbClr val="0000FF"/>
                </a:solidFill>
                <a:latin typeface="Monaco"/>
                <a:cs typeface="Monaco"/>
              </a:rPr>
              <a:t>int</a:t>
            </a:r>
            <a:r>
              <a:rPr sz="1400" spc="-14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10" dirty="0">
                <a:solidFill>
                  <a:srgbClr val="1289FF"/>
                </a:solidFill>
                <a:latin typeface="Monaco"/>
                <a:cs typeface="Monaco"/>
              </a:rPr>
              <a:t>99</a:t>
            </a:r>
            <a:r>
              <a:rPr sz="1400" spc="-10" dirty="0">
                <a:latin typeface="Monaco"/>
                <a:cs typeface="Monaco"/>
              </a:rPr>
              <a:t>;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&gt;=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dirty="0">
                <a:solidFill>
                  <a:srgbClr val="1289FF"/>
                </a:solidFill>
                <a:latin typeface="Monaco"/>
                <a:cs typeface="Monaco"/>
              </a:rPr>
              <a:t>0</a:t>
            </a:r>
            <a:r>
              <a:rPr sz="1400" dirty="0">
                <a:latin typeface="Monaco"/>
                <a:cs typeface="Monaco"/>
              </a:rPr>
              <a:t>;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100" dirty="0">
                <a:latin typeface="Monaco"/>
                <a:cs typeface="Monaco"/>
              </a:rPr>
              <a:t>-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25" dirty="0">
                <a:solidFill>
                  <a:srgbClr val="1289FF"/>
                </a:solidFill>
                <a:latin typeface="Monaco"/>
                <a:cs typeface="Monaco"/>
              </a:rPr>
              <a:t>11</a:t>
            </a:r>
            <a:r>
              <a:rPr sz="1400" spc="-25" dirty="0">
                <a:latin typeface="Monaco"/>
                <a:cs typeface="Monaco"/>
              </a:rPr>
              <a:t>)</a:t>
            </a:r>
            <a:endParaRPr sz="1400">
              <a:latin typeface="Monaco"/>
              <a:cs typeface="Monaco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28336" y="1237967"/>
            <a:ext cx="8135327" cy="438206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290445" y="634047"/>
            <a:ext cx="97155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Arial"/>
                <a:cs typeface="Arial"/>
              </a:rPr>
              <a:t>For2.java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6" y="714073"/>
            <a:ext cx="6624727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49300" y="1478216"/>
            <a:ext cx="10666730" cy="275907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27965" indent="-189865" algn="just">
              <a:lnSpc>
                <a:spcPct val="100000"/>
              </a:lnSpc>
              <a:spcBef>
                <a:spcPts val="12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27965" algn="l"/>
              </a:tabLst>
            </a:pPr>
            <a:r>
              <a:rPr sz="2000" spc="55" dirty="0">
                <a:latin typeface="Times New Roman"/>
                <a:cs typeface="Times New Roman"/>
              </a:rPr>
              <a:t>Compound</a:t>
            </a:r>
            <a:r>
              <a:rPr sz="2000" spc="3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interest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application</a:t>
            </a:r>
            <a:endParaRPr sz="2000">
              <a:latin typeface="Times New Roman"/>
              <a:cs typeface="Times New Roman"/>
            </a:endParaRPr>
          </a:p>
          <a:p>
            <a:pPr marL="228600" marR="30480" indent="-190500" algn="just">
              <a:lnSpc>
                <a:spcPct val="92300"/>
              </a:lnSpc>
              <a:spcBef>
                <a:spcPts val="26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28600" algn="l"/>
              </a:tabLst>
            </a:pPr>
            <a:r>
              <a:rPr sz="2000" i="1" dirty="0">
                <a:latin typeface="Times New Roman"/>
                <a:cs typeface="Times New Roman"/>
              </a:rPr>
              <a:t>A</a:t>
            </a:r>
            <a:r>
              <a:rPr sz="2000" i="1" spc="3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person</a:t>
            </a:r>
            <a:r>
              <a:rPr sz="2000" i="1" spc="7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invests</a:t>
            </a:r>
            <a:r>
              <a:rPr sz="2000" i="1" spc="17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$1,000</a:t>
            </a:r>
            <a:r>
              <a:rPr sz="2000" i="1" spc="18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in</a:t>
            </a:r>
            <a:r>
              <a:rPr sz="2000" i="1" spc="-15" dirty="0">
                <a:latin typeface="Times New Roman"/>
                <a:cs typeface="Times New Roman"/>
              </a:rPr>
              <a:t> </a:t>
            </a:r>
            <a:r>
              <a:rPr sz="2000" i="1" spc="60" dirty="0">
                <a:latin typeface="Times New Roman"/>
                <a:cs typeface="Times New Roman"/>
              </a:rPr>
              <a:t>a</a:t>
            </a:r>
            <a:r>
              <a:rPr sz="2000" i="1" spc="9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savings</a:t>
            </a:r>
            <a:r>
              <a:rPr sz="2000" i="1" spc="165" dirty="0">
                <a:latin typeface="Times New Roman"/>
                <a:cs typeface="Times New Roman"/>
              </a:rPr>
              <a:t> </a:t>
            </a:r>
            <a:r>
              <a:rPr sz="2000" i="1" spc="45" dirty="0">
                <a:latin typeface="Times New Roman"/>
                <a:cs typeface="Times New Roman"/>
              </a:rPr>
              <a:t>account</a:t>
            </a:r>
            <a:r>
              <a:rPr sz="2000" i="1" spc="-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yielding</a:t>
            </a:r>
            <a:r>
              <a:rPr sz="2000" i="1" spc="190" dirty="0">
                <a:latin typeface="Times New Roman"/>
                <a:cs typeface="Times New Roman"/>
              </a:rPr>
              <a:t> </a:t>
            </a:r>
            <a:r>
              <a:rPr sz="2000" i="1" spc="55" dirty="0">
                <a:latin typeface="Times New Roman"/>
                <a:cs typeface="Times New Roman"/>
              </a:rPr>
              <a:t>5%</a:t>
            </a:r>
            <a:r>
              <a:rPr sz="2000" i="1" spc="9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interest.</a:t>
            </a:r>
            <a:r>
              <a:rPr sz="2000" i="1" spc="7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Assuming</a:t>
            </a:r>
            <a:r>
              <a:rPr sz="2000" i="1" spc="190" dirty="0">
                <a:latin typeface="Times New Roman"/>
                <a:cs typeface="Times New Roman"/>
              </a:rPr>
              <a:t> </a:t>
            </a:r>
            <a:r>
              <a:rPr sz="2000" i="1" spc="90" dirty="0">
                <a:latin typeface="Times New Roman"/>
                <a:cs typeface="Times New Roman"/>
              </a:rPr>
              <a:t>that</a:t>
            </a:r>
            <a:r>
              <a:rPr sz="2000" i="1" spc="8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all</a:t>
            </a:r>
            <a:r>
              <a:rPr sz="2000" i="1" spc="5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8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interest</a:t>
            </a:r>
            <a:r>
              <a:rPr sz="2000" i="1" spc="170" dirty="0">
                <a:latin typeface="Times New Roman"/>
                <a:cs typeface="Times New Roman"/>
              </a:rPr>
              <a:t> </a:t>
            </a:r>
            <a:r>
              <a:rPr sz="2000" i="1" spc="-25" dirty="0">
                <a:latin typeface="Times New Roman"/>
                <a:cs typeface="Times New Roman"/>
              </a:rPr>
              <a:t>is </a:t>
            </a:r>
            <a:r>
              <a:rPr sz="2000" i="1" dirty="0">
                <a:latin typeface="Times New Roman"/>
                <a:cs typeface="Times New Roman"/>
              </a:rPr>
              <a:t>left</a:t>
            </a:r>
            <a:r>
              <a:rPr sz="2000" i="1" spc="80" dirty="0">
                <a:latin typeface="Times New Roman"/>
                <a:cs typeface="Times New Roman"/>
              </a:rPr>
              <a:t> </a:t>
            </a:r>
            <a:r>
              <a:rPr sz="2000" i="1" spc="60" dirty="0">
                <a:latin typeface="Times New Roman"/>
                <a:cs typeface="Times New Roman"/>
              </a:rPr>
              <a:t>on</a:t>
            </a:r>
            <a:r>
              <a:rPr sz="2000" i="1" spc="-2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deposit,</a:t>
            </a:r>
            <a:r>
              <a:rPr sz="2000" i="1" spc="7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calculate</a:t>
            </a:r>
            <a:r>
              <a:rPr sz="2000" i="1" spc="85" dirty="0">
                <a:latin typeface="Times New Roman"/>
                <a:cs typeface="Times New Roman"/>
              </a:rPr>
              <a:t> </a:t>
            </a:r>
            <a:r>
              <a:rPr sz="2000" i="1" spc="50" dirty="0">
                <a:latin typeface="Times New Roman"/>
                <a:cs typeface="Times New Roman"/>
              </a:rPr>
              <a:t>and</a:t>
            </a:r>
            <a:r>
              <a:rPr sz="2000" i="1" spc="9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print</a:t>
            </a:r>
            <a:r>
              <a:rPr sz="2000" i="1" spc="85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80" dirty="0">
                <a:latin typeface="Times New Roman"/>
                <a:cs typeface="Times New Roman"/>
              </a:rPr>
              <a:t> </a:t>
            </a:r>
            <a:r>
              <a:rPr sz="2000" i="1" spc="85" dirty="0">
                <a:latin typeface="Times New Roman"/>
                <a:cs typeface="Times New Roman"/>
              </a:rPr>
              <a:t>amount</a:t>
            </a:r>
            <a:r>
              <a:rPr sz="2000" i="1" spc="-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of</a:t>
            </a:r>
            <a:r>
              <a:rPr sz="2000" i="1" spc="25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money</a:t>
            </a:r>
            <a:r>
              <a:rPr sz="2000" i="1" spc="-1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in</a:t>
            </a:r>
            <a:r>
              <a:rPr sz="2000" i="1" spc="70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80" dirty="0">
                <a:latin typeface="Times New Roman"/>
                <a:cs typeface="Times New Roman"/>
              </a:rPr>
              <a:t> </a:t>
            </a:r>
            <a:r>
              <a:rPr sz="2000" i="1" spc="45" dirty="0">
                <a:latin typeface="Times New Roman"/>
                <a:cs typeface="Times New Roman"/>
              </a:rPr>
              <a:t>account</a:t>
            </a:r>
            <a:r>
              <a:rPr sz="2000" i="1" spc="-5" dirty="0">
                <a:latin typeface="Times New Roman"/>
                <a:cs typeface="Times New Roman"/>
              </a:rPr>
              <a:t> </a:t>
            </a:r>
            <a:r>
              <a:rPr sz="2000" i="1" spc="95" dirty="0">
                <a:latin typeface="Times New Roman"/>
                <a:cs typeface="Times New Roman"/>
              </a:rPr>
              <a:t>at</a:t>
            </a:r>
            <a:r>
              <a:rPr sz="2000" i="1" spc="-5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8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end</a:t>
            </a:r>
            <a:r>
              <a:rPr sz="2000" i="1" spc="10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of</a:t>
            </a:r>
            <a:r>
              <a:rPr sz="2000" i="1" spc="2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each</a:t>
            </a:r>
            <a:r>
              <a:rPr sz="2000" i="1" spc="-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year</a:t>
            </a:r>
            <a:r>
              <a:rPr sz="2000" i="1" spc="110" dirty="0">
                <a:latin typeface="Times New Roman"/>
                <a:cs typeface="Times New Roman"/>
              </a:rPr>
              <a:t> </a:t>
            </a:r>
            <a:r>
              <a:rPr sz="2000" i="1" spc="-25" dirty="0">
                <a:latin typeface="Times New Roman"/>
                <a:cs typeface="Times New Roman"/>
              </a:rPr>
              <a:t>for </a:t>
            </a:r>
            <a:r>
              <a:rPr sz="2000" i="1" spc="55" dirty="0">
                <a:latin typeface="Times New Roman"/>
                <a:cs typeface="Times New Roman"/>
              </a:rPr>
              <a:t>10</a:t>
            </a:r>
            <a:r>
              <a:rPr sz="2000" i="1" spc="2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years.</a:t>
            </a:r>
            <a:r>
              <a:rPr sz="2000" i="1" spc="25" dirty="0">
                <a:latin typeface="Times New Roman"/>
                <a:cs typeface="Times New Roman"/>
              </a:rPr>
              <a:t> </a:t>
            </a:r>
            <a:r>
              <a:rPr sz="2000" i="1" spc="-25" dirty="0">
                <a:latin typeface="Times New Roman"/>
                <a:cs typeface="Times New Roman"/>
              </a:rPr>
              <a:t>Use</a:t>
            </a:r>
            <a:r>
              <a:rPr sz="2000" i="1" spc="30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3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following</a:t>
            </a:r>
            <a:r>
              <a:rPr sz="2000" i="1" spc="-114" dirty="0">
                <a:latin typeface="Times New Roman"/>
                <a:cs typeface="Times New Roman"/>
              </a:rPr>
              <a:t> </a:t>
            </a:r>
            <a:r>
              <a:rPr sz="2000" i="1" spc="55" dirty="0">
                <a:latin typeface="Times New Roman"/>
                <a:cs typeface="Times New Roman"/>
              </a:rPr>
              <a:t>formula</a:t>
            </a:r>
            <a:r>
              <a:rPr sz="2000" i="1" spc="-40" dirty="0">
                <a:latin typeface="Times New Roman"/>
                <a:cs typeface="Times New Roman"/>
              </a:rPr>
              <a:t> </a:t>
            </a:r>
            <a:r>
              <a:rPr sz="2000" i="1" spc="70" dirty="0">
                <a:latin typeface="Times New Roman"/>
                <a:cs typeface="Times New Roman"/>
              </a:rPr>
              <a:t>to</a:t>
            </a:r>
            <a:r>
              <a:rPr sz="2000" i="1" spc="-10" dirty="0">
                <a:latin typeface="Times New Roman"/>
                <a:cs typeface="Times New Roman"/>
              </a:rPr>
              <a:t> </a:t>
            </a:r>
            <a:r>
              <a:rPr sz="2000" i="1" spc="55" dirty="0">
                <a:latin typeface="Times New Roman"/>
                <a:cs typeface="Times New Roman"/>
              </a:rPr>
              <a:t>determine</a:t>
            </a:r>
            <a:r>
              <a:rPr sz="2000" i="1" spc="110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-55" dirty="0">
                <a:latin typeface="Times New Roman"/>
                <a:cs typeface="Times New Roman"/>
              </a:rPr>
              <a:t> </a:t>
            </a:r>
            <a:r>
              <a:rPr sz="2000" i="1" spc="-10" dirty="0">
                <a:latin typeface="Times New Roman"/>
                <a:cs typeface="Times New Roman"/>
              </a:rPr>
              <a:t>amounts:</a:t>
            </a:r>
            <a:endParaRPr sz="2000">
              <a:latin typeface="Times New Roman"/>
              <a:cs typeface="Times New Roman"/>
            </a:endParaRPr>
          </a:p>
          <a:p>
            <a:pPr marL="419100" algn="just">
              <a:lnSpc>
                <a:spcPct val="100000"/>
              </a:lnSpc>
              <a:spcBef>
                <a:spcPts val="5"/>
              </a:spcBef>
            </a:pPr>
            <a:r>
              <a:rPr sz="1700" i="1" spc="50" dirty="0">
                <a:latin typeface="Times New Roman"/>
                <a:cs typeface="Times New Roman"/>
              </a:rPr>
              <a:t>a</a:t>
            </a:r>
            <a:r>
              <a:rPr sz="1700" i="1" spc="-50" dirty="0">
                <a:latin typeface="Times New Roman"/>
                <a:cs typeface="Times New Roman"/>
              </a:rPr>
              <a:t> </a:t>
            </a:r>
            <a:r>
              <a:rPr sz="1700" i="1" spc="-250" dirty="0">
                <a:latin typeface="Times New Roman"/>
                <a:cs typeface="Times New Roman"/>
              </a:rPr>
              <a:t>=</a:t>
            </a:r>
            <a:r>
              <a:rPr sz="1700" i="1" spc="-60" dirty="0">
                <a:latin typeface="Times New Roman"/>
                <a:cs typeface="Times New Roman"/>
              </a:rPr>
              <a:t> </a:t>
            </a:r>
            <a:r>
              <a:rPr sz="1700" i="1" spc="55" dirty="0">
                <a:latin typeface="Times New Roman"/>
                <a:cs typeface="Times New Roman"/>
              </a:rPr>
              <a:t>p</a:t>
            </a:r>
            <a:r>
              <a:rPr sz="1700" i="1" spc="-60" dirty="0">
                <a:latin typeface="Times New Roman"/>
                <a:cs typeface="Times New Roman"/>
              </a:rPr>
              <a:t> </a:t>
            </a:r>
            <a:r>
              <a:rPr sz="1700" i="1" spc="80" dirty="0">
                <a:latin typeface="Times New Roman"/>
                <a:cs typeface="Times New Roman"/>
              </a:rPr>
              <a:t>(1</a:t>
            </a:r>
            <a:r>
              <a:rPr sz="1700" i="1" spc="-55" dirty="0">
                <a:latin typeface="Times New Roman"/>
                <a:cs typeface="Times New Roman"/>
              </a:rPr>
              <a:t> </a:t>
            </a:r>
            <a:r>
              <a:rPr sz="1700" i="1" spc="-250" dirty="0">
                <a:latin typeface="Times New Roman"/>
                <a:cs typeface="Times New Roman"/>
              </a:rPr>
              <a:t>+</a:t>
            </a:r>
            <a:r>
              <a:rPr sz="1700" i="1" spc="-60" dirty="0">
                <a:latin typeface="Times New Roman"/>
                <a:cs typeface="Times New Roman"/>
              </a:rPr>
              <a:t> </a:t>
            </a:r>
            <a:r>
              <a:rPr sz="1700" i="1" spc="30" dirty="0">
                <a:latin typeface="Times New Roman"/>
                <a:cs typeface="Times New Roman"/>
              </a:rPr>
              <a:t>r)</a:t>
            </a:r>
            <a:r>
              <a:rPr sz="1650" i="1" spc="44" baseline="27777" dirty="0">
                <a:latin typeface="Times New Roman"/>
                <a:cs typeface="Times New Roman"/>
              </a:rPr>
              <a:t>n</a:t>
            </a:r>
            <a:endParaRPr sz="1650" baseline="27777">
              <a:latin typeface="Times New Roman"/>
              <a:cs typeface="Times New Roman"/>
            </a:endParaRPr>
          </a:p>
          <a:p>
            <a:pPr marL="228600">
              <a:lnSpc>
                <a:spcPct val="100000"/>
              </a:lnSpc>
              <a:spcBef>
                <a:spcPts val="60"/>
              </a:spcBef>
            </a:pPr>
            <a:r>
              <a:rPr sz="2000" i="1" spc="45" dirty="0">
                <a:latin typeface="Times New Roman"/>
                <a:cs typeface="Times New Roman"/>
              </a:rPr>
              <a:t>where</a:t>
            </a:r>
            <a:endParaRPr sz="2000">
              <a:latin typeface="Times New Roman"/>
              <a:cs typeface="Times New Roman"/>
            </a:endParaRPr>
          </a:p>
          <a:p>
            <a:pPr marL="419100" marR="5579110">
              <a:lnSpc>
                <a:spcPts val="1800"/>
              </a:lnSpc>
              <a:spcBef>
                <a:spcPts val="340"/>
              </a:spcBef>
            </a:pPr>
            <a:r>
              <a:rPr sz="1700" i="1" spc="55" dirty="0">
                <a:latin typeface="Times New Roman"/>
                <a:cs typeface="Times New Roman"/>
              </a:rPr>
              <a:t>p</a:t>
            </a:r>
            <a:r>
              <a:rPr sz="1700" i="1" spc="-45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is</a:t>
            </a:r>
            <a:r>
              <a:rPr sz="1700" i="1" spc="-20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dirty="0">
                <a:latin typeface="Times New Roman"/>
                <a:cs typeface="Times New Roman"/>
              </a:rPr>
              <a:t> original</a:t>
            </a:r>
            <a:r>
              <a:rPr sz="1700" i="1" spc="30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amount</a:t>
            </a:r>
            <a:r>
              <a:rPr sz="1700" i="1" spc="-35" dirty="0">
                <a:latin typeface="Times New Roman"/>
                <a:cs typeface="Times New Roman"/>
              </a:rPr>
              <a:t> </a:t>
            </a:r>
            <a:r>
              <a:rPr sz="1700" i="1" spc="45" dirty="0">
                <a:latin typeface="Times New Roman"/>
                <a:cs typeface="Times New Roman"/>
              </a:rPr>
              <a:t>invested</a:t>
            </a:r>
            <a:r>
              <a:rPr sz="1700" i="1" spc="-120" dirty="0">
                <a:latin typeface="Times New Roman"/>
                <a:cs typeface="Times New Roman"/>
              </a:rPr>
              <a:t> </a:t>
            </a:r>
            <a:r>
              <a:rPr sz="1700" i="1" spc="-10" dirty="0">
                <a:latin typeface="Times New Roman"/>
                <a:cs typeface="Times New Roman"/>
              </a:rPr>
              <a:t>(i.e.,</a:t>
            </a:r>
            <a:r>
              <a:rPr sz="1700" i="1" spc="-165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-75" dirty="0">
                <a:latin typeface="Times New Roman"/>
                <a:cs typeface="Times New Roman"/>
              </a:rPr>
              <a:t> </a:t>
            </a:r>
            <a:r>
              <a:rPr sz="1700" i="1" spc="-10" dirty="0">
                <a:latin typeface="Times New Roman"/>
                <a:cs typeface="Times New Roman"/>
              </a:rPr>
              <a:t>principal) </a:t>
            </a:r>
            <a:r>
              <a:rPr sz="1700" i="1" dirty="0">
                <a:latin typeface="Times New Roman"/>
                <a:cs typeface="Times New Roman"/>
              </a:rPr>
              <a:t>r</a:t>
            </a:r>
            <a:r>
              <a:rPr sz="1700" i="1" spc="-3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is</a:t>
            </a:r>
            <a:r>
              <a:rPr sz="1700" i="1" spc="20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4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annual</a:t>
            </a:r>
            <a:r>
              <a:rPr sz="1700" i="1" spc="75" dirty="0">
                <a:latin typeface="Times New Roman"/>
                <a:cs typeface="Times New Roman"/>
              </a:rPr>
              <a:t> </a:t>
            </a:r>
            <a:r>
              <a:rPr sz="1700" i="1" spc="50" dirty="0">
                <a:latin typeface="Times New Roman"/>
                <a:cs typeface="Times New Roman"/>
              </a:rPr>
              <a:t>interest</a:t>
            </a:r>
            <a:r>
              <a:rPr sz="1700" i="1" spc="-85" dirty="0">
                <a:latin typeface="Times New Roman"/>
                <a:cs typeface="Times New Roman"/>
              </a:rPr>
              <a:t> </a:t>
            </a:r>
            <a:r>
              <a:rPr sz="1700" i="1" spc="50" dirty="0">
                <a:latin typeface="Times New Roman"/>
                <a:cs typeface="Times New Roman"/>
              </a:rPr>
              <a:t>rate</a:t>
            </a:r>
            <a:r>
              <a:rPr sz="1700" i="1" spc="45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(e.g.,</a:t>
            </a:r>
            <a:r>
              <a:rPr sz="1700" i="1" spc="-14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use</a:t>
            </a:r>
            <a:r>
              <a:rPr sz="1700" i="1" spc="-4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0.05</a:t>
            </a:r>
            <a:r>
              <a:rPr sz="1700" i="1" spc="-1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for</a:t>
            </a:r>
            <a:r>
              <a:rPr sz="1700" i="1" spc="-30" dirty="0">
                <a:latin typeface="Times New Roman"/>
                <a:cs typeface="Times New Roman"/>
              </a:rPr>
              <a:t> </a:t>
            </a:r>
            <a:r>
              <a:rPr sz="1700" i="1" spc="35" dirty="0">
                <a:latin typeface="Times New Roman"/>
                <a:cs typeface="Times New Roman"/>
              </a:rPr>
              <a:t>5%)</a:t>
            </a:r>
            <a:endParaRPr sz="1700">
              <a:latin typeface="Times New Roman"/>
              <a:cs typeface="Times New Roman"/>
            </a:endParaRPr>
          </a:p>
          <a:p>
            <a:pPr marL="419100">
              <a:lnSpc>
                <a:spcPts val="1780"/>
              </a:lnSpc>
            </a:pPr>
            <a:r>
              <a:rPr sz="1700" i="1" spc="65" dirty="0">
                <a:latin typeface="Times New Roman"/>
                <a:cs typeface="Times New Roman"/>
              </a:rPr>
              <a:t>n</a:t>
            </a:r>
            <a:r>
              <a:rPr sz="1700" i="1" spc="-65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is</a:t>
            </a:r>
            <a:r>
              <a:rPr sz="1700" i="1" spc="-25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-5" dirty="0">
                <a:latin typeface="Times New Roman"/>
                <a:cs typeface="Times New Roman"/>
              </a:rPr>
              <a:t> </a:t>
            </a:r>
            <a:r>
              <a:rPr sz="1700" i="1" spc="55" dirty="0">
                <a:latin typeface="Times New Roman"/>
                <a:cs typeface="Times New Roman"/>
              </a:rPr>
              <a:t>number</a:t>
            </a:r>
            <a:r>
              <a:rPr sz="1700" i="1" dirty="0">
                <a:latin typeface="Times New Roman"/>
                <a:cs typeface="Times New Roman"/>
              </a:rPr>
              <a:t> of</a:t>
            </a:r>
            <a:r>
              <a:rPr sz="1700" i="1" spc="-100" dirty="0">
                <a:latin typeface="Times New Roman"/>
                <a:cs typeface="Times New Roman"/>
              </a:rPr>
              <a:t> </a:t>
            </a:r>
            <a:r>
              <a:rPr sz="1700" i="1" spc="-20" dirty="0">
                <a:latin typeface="Times New Roman"/>
                <a:cs typeface="Times New Roman"/>
              </a:rPr>
              <a:t>years</a:t>
            </a:r>
            <a:endParaRPr sz="1700">
              <a:latin typeface="Times New Roman"/>
              <a:cs typeface="Times New Roman"/>
            </a:endParaRPr>
          </a:p>
          <a:p>
            <a:pPr marL="419100">
              <a:lnSpc>
                <a:spcPts val="1960"/>
              </a:lnSpc>
            </a:pPr>
            <a:r>
              <a:rPr sz="1700" i="1" spc="50" dirty="0">
                <a:latin typeface="Times New Roman"/>
                <a:cs typeface="Times New Roman"/>
              </a:rPr>
              <a:t>a</a:t>
            </a:r>
            <a:r>
              <a:rPr sz="1700" i="1" spc="-25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is</a:t>
            </a:r>
            <a:r>
              <a:rPr sz="1700" i="1" spc="-5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20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amount</a:t>
            </a:r>
            <a:r>
              <a:rPr sz="1700" i="1" spc="-20" dirty="0">
                <a:latin typeface="Times New Roman"/>
                <a:cs typeface="Times New Roman"/>
              </a:rPr>
              <a:t> </a:t>
            </a:r>
            <a:r>
              <a:rPr sz="1700" i="1" spc="55" dirty="0">
                <a:latin typeface="Times New Roman"/>
                <a:cs typeface="Times New Roman"/>
              </a:rPr>
              <a:t>on</a:t>
            </a:r>
            <a:r>
              <a:rPr sz="1700" i="1" spc="-4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deposit</a:t>
            </a:r>
            <a:r>
              <a:rPr sz="1700" i="1" spc="-20" dirty="0">
                <a:latin typeface="Times New Roman"/>
                <a:cs typeface="Times New Roman"/>
              </a:rPr>
              <a:t> </a:t>
            </a:r>
            <a:r>
              <a:rPr sz="1700" i="1" spc="75" dirty="0">
                <a:latin typeface="Times New Roman"/>
                <a:cs typeface="Times New Roman"/>
              </a:rPr>
              <a:t>at</a:t>
            </a:r>
            <a:r>
              <a:rPr sz="1700" i="1" spc="-15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-65" dirty="0">
                <a:latin typeface="Times New Roman"/>
                <a:cs typeface="Times New Roman"/>
              </a:rPr>
              <a:t> </a:t>
            </a:r>
            <a:r>
              <a:rPr sz="1700" i="1" spc="50" dirty="0">
                <a:latin typeface="Times New Roman"/>
                <a:cs typeface="Times New Roman"/>
              </a:rPr>
              <a:t>end</a:t>
            </a:r>
            <a:r>
              <a:rPr sz="1700" i="1" spc="-2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of</a:t>
            </a:r>
            <a:r>
              <a:rPr sz="1700" i="1" spc="5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-60" dirty="0">
                <a:latin typeface="Times New Roman"/>
                <a:cs typeface="Times New Roman"/>
              </a:rPr>
              <a:t> </a:t>
            </a:r>
            <a:r>
              <a:rPr sz="1700" i="1" spc="70" dirty="0">
                <a:latin typeface="Times New Roman"/>
                <a:cs typeface="Times New Roman"/>
              </a:rPr>
              <a:t>nth</a:t>
            </a:r>
            <a:r>
              <a:rPr sz="1700" i="1" spc="-30" dirty="0">
                <a:latin typeface="Times New Roman"/>
                <a:cs typeface="Times New Roman"/>
              </a:rPr>
              <a:t> </a:t>
            </a:r>
            <a:r>
              <a:rPr sz="1700" i="1" spc="-10" dirty="0">
                <a:latin typeface="Times New Roman"/>
                <a:cs typeface="Times New Roman"/>
              </a:rPr>
              <a:t>year.</a:t>
            </a:r>
            <a:endParaRPr sz="17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99263" y="1194528"/>
            <a:ext cx="7193472" cy="4468942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748026" y="710247"/>
            <a:ext cx="97155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Arial"/>
                <a:cs typeface="Arial"/>
              </a:rPr>
              <a:t>For3.java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57D341C545B0A44A26A103333756E90" ma:contentTypeVersion="3" ma:contentTypeDescription="Create a new document." ma:contentTypeScope="" ma:versionID="a6ec9fbdc07486795f51e30fe74f98ab">
  <xsd:schema xmlns:xsd="http://www.w3.org/2001/XMLSchema" xmlns:xs="http://www.w3.org/2001/XMLSchema" xmlns:p="http://schemas.microsoft.com/office/2006/metadata/properties" xmlns:ns2="324ab4a6-501d-4b19-a031-862034374e5f" targetNamespace="http://schemas.microsoft.com/office/2006/metadata/properties" ma:root="true" ma:fieldsID="af1894268a3b1d0258822da1f8692495" ns2:_="">
    <xsd:import namespace="324ab4a6-501d-4b19-a031-862034374e5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4ab4a6-501d-4b19-a031-862034374e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DDC95283-C95E-4740-9B60-A5D5E7C0A0D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24ab4a6-501d-4b19-a031-862034374e5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7646C84-701A-4061-B977-6AA8F23187E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51C73E0-21DE-44C0-AC09-20B6FA27554C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</TotalTime>
  <Words>963</Words>
  <Application>Microsoft Macintosh PowerPoint</Application>
  <PresentationFormat>Widescreen</PresentationFormat>
  <Paragraphs>97</Paragraphs>
  <Slides>20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Aptos</vt:lpstr>
      <vt:lpstr>Arial</vt:lpstr>
      <vt:lpstr>Calibri</vt:lpstr>
      <vt:lpstr>Courier New</vt:lpstr>
      <vt:lpstr>Monaco</vt:lpstr>
      <vt:lpstr>Times New Roman</vt:lpstr>
      <vt:lpstr>Verdana</vt:lpstr>
      <vt:lpstr>Wingdings 2</vt:lpstr>
      <vt:lpstr>Wingdings 3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Xiaolei Bi</cp:lastModifiedBy>
  <cp:revision>54</cp:revision>
  <dcterms:created xsi:type="dcterms:W3CDTF">2025-09-11T06:00:25Z</dcterms:created>
  <dcterms:modified xsi:type="dcterms:W3CDTF">2026-09-16T06:25:26Z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2022-09-21T00:00:00Z</vt:filetime>
  </property>
  <property fmtid="{D5CDD505-2E9C-101B-9397-08002B2CF9AE}" pid="3" name="LastSaved">
    <vt:filetime>2025-09-11T00:00:00Z</vt:filetime>
  </property>
  <property fmtid="{D5CDD505-2E9C-101B-9397-08002B2CF9AE}" pid="4" name="ContentTypeId">
    <vt:lpwstr>0x010100E57D341C545B0A44A26A103333756E90</vt:lpwstr>
  </property>
</Properties>
</file>