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86" r:id="rId7"/>
    <p:sldId id="292" r:id="rId8"/>
    <p:sldId id="258" r:id="rId9"/>
    <p:sldId id="260" r:id="rId10"/>
    <p:sldId id="261" r:id="rId11"/>
    <p:sldId id="262" r:id="rId12"/>
    <p:sldId id="263" r:id="rId13"/>
    <p:sldId id="264" r:id="rId14"/>
    <p:sldId id="266" r:id="rId15"/>
    <p:sldId id="267" r:id="rId16"/>
    <p:sldId id="268" r:id="rId17"/>
    <p:sldId id="269" r:id="rId18"/>
    <p:sldId id="270" r:id="rId19"/>
    <p:sldId id="291" r:id="rId20"/>
    <p:sldId id="290" r:id="rId21"/>
    <p:sldId id="259" r:id="rId22"/>
    <p:sldId id="272" r:id="rId23"/>
    <p:sldId id="276" r:id="rId24"/>
    <p:sldId id="274" r:id="rId25"/>
    <p:sldId id="273" r:id="rId26"/>
    <p:sldId id="288" r:id="rId27"/>
    <p:sldId id="289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B8F11-E86D-415F-BC16-10A011ECC3CB}" v="14" dt="2025-09-18T06:24:41.393"/>
    <p1510:client id="{FF2D7CE9-32A1-406E-90A5-DF2CD5C41DA3}" v="84" dt="2025-09-17T14:53:43.4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75439"/>
  </p:normalViewPr>
  <p:slideViewPr>
    <p:cSldViewPr>
      <p:cViewPr varScale="1">
        <p:scale>
          <a:sx n="80" d="100"/>
          <a:sy n="80" d="100"/>
        </p:scale>
        <p:origin x="132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ei Bi" userId="S::xbi@eamv.dk::4defdd0b-eb6b-464a-acc0-49fc44ef47a7" providerId="AD" clId="Web-{FF2D7CE9-32A1-406E-90A5-DF2CD5C41DA3}"/>
    <pc:docChg chg="addSld delSld modSld">
      <pc:chgData name="Xiaolei Bi" userId="S::xbi@eamv.dk::4defdd0b-eb6b-464a-acc0-49fc44ef47a7" providerId="AD" clId="Web-{FF2D7CE9-32A1-406E-90A5-DF2CD5C41DA3}" dt="2025-09-17T14:53:43.488" v="63"/>
      <pc:docMkLst>
        <pc:docMk/>
      </pc:docMkLst>
      <pc:sldChg chg="modSp">
        <pc:chgData name="Xiaolei Bi" userId="S::xbi@eamv.dk::4defdd0b-eb6b-464a-acc0-49fc44ef47a7" providerId="AD" clId="Web-{FF2D7CE9-32A1-406E-90A5-DF2CD5C41DA3}" dt="2025-09-17T14:42:57.431" v="3"/>
        <pc:sldMkLst>
          <pc:docMk/>
          <pc:sldMk cId="0" sldId="257"/>
        </pc:sldMkLst>
        <pc:picChg chg="mod modCrop">
          <ac:chgData name="Xiaolei Bi" userId="S::xbi@eamv.dk::4defdd0b-eb6b-464a-acc0-49fc44ef47a7" providerId="AD" clId="Web-{FF2D7CE9-32A1-406E-90A5-DF2CD5C41DA3}" dt="2025-09-17T14:42:57.431" v="3"/>
          <ac:picMkLst>
            <pc:docMk/>
            <pc:sldMk cId="0" sldId="257"/>
            <ac:picMk id="2" creationId="{00000000-0000-0000-0000-000000000000}"/>
          </ac:picMkLst>
        </pc:picChg>
      </pc:sldChg>
      <pc:sldChg chg="modSp">
        <pc:chgData name="Xiaolei Bi" userId="S::xbi@eamv.dk::4defdd0b-eb6b-464a-acc0-49fc44ef47a7" providerId="AD" clId="Web-{FF2D7CE9-32A1-406E-90A5-DF2CD5C41DA3}" dt="2025-09-17T14:47:47.470" v="28" actId="20577"/>
        <pc:sldMkLst>
          <pc:docMk/>
          <pc:sldMk cId="0" sldId="264"/>
        </pc:sldMkLst>
        <pc:spChg chg="mod">
          <ac:chgData name="Xiaolei Bi" userId="S::xbi@eamv.dk::4defdd0b-eb6b-464a-acc0-49fc44ef47a7" providerId="AD" clId="Web-{FF2D7CE9-32A1-406E-90A5-DF2CD5C41DA3}" dt="2025-09-17T14:47:47.470" v="28" actId="20577"/>
          <ac:spMkLst>
            <pc:docMk/>
            <pc:sldMk cId="0" sldId="264"/>
            <ac:spMk id="3" creationId="{00000000-0000-0000-0000-000000000000}"/>
          </ac:spMkLst>
        </pc:spChg>
      </pc:sldChg>
      <pc:sldChg chg="del">
        <pc:chgData name="Xiaolei Bi" userId="S::xbi@eamv.dk::4defdd0b-eb6b-464a-acc0-49fc44ef47a7" providerId="AD" clId="Web-{FF2D7CE9-32A1-406E-90A5-DF2CD5C41DA3}" dt="2025-09-17T14:47:56.767" v="29"/>
        <pc:sldMkLst>
          <pc:docMk/>
          <pc:sldMk cId="0" sldId="265"/>
        </pc:sldMkLst>
      </pc:sldChg>
      <pc:sldChg chg="add del">
        <pc:chgData name="Xiaolei Bi" userId="S::xbi@eamv.dk::4defdd0b-eb6b-464a-acc0-49fc44ef47a7" providerId="AD" clId="Web-{FF2D7CE9-32A1-406E-90A5-DF2CD5C41DA3}" dt="2025-09-17T14:49:07.080" v="43"/>
        <pc:sldMkLst>
          <pc:docMk/>
          <pc:sldMk cId="0" sldId="272"/>
        </pc:sldMkLst>
      </pc:sldChg>
      <pc:sldChg chg="add del">
        <pc:chgData name="Xiaolei Bi" userId="S::xbi@eamv.dk::4defdd0b-eb6b-464a-acc0-49fc44ef47a7" providerId="AD" clId="Web-{FF2D7CE9-32A1-406E-90A5-DF2CD5C41DA3}" dt="2025-09-17T14:49:07.173" v="44"/>
        <pc:sldMkLst>
          <pc:docMk/>
          <pc:sldMk cId="0" sldId="273"/>
        </pc:sldMkLst>
      </pc:sldChg>
      <pc:sldChg chg="addSp delSp modSp add del">
        <pc:chgData name="Xiaolei Bi" userId="S::xbi@eamv.dk::4defdd0b-eb6b-464a-acc0-49fc44ef47a7" providerId="AD" clId="Web-{FF2D7CE9-32A1-406E-90A5-DF2CD5C41DA3}" dt="2025-09-17T14:53:43.488" v="63"/>
        <pc:sldMkLst>
          <pc:docMk/>
          <pc:sldMk cId="0" sldId="274"/>
        </pc:sldMkLst>
        <pc:spChg chg="del mod">
          <ac:chgData name="Xiaolei Bi" userId="S::xbi@eamv.dk::4defdd0b-eb6b-464a-acc0-49fc44ef47a7" providerId="AD" clId="Web-{FF2D7CE9-32A1-406E-90A5-DF2CD5C41DA3}" dt="2025-09-17T14:52:32.299" v="58"/>
          <ac:spMkLst>
            <pc:docMk/>
            <pc:sldMk cId="0" sldId="274"/>
            <ac:spMk id="3" creationId="{00000000-0000-0000-0000-000000000000}"/>
          </ac:spMkLst>
        </pc:spChg>
        <pc:picChg chg="add mod">
          <ac:chgData name="Xiaolei Bi" userId="S::xbi@eamv.dk::4defdd0b-eb6b-464a-acc0-49fc44ef47a7" providerId="AD" clId="Web-{FF2D7CE9-32A1-406E-90A5-DF2CD5C41DA3}" dt="2025-09-17T14:51:33.408" v="57" actId="1076"/>
          <ac:picMkLst>
            <pc:docMk/>
            <pc:sldMk cId="0" sldId="274"/>
            <ac:picMk id="5" creationId="{3CA779E6-E999-8940-B2B4-039B12F4A57A}"/>
          </ac:picMkLst>
        </pc:picChg>
        <pc:inkChg chg="add">
          <ac:chgData name="Xiaolei Bi" userId="S::xbi@eamv.dk::4defdd0b-eb6b-464a-acc0-49fc44ef47a7" providerId="AD" clId="Web-{FF2D7CE9-32A1-406E-90A5-DF2CD5C41DA3}" dt="2025-09-17T14:52:40.893" v="59"/>
          <ac:inkMkLst>
            <pc:docMk/>
            <pc:sldMk cId="0" sldId="274"/>
            <ac:inkMk id="6" creationId="{49A82A0E-DC19-37FE-5098-94D525E5994D}"/>
          </ac:inkMkLst>
        </pc:inkChg>
        <pc:inkChg chg="add">
          <ac:chgData name="Xiaolei Bi" userId="S::xbi@eamv.dk::4defdd0b-eb6b-464a-acc0-49fc44ef47a7" providerId="AD" clId="Web-{FF2D7CE9-32A1-406E-90A5-DF2CD5C41DA3}" dt="2025-09-17T14:52:48.487" v="60"/>
          <ac:inkMkLst>
            <pc:docMk/>
            <pc:sldMk cId="0" sldId="274"/>
            <ac:inkMk id="7" creationId="{426FF9A9-8442-7A00-AC65-F6D5D1C7EA69}"/>
          </ac:inkMkLst>
        </pc:inkChg>
        <pc:inkChg chg="add">
          <ac:chgData name="Xiaolei Bi" userId="S::xbi@eamv.dk::4defdd0b-eb6b-464a-acc0-49fc44ef47a7" providerId="AD" clId="Web-{FF2D7CE9-32A1-406E-90A5-DF2CD5C41DA3}" dt="2025-09-17T14:53:42.285" v="61"/>
          <ac:inkMkLst>
            <pc:docMk/>
            <pc:sldMk cId="0" sldId="274"/>
            <ac:inkMk id="8" creationId="{2634000C-7D39-3C3F-E19B-B6490B2A6DCD}"/>
          </ac:inkMkLst>
        </pc:inkChg>
        <pc:inkChg chg="add">
          <ac:chgData name="Xiaolei Bi" userId="S::xbi@eamv.dk::4defdd0b-eb6b-464a-acc0-49fc44ef47a7" providerId="AD" clId="Web-{FF2D7CE9-32A1-406E-90A5-DF2CD5C41DA3}" dt="2025-09-17T14:53:42.941" v="62"/>
          <ac:inkMkLst>
            <pc:docMk/>
            <pc:sldMk cId="0" sldId="274"/>
            <ac:inkMk id="9" creationId="{E283F08A-C97A-DA60-F398-8C83225F1C85}"/>
          </ac:inkMkLst>
        </pc:inkChg>
        <pc:inkChg chg="add">
          <ac:chgData name="Xiaolei Bi" userId="S::xbi@eamv.dk::4defdd0b-eb6b-464a-acc0-49fc44ef47a7" providerId="AD" clId="Web-{FF2D7CE9-32A1-406E-90A5-DF2CD5C41DA3}" dt="2025-09-17T14:53:43.488" v="63"/>
          <ac:inkMkLst>
            <pc:docMk/>
            <pc:sldMk cId="0" sldId="274"/>
            <ac:inkMk id="10" creationId="{322EB2D2-00C2-0C08-1DB3-40E40FDB5441}"/>
          </ac:inkMkLst>
        </pc:inkChg>
      </pc:sldChg>
      <pc:sldChg chg="add del">
        <pc:chgData name="Xiaolei Bi" userId="S::xbi@eamv.dk::4defdd0b-eb6b-464a-acc0-49fc44ef47a7" providerId="AD" clId="Web-{FF2D7CE9-32A1-406E-90A5-DF2CD5C41DA3}" dt="2025-09-17T14:49:51.548" v="52"/>
        <pc:sldMkLst>
          <pc:docMk/>
          <pc:sldMk cId="0" sldId="275"/>
        </pc:sldMkLst>
      </pc:sldChg>
      <pc:sldChg chg="modSp add del">
        <pc:chgData name="Xiaolei Bi" userId="S::xbi@eamv.dk::4defdd0b-eb6b-464a-acc0-49fc44ef47a7" providerId="AD" clId="Web-{FF2D7CE9-32A1-406E-90A5-DF2CD5C41DA3}" dt="2025-09-17T14:49:32.861" v="49" actId="20577"/>
        <pc:sldMkLst>
          <pc:docMk/>
          <pc:sldMk cId="0" sldId="276"/>
        </pc:sldMkLst>
        <pc:spChg chg="mod">
          <ac:chgData name="Xiaolei Bi" userId="S::xbi@eamv.dk::4defdd0b-eb6b-464a-acc0-49fc44ef47a7" providerId="AD" clId="Web-{FF2D7CE9-32A1-406E-90A5-DF2CD5C41DA3}" dt="2025-09-17T14:49:32.861" v="49" actId="20577"/>
          <ac:spMkLst>
            <pc:docMk/>
            <pc:sldMk cId="0" sldId="276"/>
            <ac:spMk id="3" creationId="{00000000-0000-0000-0000-000000000000}"/>
          </ac:spMkLst>
        </pc:spChg>
      </pc:sldChg>
      <pc:sldChg chg="addSp modSp">
        <pc:chgData name="Xiaolei Bi" userId="S::xbi@eamv.dk::4defdd0b-eb6b-464a-acc0-49fc44ef47a7" providerId="AD" clId="Web-{FF2D7CE9-32A1-406E-90A5-DF2CD5C41DA3}" dt="2025-09-17T14:46:48.610" v="25"/>
        <pc:sldMkLst>
          <pc:docMk/>
          <pc:sldMk cId="1978831543" sldId="284"/>
        </pc:sldMkLst>
        <pc:spChg chg="mod">
          <ac:chgData name="Xiaolei Bi" userId="S::xbi@eamv.dk::4defdd0b-eb6b-464a-acc0-49fc44ef47a7" providerId="AD" clId="Web-{FF2D7CE9-32A1-406E-90A5-DF2CD5C41DA3}" dt="2025-09-17T14:43:39.634" v="21" actId="20577"/>
          <ac:spMkLst>
            <pc:docMk/>
            <pc:sldMk cId="1978831543" sldId="284"/>
            <ac:spMk id="5" creationId="{760EAAF3-0178-F2DE-5B81-CA20EFD928FD}"/>
          </ac:spMkLst>
        </pc:spChg>
        <pc:spChg chg="add">
          <ac:chgData name="Xiaolei Bi" userId="S::xbi@eamv.dk::4defdd0b-eb6b-464a-acc0-49fc44ef47a7" providerId="AD" clId="Web-{FF2D7CE9-32A1-406E-90A5-DF2CD5C41DA3}" dt="2025-09-17T14:46:48.610" v="25"/>
          <ac:spMkLst>
            <pc:docMk/>
            <pc:sldMk cId="1978831543" sldId="284"/>
            <ac:spMk id="80" creationId="{EE7E99BE-0F7C-AE5D-84B0-273264CE429A}"/>
          </ac:spMkLst>
        </pc:spChg>
        <pc:picChg chg="add mod">
          <ac:chgData name="Xiaolei Bi" userId="S::xbi@eamv.dk::4defdd0b-eb6b-464a-acc0-49fc44ef47a7" providerId="AD" clId="Web-{FF2D7CE9-32A1-406E-90A5-DF2CD5C41DA3}" dt="2025-09-17T14:46:07.906" v="24" actId="1076"/>
          <ac:picMkLst>
            <pc:docMk/>
            <pc:sldMk cId="1978831543" sldId="284"/>
            <ac:picMk id="29" creationId="{B18358D4-5206-F832-BCE4-401EC666C67E}"/>
          </ac:picMkLst>
        </pc:picChg>
      </pc:sldChg>
    </pc:docChg>
  </pc:docChgLst>
  <pc:docChgLst>
    <pc:chgData name="Xiaolei Bi" userId="S::xbi@eamv.dk::4defdd0b-eb6b-464a-acc0-49fc44ef47a7" providerId="AD" clId="Web-{157B8F11-E86D-415F-BC16-10A011ECC3CB}"/>
    <pc:docChg chg="addSld modSld">
      <pc:chgData name="Xiaolei Bi" userId="S::xbi@eamv.dk::4defdd0b-eb6b-464a-acc0-49fc44ef47a7" providerId="AD" clId="Web-{157B8F11-E86D-415F-BC16-10A011ECC3CB}" dt="2025-09-18T06:24:52.643" v="34"/>
      <pc:docMkLst>
        <pc:docMk/>
      </pc:docMkLst>
      <pc:sldChg chg="addSp modSp new mod setBg modNotes">
        <pc:chgData name="Xiaolei Bi" userId="S::xbi@eamv.dk::4defdd0b-eb6b-464a-acc0-49fc44ef47a7" providerId="AD" clId="Web-{157B8F11-E86D-415F-BC16-10A011ECC3CB}" dt="2025-09-18T06:20:05.503" v="16"/>
        <pc:sldMkLst>
          <pc:docMk/>
          <pc:sldMk cId="1749047471" sldId="286"/>
        </pc:sldMkLst>
        <pc:spChg chg="add">
          <ac:chgData name="Xiaolei Bi" userId="S::xbi@eamv.dk::4defdd0b-eb6b-464a-acc0-49fc44ef47a7" providerId="AD" clId="Web-{157B8F11-E86D-415F-BC16-10A011ECC3CB}" dt="2025-09-18T06:19:47.331" v="2"/>
          <ac:spMkLst>
            <pc:docMk/>
            <pc:sldMk cId="1749047471" sldId="286"/>
            <ac:spMk id="7" creationId="{42A4FC2C-047E-45A5-965D-8E1E3BF09BC6}"/>
          </ac:spMkLst>
        </pc:spChg>
        <pc:picChg chg="add mod">
          <ac:chgData name="Xiaolei Bi" userId="S::xbi@eamv.dk::4defdd0b-eb6b-464a-acc0-49fc44ef47a7" providerId="AD" clId="Web-{157B8F11-E86D-415F-BC16-10A011ECC3CB}" dt="2025-09-18T06:19:47.331" v="2"/>
          <ac:picMkLst>
            <pc:docMk/>
            <pc:sldMk cId="1749047471" sldId="286"/>
            <ac:picMk id="2" creationId="{76FC2831-B028-52E7-9E63-C7936F8CDD12}"/>
          </ac:picMkLst>
        </pc:picChg>
      </pc:sldChg>
      <pc:sldChg chg="addSp modSp new mod setBg modNotes">
        <pc:chgData name="Xiaolei Bi" userId="S::xbi@eamv.dk::4defdd0b-eb6b-464a-acc0-49fc44ef47a7" providerId="AD" clId="Web-{157B8F11-E86D-415F-BC16-10A011ECC3CB}" dt="2025-09-18T06:21:50.268" v="24"/>
        <pc:sldMkLst>
          <pc:docMk/>
          <pc:sldMk cId="1588295566" sldId="287"/>
        </pc:sldMkLst>
        <pc:spChg chg="add">
          <ac:chgData name="Xiaolei Bi" userId="S::xbi@eamv.dk::4defdd0b-eb6b-464a-acc0-49fc44ef47a7" providerId="AD" clId="Web-{157B8F11-E86D-415F-BC16-10A011ECC3CB}" dt="2025-09-18T06:21:31.674" v="19"/>
          <ac:spMkLst>
            <pc:docMk/>
            <pc:sldMk cId="1588295566" sldId="287"/>
            <ac:spMk id="7" creationId="{42A4FC2C-047E-45A5-965D-8E1E3BF09BC6}"/>
          </ac:spMkLst>
        </pc:spChg>
        <pc:picChg chg="add mod">
          <ac:chgData name="Xiaolei Bi" userId="S::xbi@eamv.dk::4defdd0b-eb6b-464a-acc0-49fc44ef47a7" providerId="AD" clId="Web-{157B8F11-E86D-415F-BC16-10A011ECC3CB}" dt="2025-09-18T06:21:31.674" v="19"/>
          <ac:picMkLst>
            <pc:docMk/>
            <pc:sldMk cId="1588295566" sldId="287"/>
            <ac:picMk id="2" creationId="{4538DA00-2AA0-5304-307E-DF49FA455233}"/>
          </ac:picMkLst>
        </pc:picChg>
      </pc:sldChg>
      <pc:sldChg chg="addSp modSp new modNotes">
        <pc:chgData name="Xiaolei Bi" userId="S::xbi@eamv.dk::4defdd0b-eb6b-464a-acc0-49fc44ef47a7" providerId="AD" clId="Web-{157B8F11-E86D-415F-BC16-10A011ECC3CB}" dt="2025-09-18T06:24:52.643" v="34"/>
        <pc:sldMkLst>
          <pc:docMk/>
          <pc:sldMk cId="101343353" sldId="288"/>
        </pc:sldMkLst>
        <pc:picChg chg="add mod">
          <ac:chgData name="Xiaolei Bi" userId="S::xbi@eamv.dk::4defdd0b-eb6b-464a-acc0-49fc44ef47a7" providerId="AD" clId="Web-{157B8F11-E86D-415F-BC16-10A011ECC3CB}" dt="2025-09-18T06:23:17.690" v="28" actId="1076"/>
          <ac:picMkLst>
            <pc:docMk/>
            <pc:sldMk cId="101343353" sldId="288"/>
            <ac:picMk id="2" creationId="{74B90FB2-A4BD-B012-BB0E-335C861BDFBA}"/>
          </ac:picMkLst>
        </pc:picChg>
        <pc:picChg chg="add mod">
          <ac:chgData name="Xiaolei Bi" userId="S::xbi@eamv.dk::4defdd0b-eb6b-464a-acc0-49fc44ef47a7" providerId="AD" clId="Web-{157B8F11-E86D-415F-BC16-10A011ECC3CB}" dt="2025-09-18T06:24:41.393" v="31" actId="14100"/>
          <ac:picMkLst>
            <pc:docMk/>
            <pc:sldMk cId="101343353" sldId="288"/>
            <ac:picMk id="3" creationId="{3DE9D394-4672-342F-FD56-03EE9816B39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0D4008-C922-4108-9D85-1F41057B5639}" type="doc">
      <dgm:prSet loTypeId="urn:microsoft.com/office/officeart/2008/layout/LinedList" loCatId="list" qsTypeId="urn:microsoft.com/office/officeart/2005/8/quickstyle/simple1#20" qsCatId="simple" csTypeId="urn:microsoft.com/office/officeart/2005/8/colors/accent1_2#13" csCatId="accent1"/>
      <dgm:spPr/>
      <dgm:t>
        <a:bodyPr/>
        <a:lstStyle/>
        <a:p>
          <a:endParaRPr lang="en-US"/>
        </a:p>
      </dgm:t>
    </dgm:pt>
    <dgm:pt modelId="{DE07F560-29EC-4022-AAA7-78D0CAFC9898}">
      <dgm:prSet/>
      <dgm:spPr/>
      <dgm:t>
        <a:bodyPr/>
        <a:lstStyle/>
        <a:p>
          <a:r>
            <a:rPr lang="en-US"/>
            <a:t>public class ArrayDemo {</a:t>
          </a:r>
        </a:p>
      </dgm:t>
    </dgm:pt>
    <dgm:pt modelId="{D83633B9-C82C-4C06-A577-5BE991EAA382}" type="parTrans" cxnId="{5FFAEB38-F8F5-4BEB-B930-CA3640A39340}">
      <dgm:prSet/>
      <dgm:spPr/>
      <dgm:t>
        <a:bodyPr/>
        <a:lstStyle/>
        <a:p>
          <a:endParaRPr lang="en-US"/>
        </a:p>
      </dgm:t>
    </dgm:pt>
    <dgm:pt modelId="{0941F6FE-47D3-461D-9B56-EA53D6408CC2}" type="sibTrans" cxnId="{5FFAEB38-F8F5-4BEB-B930-CA3640A39340}">
      <dgm:prSet/>
      <dgm:spPr/>
      <dgm:t>
        <a:bodyPr/>
        <a:lstStyle/>
        <a:p>
          <a:endParaRPr lang="en-US"/>
        </a:p>
      </dgm:t>
    </dgm:pt>
    <dgm:pt modelId="{53748849-E4BB-4E44-8D4C-530BF42A76B2}">
      <dgm:prSet/>
      <dgm:spPr/>
      <dgm:t>
        <a:bodyPr/>
        <a:lstStyle/>
        <a:p>
          <a:r>
            <a:rPr lang="en-US"/>
            <a:t>public static void main(String[] args) {</a:t>
          </a:r>
        </a:p>
      </dgm:t>
    </dgm:pt>
    <dgm:pt modelId="{78F16D70-B7B6-4017-ACF8-6D2D69F77833}" type="parTrans" cxnId="{CED13DC1-469B-4EC9-9173-1203A2F10A26}">
      <dgm:prSet/>
      <dgm:spPr/>
      <dgm:t>
        <a:bodyPr/>
        <a:lstStyle/>
        <a:p>
          <a:endParaRPr lang="en-US"/>
        </a:p>
      </dgm:t>
    </dgm:pt>
    <dgm:pt modelId="{6BB867AF-E702-4928-BFA9-E88958370059}" type="sibTrans" cxnId="{CED13DC1-469B-4EC9-9173-1203A2F10A26}">
      <dgm:prSet/>
      <dgm:spPr/>
      <dgm:t>
        <a:bodyPr/>
        <a:lstStyle/>
        <a:p>
          <a:endParaRPr lang="en-US"/>
        </a:p>
      </dgm:t>
    </dgm:pt>
    <dgm:pt modelId="{6D627561-D9CB-486D-A907-2F5FED0768CF}">
      <dgm:prSet/>
      <dgm:spPr/>
      <dgm:t>
        <a:bodyPr/>
        <a:lstStyle/>
        <a:p>
          <a:r>
            <a:rPr lang="en-US" dirty="0">
              <a:highlight>
                <a:srgbClr val="FFFF00"/>
              </a:highlight>
            </a:rPr>
            <a:t>int[] </a:t>
          </a:r>
          <a:r>
            <a:rPr lang="en-US" dirty="0" err="1"/>
            <a:t>vorTabel</a:t>
          </a:r>
          <a:r>
            <a:rPr lang="en-US" dirty="0"/>
            <a:t> = {5, 3, -2, 9, 0, -5, 10, 11, -7, 10};</a:t>
          </a:r>
        </a:p>
      </dgm:t>
    </dgm:pt>
    <dgm:pt modelId="{A3C3C5DA-61BB-4288-8EDE-24C4D5ABA586}" type="parTrans" cxnId="{2D3F134F-60F6-4817-B0D1-A6076929E32B}">
      <dgm:prSet/>
      <dgm:spPr/>
      <dgm:t>
        <a:bodyPr/>
        <a:lstStyle/>
        <a:p>
          <a:endParaRPr lang="en-US"/>
        </a:p>
      </dgm:t>
    </dgm:pt>
    <dgm:pt modelId="{ED033004-D420-42C1-99E0-55347264E4F8}" type="sibTrans" cxnId="{2D3F134F-60F6-4817-B0D1-A6076929E32B}">
      <dgm:prSet/>
      <dgm:spPr/>
      <dgm:t>
        <a:bodyPr/>
        <a:lstStyle/>
        <a:p>
          <a:endParaRPr lang="en-US"/>
        </a:p>
      </dgm:t>
    </dgm:pt>
    <dgm:pt modelId="{DC75136D-53CF-487A-BA7C-08DFD4FA26DC}">
      <dgm:prSet/>
      <dgm:spPr/>
      <dgm:t>
        <a:bodyPr/>
        <a:lstStyle/>
        <a:p>
          <a:r>
            <a:rPr lang="en-US" dirty="0">
              <a:highlight>
                <a:srgbClr val="FFFF00"/>
              </a:highlight>
            </a:rPr>
            <a:t>for</a:t>
          </a:r>
          <a:r>
            <a:rPr lang="en-US" dirty="0"/>
            <a:t> (int </a:t>
          </a:r>
          <a:r>
            <a:rPr lang="en-US" dirty="0" err="1"/>
            <a:t>i</a:t>
          </a:r>
          <a:r>
            <a:rPr lang="en-US" dirty="0"/>
            <a:t> = 0; </a:t>
          </a:r>
          <a:r>
            <a:rPr lang="en-US" dirty="0" err="1"/>
            <a:t>i</a:t>
          </a:r>
          <a:r>
            <a:rPr lang="en-US" dirty="0"/>
            <a:t> &lt; </a:t>
          </a:r>
          <a:r>
            <a:rPr lang="en-US" dirty="0" err="1"/>
            <a:t>vorTabel.length</a:t>
          </a:r>
          <a:r>
            <a:rPr lang="en-US" dirty="0"/>
            <a:t>; </a:t>
          </a:r>
          <a:r>
            <a:rPr lang="en-US" dirty="0" err="1"/>
            <a:t>i</a:t>
          </a:r>
          <a:r>
            <a:rPr lang="en-US" dirty="0"/>
            <a:t>++) {</a:t>
          </a:r>
        </a:p>
      </dgm:t>
    </dgm:pt>
    <dgm:pt modelId="{B7755767-92F7-4D5D-8F2B-A710C9CD75BF}" type="parTrans" cxnId="{928042D6-50B4-4AE9-832B-E13B8CEF4EA1}">
      <dgm:prSet/>
      <dgm:spPr/>
      <dgm:t>
        <a:bodyPr/>
        <a:lstStyle/>
        <a:p>
          <a:endParaRPr lang="en-US"/>
        </a:p>
      </dgm:t>
    </dgm:pt>
    <dgm:pt modelId="{FCA2FA6B-0EA9-4B1B-AF8D-24BD2C02E478}" type="sibTrans" cxnId="{928042D6-50B4-4AE9-832B-E13B8CEF4EA1}">
      <dgm:prSet/>
      <dgm:spPr/>
      <dgm:t>
        <a:bodyPr/>
        <a:lstStyle/>
        <a:p>
          <a:endParaRPr lang="en-US"/>
        </a:p>
      </dgm:t>
    </dgm:pt>
    <dgm:pt modelId="{0D1DDC7A-779F-4B9B-B699-51596572EC33}">
      <dgm:prSet/>
      <dgm:spPr/>
      <dgm:t>
        <a:bodyPr/>
        <a:lstStyle/>
        <a:p>
          <a:r>
            <a:rPr lang="en-US"/>
            <a:t>System.out.println(vorTabel[i]);</a:t>
          </a:r>
        </a:p>
      </dgm:t>
    </dgm:pt>
    <dgm:pt modelId="{437D5344-0947-4B19-AA96-FACF56DBF475}" type="parTrans" cxnId="{9A053617-1C96-4386-B1B2-747C10363FA8}">
      <dgm:prSet/>
      <dgm:spPr/>
      <dgm:t>
        <a:bodyPr/>
        <a:lstStyle/>
        <a:p>
          <a:endParaRPr lang="en-US"/>
        </a:p>
      </dgm:t>
    </dgm:pt>
    <dgm:pt modelId="{56B56120-2EFE-4E4C-B4F2-367E11E95E2C}" type="sibTrans" cxnId="{9A053617-1C96-4386-B1B2-747C10363FA8}">
      <dgm:prSet/>
      <dgm:spPr/>
      <dgm:t>
        <a:bodyPr/>
        <a:lstStyle/>
        <a:p>
          <a:endParaRPr lang="en-US"/>
        </a:p>
      </dgm:t>
    </dgm:pt>
    <dgm:pt modelId="{56952FBF-E470-45B1-A131-DB31E673D3D3}">
      <dgm:prSet/>
      <dgm:spPr/>
      <dgm:t>
        <a:bodyPr/>
        <a:lstStyle/>
        <a:p>
          <a:r>
            <a:rPr lang="en-US"/>
            <a:t>}</a:t>
          </a:r>
        </a:p>
      </dgm:t>
    </dgm:pt>
    <dgm:pt modelId="{D938164C-FDBB-435E-A701-664E13CC668F}" type="parTrans" cxnId="{F7128F3F-830A-49F0-A710-63F5A4A559AB}">
      <dgm:prSet/>
      <dgm:spPr/>
      <dgm:t>
        <a:bodyPr/>
        <a:lstStyle/>
        <a:p>
          <a:endParaRPr lang="en-US"/>
        </a:p>
      </dgm:t>
    </dgm:pt>
    <dgm:pt modelId="{EF4889D6-716B-484A-8E0D-7AC38635BB98}" type="sibTrans" cxnId="{F7128F3F-830A-49F0-A710-63F5A4A559AB}">
      <dgm:prSet/>
      <dgm:spPr/>
      <dgm:t>
        <a:bodyPr/>
        <a:lstStyle/>
        <a:p>
          <a:endParaRPr lang="en-US"/>
        </a:p>
      </dgm:t>
    </dgm:pt>
    <dgm:pt modelId="{9BF3A7AF-5472-4F14-9C39-8B15A7FDFD24}">
      <dgm:prSet/>
      <dgm:spPr/>
      <dgm:t>
        <a:bodyPr/>
        <a:lstStyle/>
        <a:p>
          <a:r>
            <a:rPr lang="en-US"/>
            <a:t>}</a:t>
          </a:r>
        </a:p>
      </dgm:t>
    </dgm:pt>
    <dgm:pt modelId="{5E3F1034-D1AB-46A1-90BD-A5B11F59D033}" type="parTrans" cxnId="{AB37F85C-C640-4275-A756-779F9C51E5DE}">
      <dgm:prSet/>
      <dgm:spPr/>
      <dgm:t>
        <a:bodyPr/>
        <a:lstStyle/>
        <a:p>
          <a:endParaRPr lang="en-US"/>
        </a:p>
      </dgm:t>
    </dgm:pt>
    <dgm:pt modelId="{A2A5317C-ED6B-461E-89DA-07865590E4BD}" type="sibTrans" cxnId="{AB37F85C-C640-4275-A756-779F9C51E5DE}">
      <dgm:prSet/>
      <dgm:spPr/>
      <dgm:t>
        <a:bodyPr/>
        <a:lstStyle/>
        <a:p>
          <a:endParaRPr lang="en-US"/>
        </a:p>
      </dgm:t>
    </dgm:pt>
    <dgm:pt modelId="{1DA29542-621A-49F5-9602-31C067760761}">
      <dgm:prSet/>
      <dgm:spPr/>
      <dgm:t>
        <a:bodyPr/>
        <a:lstStyle/>
        <a:p>
          <a:r>
            <a:rPr lang="en-US"/>
            <a:t>}</a:t>
          </a:r>
        </a:p>
      </dgm:t>
    </dgm:pt>
    <dgm:pt modelId="{F6FAD349-8784-40D1-ABE9-8EDD26A2E50A}" type="parTrans" cxnId="{CF060B7A-6667-4A7F-9F99-FAE4983ADF51}">
      <dgm:prSet/>
      <dgm:spPr/>
      <dgm:t>
        <a:bodyPr/>
        <a:lstStyle/>
        <a:p>
          <a:endParaRPr lang="en-US"/>
        </a:p>
      </dgm:t>
    </dgm:pt>
    <dgm:pt modelId="{AA1FC85E-884A-4D0A-8ACB-731B39087859}" type="sibTrans" cxnId="{CF060B7A-6667-4A7F-9F99-FAE4983ADF51}">
      <dgm:prSet/>
      <dgm:spPr/>
      <dgm:t>
        <a:bodyPr/>
        <a:lstStyle/>
        <a:p>
          <a:endParaRPr lang="en-US"/>
        </a:p>
      </dgm:t>
    </dgm:pt>
    <dgm:pt modelId="{B549078E-1829-EF42-AA58-B60D60E263CA}" type="pres">
      <dgm:prSet presAssocID="{C10D4008-C922-4108-9D85-1F41057B5639}" presName="vert0" presStyleCnt="0">
        <dgm:presLayoutVars>
          <dgm:dir/>
          <dgm:animOne val="branch"/>
          <dgm:animLvl val="lvl"/>
        </dgm:presLayoutVars>
      </dgm:prSet>
      <dgm:spPr/>
    </dgm:pt>
    <dgm:pt modelId="{2EC94FE9-2E5B-674C-B7B0-F61187BE1837}" type="pres">
      <dgm:prSet presAssocID="{DE07F560-29EC-4022-AAA7-78D0CAFC9898}" presName="thickLine" presStyleLbl="alignNode1" presStyleIdx="0" presStyleCnt="8"/>
      <dgm:spPr/>
    </dgm:pt>
    <dgm:pt modelId="{CE61EBAC-A237-E14A-AD46-C10B51AA318E}" type="pres">
      <dgm:prSet presAssocID="{DE07F560-29EC-4022-AAA7-78D0CAFC9898}" presName="horz1" presStyleCnt="0"/>
      <dgm:spPr/>
    </dgm:pt>
    <dgm:pt modelId="{A33A9946-DCAA-BF40-8198-029AAFFD2966}" type="pres">
      <dgm:prSet presAssocID="{DE07F560-29EC-4022-AAA7-78D0CAFC9898}" presName="tx1" presStyleLbl="revTx" presStyleIdx="0" presStyleCnt="8"/>
      <dgm:spPr/>
    </dgm:pt>
    <dgm:pt modelId="{C1CACF0C-CE8B-D540-9C68-59599F1B0038}" type="pres">
      <dgm:prSet presAssocID="{DE07F560-29EC-4022-AAA7-78D0CAFC9898}" presName="vert1" presStyleCnt="0"/>
      <dgm:spPr/>
    </dgm:pt>
    <dgm:pt modelId="{200847A5-EB9B-8A44-866F-EC3426B38890}" type="pres">
      <dgm:prSet presAssocID="{53748849-E4BB-4E44-8D4C-530BF42A76B2}" presName="thickLine" presStyleLbl="alignNode1" presStyleIdx="1" presStyleCnt="8"/>
      <dgm:spPr/>
    </dgm:pt>
    <dgm:pt modelId="{C0E7CAC2-8319-F64B-93F2-F730365A46E0}" type="pres">
      <dgm:prSet presAssocID="{53748849-E4BB-4E44-8D4C-530BF42A76B2}" presName="horz1" presStyleCnt="0"/>
      <dgm:spPr/>
    </dgm:pt>
    <dgm:pt modelId="{F0742BDD-162B-C046-BDDA-6916A8F207BB}" type="pres">
      <dgm:prSet presAssocID="{53748849-E4BB-4E44-8D4C-530BF42A76B2}" presName="tx1" presStyleLbl="revTx" presStyleIdx="1" presStyleCnt="8"/>
      <dgm:spPr/>
    </dgm:pt>
    <dgm:pt modelId="{D735F032-7B94-7E41-9021-F7D2AB47003C}" type="pres">
      <dgm:prSet presAssocID="{53748849-E4BB-4E44-8D4C-530BF42A76B2}" presName="vert1" presStyleCnt="0"/>
      <dgm:spPr/>
    </dgm:pt>
    <dgm:pt modelId="{97AF92D6-1027-EE4C-BD7B-1C53482E639E}" type="pres">
      <dgm:prSet presAssocID="{6D627561-D9CB-486D-A907-2F5FED0768CF}" presName="thickLine" presStyleLbl="alignNode1" presStyleIdx="2" presStyleCnt="8"/>
      <dgm:spPr/>
    </dgm:pt>
    <dgm:pt modelId="{49B22595-BB89-DE40-86D3-149AFFE53A59}" type="pres">
      <dgm:prSet presAssocID="{6D627561-D9CB-486D-A907-2F5FED0768CF}" presName="horz1" presStyleCnt="0"/>
      <dgm:spPr/>
    </dgm:pt>
    <dgm:pt modelId="{8C151899-D574-9C49-A5C0-B62938448151}" type="pres">
      <dgm:prSet presAssocID="{6D627561-D9CB-486D-A907-2F5FED0768CF}" presName="tx1" presStyleLbl="revTx" presStyleIdx="2" presStyleCnt="8"/>
      <dgm:spPr/>
    </dgm:pt>
    <dgm:pt modelId="{8F772AB0-3B7B-B64D-8616-4DA058932E92}" type="pres">
      <dgm:prSet presAssocID="{6D627561-D9CB-486D-A907-2F5FED0768CF}" presName="vert1" presStyleCnt="0"/>
      <dgm:spPr/>
    </dgm:pt>
    <dgm:pt modelId="{DD4F6B58-842B-2C45-ADF4-1AA85883A708}" type="pres">
      <dgm:prSet presAssocID="{DC75136D-53CF-487A-BA7C-08DFD4FA26DC}" presName="thickLine" presStyleLbl="alignNode1" presStyleIdx="3" presStyleCnt="8"/>
      <dgm:spPr/>
    </dgm:pt>
    <dgm:pt modelId="{12540DC1-DE22-F94B-B6BE-17B9F2FE2139}" type="pres">
      <dgm:prSet presAssocID="{DC75136D-53CF-487A-BA7C-08DFD4FA26DC}" presName="horz1" presStyleCnt="0"/>
      <dgm:spPr/>
    </dgm:pt>
    <dgm:pt modelId="{68D15D12-E300-884E-879F-2C5F3A3C4873}" type="pres">
      <dgm:prSet presAssocID="{DC75136D-53CF-487A-BA7C-08DFD4FA26DC}" presName="tx1" presStyleLbl="revTx" presStyleIdx="3" presStyleCnt="8"/>
      <dgm:spPr/>
    </dgm:pt>
    <dgm:pt modelId="{9F157810-0F28-2842-B98B-E965227D4CDF}" type="pres">
      <dgm:prSet presAssocID="{DC75136D-53CF-487A-BA7C-08DFD4FA26DC}" presName="vert1" presStyleCnt="0"/>
      <dgm:spPr/>
    </dgm:pt>
    <dgm:pt modelId="{7DDBF8A7-FB4A-FA43-B01B-7623E27B35C6}" type="pres">
      <dgm:prSet presAssocID="{0D1DDC7A-779F-4B9B-B699-51596572EC33}" presName="thickLine" presStyleLbl="alignNode1" presStyleIdx="4" presStyleCnt="8"/>
      <dgm:spPr/>
    </dgm:pt>
    <dgm:pt modelId="{787750C9-0A9C-B44D-B267-F59973C9C91A}" type="pres">
      <dgm:prSet presAssocID="{0D1DDC7A-779F-4B9B-B699-51596572EC33}" presName="horz1" presStyleCnt="0"/>
      <dgm:spPr/>
    </dgm:pt>
    <dgm:pt modelId="{06671207-8F43-B44E-9FC0-DEB64A713775}" type="pres">
      <dgm:prSet presAssocID="{0D1DDC7A-779F-4B9B-B699-51596572EC33}" presName="tx1" presStyleLbl="revTx" presStyleIdx="4" presStyleCnt="8"/>
      <dgm:spPr/>
    </dgm:pt>
    <dgm:pt modelId="{512981FE-520C-794D-83B1-D2A40FEBF14F}" type="pres">
      <dgm:prSet presAssocID="{0D1DDC7A-779F-4B9B-B699-51596572EC33}" presName="vert1" presStyleCnt="0"/>
      <dgm:spPr/>
    </dgm:pt>
    <dgm:pt modelId="{C94CF5D7-2949-7548-BE64-29DCEAE61634}" type="pres">
      <dgm:prSet presAssocID="{56952FBF-E470-45B1-A131-DB31E673D3D3}" presName="thickLine" presStyleLbl="alignNode1" presStyleIdx="5" presStyleCnt="8"/>
      <dgm:spPr/>
    </dgm:pt>
    <dgm:pt modelId="{3DFDFC3A-B447-A846-9EA5-401457DC76EE}" type="pres">
      <dgm:prSet presAssocID="{56952FBF-E470-45B1-A131-DB31E673D3D3}" presName="horz1" presStyleCnt="0"/>
      <dgm:spPr/>
    </dgm:pt>
    <dgm:pt modelId="{C940AA7A-1C7B-D74E-A79E-428CDB109C23}" type="pres">
      <dgm:prSet presAssocID="{56952FBF-E470-45B1-A131-DB31E673D3D3}" presName="tx1" presStyleLbl="revTx" presStyleIdx="5" presStyleCnt="8"/>
      <dgm:spPr/>
    </dgm:pt>
    <dgm:pt modelId="{F2339A14-D06B-7C44-B570-736750683696}" type="pres">
      <dgm:prSet presAssocID="{56952FBF-E470-45B1-A131-DB31E673D3D3}" presName="vert1" presStyleCnt="0"/>
      <dgm:spPr/>
    </dgm:pt>
    <dgm:pt modelId="{16741459-3435-FA45-B00C-801EE37091E7}" type="pres">
      <dgm:prSet presAssocID="{9BF3A7AF-5472-4F14-9C39-8B15A7FDFD24}" presName="thickLine" presStyleLbl="alignNode1" presStyleIdx="6" presStyleCnt="8"/>
      <dgm:spPr/>
    </dgm:pt>
    <dgm:pt modelId="{33F7E452-2404-5144-A380-1695415BD542}" type="pres">
      <dgm:prSet presAssocID="{9BF3A7AF-5472-4F14-9C39-8B15A7FDFD24}" presName="horz1" presStyleCnt="0"/>
      <dgm:spPr/>
    </dgm:pt>
    <dgm:pt modelId="{213A5241-DAE6-2B4B-9A5B-51D461CB1655}" type="pres">
      <dgm:prSet presAssocID="{9BF3A7AF-5472-4F14-9C39-8B15A7FDFD24}" presName="tx1" presStyleLbl="revTx" presStyleIdx="6" presStyleCnt="8"/>
      <dgm:spPr/>
    </dgm:pt>
    <dgm:pt modelId="{C1679F8C-A109-BD48-BC23-54524AE6D783}" type="pres">
      <dgm:prSet presAssocID="{9BF3A7AF-5472-4F14-9C39-8B15A7FDFD24}" presName="vert1" presStyleCnt="0"/>
      <dgm:spPr/>
    </dgm:pt>
    <dgm:pt modelId="{4BAB5A06-93EC-7448-96D7-9531ACD253EF}" type="pres">
      <dgm:prSet presAssocID="{1DA29542-621A-49F5-9602-31C067760761}" presName="thickLine" presStyleLbl="alignNode1" presStyleIdx="7" presStyleCnt="8"/>
      <dgm:spPr/>
    </dgm:pt>
    <dgm:pt modelId="{3E5FA47D-7A6F-EE44-9A4B-E11B3E8968CB}" type="pres">
      <dgm:prSet presAssocID="{1DA29542-621A-49F5-9602-31C067760761}" presName="horz1" presStyleCnt="0"/>
      <dgm:spPr/>
    </dgm:pt>
    <dgm:pt modelId="{E05C8A42-6861-294C-ADE6-CE592CA947E1}" type="pres">
      <dgm:prSet presAssocID="{1DA29542-621A-49F5-9602-31C067760761}" presName="tx1" presStyleLbl="revTx" presStyleIdx="7" presStyleCnt="8"/>
      <dgm:spPr/>
    </dgm:pt>
    <dgm:pt modelId="{33450AA7-27B0-8E4C-A761-E2666880D880}" type="pres">
      <dgm:prSet presAssocID="{1DA29542-621A-49F5-9602-31C067760761}" presName="vert1" presStyleCnt="0"/>
      <dgm:spPr/>
    </dgm:pt>
  </dgm:ptLst>
  <dgm:cxnLst>
    <dgm:cxn modelId="{9A053617-1C96-4386-B1B2-747C10363FA8}" srcId="{C10D4008-C922-4108-9D85-1F41057B5639}" destId="{0D1DDC7A-779F-4B9B-B699-51596572EC33}" srcOrd="4" destOrd="0" parTransId="{437D5344-0947-4B19-AA96-FACF56DBF475}" sibTransId="{56B56120-2EFE-4E4C-B4F2-367E11E95E2C}"/>
    <dgm:cxn modelId="{D8B7BF17-2F0D-6B44-A364-166C8B715E7E}" type="presOf" srcId="{56952FBF-E470-45B1-A131-DB31E673D3D3}" destId="{C940AA7A-1C7B-D74E-A79E-428CDB109C23}" srcOrd="0" destOrd="0" presId="urn:microsoft.com/office/officeart/2008/layout/LinedList"/>
    <dgm:cxn modelId="{D744D023-868A-C143-98DB-5C519DC511E0}" type="presOf" srcId="{DC75136D-53CF-487A-BA7C-08DFD4FA26DC}" destId="{68D15D12-E300-884E-879F-2C5F3A3C4873}" srcOrd="0" destOrd="0" presId="urn:microsoft.com/office/officeart/2008/layout/LinedList"/>
    <dgm:cxn modelId="{5FFAEB38-F8F5-4BEB-B930-CA3640A39340}" srcId="{C10D4008-C922-4108-9D85-1F41057B5639}" destId="{DE07F560-29EC-4022-AAA7-78D0CAFC9898}" srcOrd="0" destOrd="0" parTransId="{D83633B9-C82C-4C06-A577-5BE991EAA382}" sibTransId="{0941F6FE-47D3-461D-9B56-EA53D6408CC2}"/>
    <dgm:cxn modelId="{F7128F3F-830A-49F0-A710-63F5A4A559AB}" srcId="{C10D4008-C922-4108-9D85-1F41057B5639}" destId="{56952FBF-E470-45B1-A131-DB31E673D3D3}" srcOrd="5" destOrd="0" parTransId="{D938164C-FDBB-435E-A701-664E13CC668F}" sibTransId="{EF4889D6-716B-484A-8E0D-7AC38635BB98}"/>
    <dgm:cxn modelId="{2D3F134F-60F6-4817-B0D1-A6076929E32B}" srcId="{C10D4008-C922-4108-9D85-1F41057B5639}" destId="{6D627561-D9CB-486D-A907-2F5FED0768CF}" srcOrd="2" destOrd="0" parTransId="{A3C3C5DA-61BB-4288-8EDE-24C4D5ABA586}" sibTransId="{ED033004-D420-42C1-99E0-55347264E4F8}"/>
    <dgm:cxn modelId="{F834E65C-303F-F943-9E38-9AA3CE8F7849}" type="presOf" srcId="{0D1DDC7A-779F-4B9B-B699-51596572EC33}" destId="{06671207-8F43-B44E-9FC0-DEB64A713775}" srcOrd="0" destOrd="0" presId="urn:microsoft.com/office/officeart/2008/layout/LinedList"/>
    <dgm:cxn modelId="{AB37F85C-C640-4275-A756-779F9C51E5DE}" srcId="{C10D4008-C922-4108-9D85-1F41057B5639}" destId="{9BF3A7AF-5472-4F14-9C39-8B15A7FDFD24}" srcOrd="6" destOrd="0" parTransId="{5E3F1034-D1AB-46A1-90BD-A5B11F59D033}" sibTransId="{A2A5317C-ED6B-461E-89DA-07865590E4BD}"/>
    <dgm:cxn modelId="{CF060B7A-6667-4A7F-9F99-FAE4983ADF51}" srcId="{C10D4008-C922-4108-9D85-1F41057B5639}" destId="{1DA29542-621A-49F5-9602-31C067760761}" srcOrd="7" destOrd="0" parTransId="{F6FAD349-8784-40D1-ABE9-8EDD26A2E50A}" sibTransId="{AA1FC85E-884A-4D0A-8ACB-731B39087859}"/>
    <dgm:cxn modelId="{61896B83-AD19-7447-8B9C-2B44CA8801F6}" type="presOf" srcId="{9BF3A7AF-5472-4F14-9C39-8B15A7FDFD24}" destId="{213A5241-DAE6-2B4B-9A5B-51D461CB1655}" srcOrd="0" destOrd="0" presId="urn:microsoft.com/office/officeart/2008/layout/LinedList"/>
    <dgm:cxn modelId="{DEDFFB94-73B9-D546-B0E8-E89CBDA3A351}" type="presOf" srcId="{1DA29542-621A-49F5-9602-31C067760761}" destId="{E05C8A42-6861-294C-ADE6-CE592CA947E1}" srcOrd="0" destOrd="0" presId="urn:microsoft.com/office/officeart/2008/layout/LinedList"/>
    <dgm:cxn modelId="{205E9BBE-AB0C-454C-9CE6-9B02F4C9C89A}" type="presOf" srcId="{C10D4008-C922-4108-9D85-1F41057B5639}" destId="{B549078E-1829-EF42-AA58-B60D60E263CA}" srcOrd="0" destOrd="0" presId="urn:microsoft.com/office/officeart/2008/layout/LinedList"/>
    <dgm:cxn modelId="{CED13DC1-469B-4EC9-9173-1203A2F10A26}" srcId="{C10D4008-C922-4108-9D85-1F41057B5639}" destId="{53748849-E4BB-4E44-8D4C-530BF42A76B2}" srcOrd="1" destOrd="0" parTransId="{78F16D70-B7B6-4017-ACF8-6D2D69F77833}" sibTransId="{6BB867AF-E702-4928-BFA9-E88958370059}"/>
    <dgm:cxn modelId="{069E65C2-1CC4-1047-A5E2-C739609B8A0B}" type="presOf" srcId="{53748849-E4BB-4E44-8D4C-530BF42A76B2}" destId="{F0742BDD-162B-C046-BDDA-6916A8F207BB}" srcOrd="0" destOrd="0" presId="urn:microsoft.com/office/officeart/2008/layout/LinedList"/>
    <dgm:cxn modelId="{2748C7D2-197F-3E43-9FA8-3F45A4827632}" type="presOf" srcId="{6D627561-D9CB-486D-A907-2F5FED0768CF}" destId="{8C151899-D574-9C49-A5C0-B62938448151}" srcOrd="0" destOrd="0" presId="urn:microsoft.com/office/officeart/2008/layout/LinedList"/>
    <dgm:cxn modelId="{928042D6-50B4-4AE9-832B-E13B8CEF4EA1}" srcId="{C10D4008-C922-4108-9D85-1F41057B5639}" destId="{DC75136D-53CF-487A-BA7C-08DFD4FA26DC}" srcOrd="3" destOrd="0" parTransId="{B7755767-92F7-4D5D-8F2B-A710C9CD75BF}" sibTransId="{FCA2FA6B-0EA9-4B1B-AF8D-24BD2C02E478}"/>
    <dgm:cxn modelId="{DADD6BE4-3307-C147-9971-E8D790186F04}" type="presOf" srcId="{DE07F560-29EC-4022-AAA7-78D0CAFC9898}" destId="{A33A9946-DCAA-BF40-8198-029AAFFD2966}" srcOrd="0" destOrd="0" presId="urn:microsoft.com/office/officeart/2008/layout/LinedList"/>
    <dgm:cxn modelId="{6610FB43-029E-5744-879D-DE27E648FE7B}" type="presParOf" srcId="{B549078E-1829-EF42-AA58-B60D60E263CA}" destId="{2EC94FE9-2E5B-674C-B7B0-F61187BE1837}" srcOrd="0" destOrd="0" presId="urn:microsoft.com/office/officeart/2008/layout/LinedList"/>
    <dgm:cxn modelId="{61ECDCF6-8F49-D24C-A40F-51A491EC468C}" type="presParOf" srcId="{B549078E-1829-EF42-AA58-B60D60E263CA}" destId="{CE61EBAC-A237-E14A-AD46-C10B51AA318E}" srcOrd="1" destOrd="0" presId="urn:microsoft.com/office/officeart/2008/layout/LinedList"/>
    <dgm:cxn modelId="{25AE7659-CB24-AC4B-B98F-DE0F35C68A2C}" type="presParOf" srcId="{CE61EBAC-A237-E14A-AD46-C10B51AA318E}" destId="{A33A9946-DCAA-BF40-8198-029AAFFD2966}" srcOrd="0" destOrd="0" presId="urn:microsoft.com/office/officeart/2008/layout/LinedList"/>
    <dgm:cxn modelId="{E2F4DB25-1CA0-C548-90B1-92AE2B2597A7}" type="presParOf" srcId="{CE61EBAC-A237-E14A-AD46-C10B51AA318E}" destId="{C1CACF0C-CE8B-D540-9C68-59599F1B0038}" srcOrd="1" destOrd="0" presId="urn:microsoft.com/office/officeart/2008/layout/LinedList"/>
    <dgm:cxn modelId="{FA88EDBC-C895-034F-B18E-BCF85C145739}" type="presParOf" srcId="{B549078E-1829-EF42-AA58-B60D60E263CA}" destId="{200847A5-EB9B-8A44-866F-EC3426B38890}" srcOrd="2" destOrd="0" presId="urn:microsoft.com/office/officeart/2008/layout/LinedList"/>
    <dgm:cxn modelId="{E8A8FB5E-CF17-D242-8DB4-F915FDF983BC}" type="presParOf" srcId="{B549078E-1829-EF42-AA58-B60D60E263CA}" destId="{C0E7CAC2-8319-F64B-93F2-F730365A46E0}" srcOrd="3" destOrd="0" presId="urn:microsoft.com/office/officeart/2008/layout/LinedList"/>
    <dgm:cxn modelId="{A8192E50-2A3C-734F-8756-ECEFBC5E6A13}" type="presParOf" srcId="{C0E7CAC2-8319-F64B-93F2-F730365A46E0}" destId="{F0742BDD-162B-C046-BDDA-6916A8F207BB}" srcOrd="0" destOrd="0" presId="urn:microsoft.com/office/officeart/2008/layout/LinedList"/>
    <dgm:cxn modelId="{5A38A4F6-2C3A-5B42-8488-452838191192}" type="presParOf" srcId="{C0E7CAC2-8319-F64B-93F2-F730365A46E0}" destId="{D735F032-7B94-7E41-9021-F7D2AB47003C}" srcOrd="1" destOrd="0" presId="urn:microsoft.com/office/officeart/2008/layout/LinedList"/>
    <dgm:cxn modelId="{F8E1DC0A-57BF-4E4C-92D9-353F5E85D6DD}" type="presParOf" srcId="{B549078E-1829-EF42-AA58-B60D60E263CA}" destId="{97AF92D6-1027-EE4C-BD7B-1C53482E639E}" srcOrd="4" destOrd="0" presId="urn:microsoft.com/office/officeart/2008/layout/LinedList"/>
    <dgm:cxn modelId="{69FE09C4-35F0-A249-B064-5205CAAA361B}" type="presParOf" srcId="{B549078E-1829-EF42-AA58-B60D60E263CA}" destId="{49B22595-BB89-DE40-86D3-149AFFE53A59}" srcOrd="5" destOrd="0" presId="urn:microsoft.com/office/officeart/2008/layout/LinedList"/>
    <dgm:cxn modelId="{57896EE5-FF47-444A-96A7-63AA478238B1}" type="presParOf" srcId="{49B22595-BB89-DE40-86D3-149AFFE53A59}" destId="{8C151899-D574-9C49-A5C0-B62938448151}" srcOrd="0" destOrd="0" presId="urn:microsoft.com/office/officeart/2008/layout/LinedList"/>
    <dgm:cxn modelId="{88E72F25-2CA8-8C4E-B679-206FF64979B8}" type="presParOf" srcId="{49B22595-BB89-DE40-86D3-149AFFE53A59}" destId="{8F772AB0-3B7B-B64D-8616-4DA058932E92}" srcOrd="1" destOrd="0" presId="urn:microsoft.com/office/officeart/2008/layout/LinedList"/>
    <dgm:cxn modelId="{A3218AA2-1F76-0E49-8879-0C7873F48CEE}" type="presParOf" srcId="{B549078E-1829-EF42-AA58-B60D60E263CA}" destId="{DD4F6B58-842B-2C45-ADF4-1AA85883A708}" srcOrd="6" destOrd="0" presId="urn:microsoft.com/office/officeart/2008/layout/LinedList"/>
    <dgm:cxn modelId="{60CD3F7B-92E6-3346-A470-7CD38054683B}" type="presParOf" srcId="{B549078E-1829-EF42-AA58-B60D60E263CA}" destId="{12540DC1-DE22-F94B-B6BE-17B9F2FE2139}" srcOrd="7" destOrd="0" presId="urn:microsoft.com/office/officeart/2008/layout/LinedList"/>
    <dgm:cxn modelId="{C57DE470-76F3-6C4F-AD34-EB142D25BA51}" type="presParOf" srcId="{12540DC1-DE22-F94B-B6BE-17B9F2FE2139}" destId="{68D15D12-E300-884E-879F-2C5F3A3C4873}" srcOrd="0" destOrd="0" presId="urn:microsoft.com/office/officeart/2008/layout/LinedList"/>
    <dgm:cxn modelId="{54C871FE-2A7A-0C42-9E6A-572FF0ABF7E2}" type="presParOf" srcId="{12540DC1-DE22-F94B-B6BE-17B9F2FE2139}" destId="{9F157810-0F28-2842-B98B-E965227D4CDF}" srcOrd="1" destOrd="0" presId="urn:microsoft.com/office/officeart/2008/layout/LinedList"/>
    <dgm:cxn modelId="{2F7DC021-62AB-6348-9ACA-06954EA052B7}" type="presParOf" srcId="{B549078E-1829-EF42-AA58-B60D60E263CA}" destId="{7DDBF8A7-FB4A-FA43-B01B-7623E27B35C6}" srcOrd="8" destOrd="0" presId="urn:microsoft.com/office/officeart/2008/layout/LinedList"/>
    <dgm:cxn modelId="{F3B5CD8E-6915-7E45-B8B4-D1A6B708188D}" type="presParOf" srcId="{B549078E-1829-EF42-AA58-B60D60E263CA}" destId="{787750C9-0A9C-B44D-B267-F59973C9C91A}" srcOrd="9" destOrd="0" presId="urn:microsoft.com/office/officeart/2008/layout/LinedList"/>
    <dgm:cxn modelId="{05C3B66E-3085-884D-BD70-1A685230F87A}" type="presParOf" srcId="{787750C9-0A9C-B44D-B267-F59973C9C91A}" destId="{06671207-8F43-B44E-9FC0-DEB64A713775}" srcOrd="0" destOrd="0" presId="urn:microsoft.com/office/officeart/2008/layout/LinedList"/>
    <dgm:cxn modelId="{ECCAE4A4-E3EB-C247-8475-B42924C577BA}" type="presParOf" srcId="{787750C9-0A9C-B44D-B267-F59973C9C91A}" destId="{512981FE-520C-794D-83B1-D2A40FEBF14F}" srcOrd="1" destOrd="0" presId="urn:microsoft.com/office/officeart/2008/layout/LinedList"/>
    <dgm:cxn modelId="{B718F63B-7235-E247-B765-E9E3A5354BE7}" type="presParOf" srcId="{B549078E-1829-EF42-AA58-B60D60E263CA}" destId="{C94CF5D7-2949-7548-BE64-29DCEAE61634}" srcOrd="10" destOrd="0" presId="urn:microsoft.com/office/officeart/2008/layout/LinedList"/>
    <dgm:cxn modelId="{06DA07BB-EB47-1441-A735-BE612815EE0C}" type="presParOf" srcId="{B549078E-1829-EF42-AA58-B60D60E263CA}" destId="{3DFDFC3A-B447-A846-9EA5-401457DC76EE}" srcOrd="11" destOrd="0" presId="urn:microsoft.com/office/officeart/2008/layout/LinedList"/>
    <dgm:cxn modelId="{A1481FD6-C15A-694A-B73D-9F8A89F5E01C}" type="presParOf" srcId="{3DFDFC3A-B447-A846-9EA5-401457DC76EE}" destId="{C940AA7A-1C7B-D74E-A79E-428CDB109C23}" srcOrd="0" destOrd="0" presId="urn:microsoft.com/office/officeart/2008/layout/LinedList"/>
    <dgm:cxn modelId="{E997BED5-D9FF-0041-BEF4-086327EF3BC8}" type="presParOf" srcId="{3DFDFC3A-B447-A846-9EA5-401457DC76EE}" destId="{F2339A14-D06B-7C44-B570-736750683696}" srcOrd="1" destOrd="0" presId="urn:microsoft.com/office/officeart/2008/layout/LinedList"/>
    <dgm:cxn modelId="{B9893081-8133-A140-A1BC-F2E46F75A26C}" type="presParOf" srcId="{B549078E-1829-EF42-AA58-B60D60E263CA}" destId="{16741459-3435-FA45-B00C-801EE37091E7}" srcOrd="12" destOrd="0" presId="urn:microsoft.com/office/officeart/2008/layout/LinedList"/>
    <dgm:cxn modelId="{CA1E1797-88AA-5A4F-AF4B-DB919B3E81E0}" type="presParOf" srcId="{B549078E-1829-EF42-AA58-B60D60E263CA}" destId="{33F7E452-2404-5144-A380-1695415BD542}" srcOrd="13" destOrd="0" presId="urn:microsoft.com/office/officeart/2008/layout/LinedList"/>
    <dgm:cxn modelId="{8AC9E51C-2354-3349-8A03-55B254F3FAC5}" type="presParOf" srcId="{33F7E452-2404-5144-A380-1695415BD542}" destId="{213A5241-DAE6-2B4B-9A5B-51D461CB1655}" srcOrd="0" destOrd="0" presId="urn:microsoft.com/office/officeart/2008/layout/LinedList"/>
    <dgm:cxn modelId="{C70BF44E-2761-B54F-B9EE-D0AF18FCD15E}" type="presParOf" srcId="{33F7E452-2404-5144-A380-1695415BD542}" destId="{C1679F8C-A109-BD48-BC23-54524AE6D783}" srcOrd="1" destOrd="0" presId="urn:microsoft.com/office/officeart/2008/layout/LinedList"/>
    <dgm:cxn modelId="{5E5ED70E-ADEC-E84F-B447-BBFAA23D0BE5}" type="presParOf" srcId="{B549078E-1829-EF42-AA58-B60D60E263CA}" destId="{4BAB5A06-93EC-7448-96D7-9531ACD253EF}" srcOrd="14" destOrd="0" presId="urn:microsoft.com/office/officeart/2008/layout/LinedList"/>
    <dgm:cxn modelId="{031BBDA3-C1BD-B24E-B281-8CDA9A5D222F}" type="presParOf" srcId="{B549078E-1829-EF42-AA58-B60D60E263CA}" destId="{3E5FA47D-7A6F-EE44-9A4B-E11B3E8968CB}" srcOrd="15" destOrd="0" presId="urn:microsoft.com/office/officeart/2008/layout/LinedList"/>
    <dgm:cxn modelId="{8C60F942-FE6B-C74B-A7F6-8BD687E3AEA8}" type="presParOf" srcId="{3E5FA47D-7A6F-EE44-9A4B-E11B3E8968CB}" destId="{E05C8A42-6861-294C-ADE6-CE592CA947E1}" srcOrd="0" destOrd="0" presId="urn:microsoft.com/office/officeart/2008/layout/LinedList"/>
    <dgm:cxn modelId="{0EF47E4B-0786-DD45-82A8-6BC0F9170D07}" type="presParOf" srcId="{3E5FA47D-7A6F-EE44-9A4B-E11B3E8968CB}" destId="{33450AA7-27B0-8E4C-A761-E2666880D8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94FE9-2E5B-674C-B7B0-F61187BE1837}">
      <dsp:nvSpPr>
        <dsp:cNvPr id="0" name=""/>
        <dsp:cNvSpPr/>
      </dsp:nvSpPr>
      <dsp:spPr>
        <a:xfrm>
          <a:off x="0" y="0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A9946-DCAA-BF40-8198-029AAFFD2966}">
      <dsp:nvSpPr>
        <dsp:cNvPr id="0" name=""/>
        <dsp:cNvSpPr/>
      </dsp:nvSpPr>
      <dsp:spPr>
        <a:xfrm>
          <a:off x="0" y="0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public class ArrayDemo {</a:t>
          </a:r>
        </a:p>
      </dsp:txBody>
      <dsp:txXfrm>
        <a:off x="0" y="0"/>
        <a:ext cx="9880893" cy="494952"/>
      </dsp:txXfrm>
    </dsp:sp>
    <dsp:sp modelId="{200847A5-EB9B-8A44-866F-EC3426B38890}">
      <dsp:nvSpPr>
        <dsp:cNvPr id="0" name=""/>
        <dsp:cNvSpPr/>
      </dsp:nvSpPr>
      <dsp:spPr>
        <a:xfrm>
          <a:off x="0" y="494952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42BDD-162B-C046-BDDA-6916A8F207BB}">
      <dsp:nvSpPr>
        <dsp:cNvPr id="0" name=""/>
        <dsp:cNvSpPr/>
      </dsp:nvSpPr>
      <dsp:spPr>
        <a:xfrm>
          <a:off x="0" y="494952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public static void main(String[] args) {</a:t>
          </a:r>
        </a:p>
      </dsp:txBody>
      <dsp:txXfrm>
        <a:off x="0" y="494952"/>
        <a:ext cx="9880893" cy="494952"/>
      </dsp:txXfrm>
    </dsp:sp>
    <dsp:sp modelId="{97AF92D6-1027-EE4C-BD7B-1C53482E639E}">
      <dsp:nvSpPr>
        <dsp:cNvPr id="0" name=""/>
        <dsp:cNvSpPr/>
      </dsp:nvSpPr>
      <dsp:spPr>
        <a:xfrm>
          <a:off x="0" y="989904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51899-D574-9C49-A5C0-B62938448151}">
      <dsp:nvSpPr>
        <dsp:cNvPr id="0" name=""/>
        <dsp:cNvSpPr/>
      </dsp:nvSpPr>
      <dsp:spPr>
        <a:xfrm>
          <a:off x="0" y="989904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highlight>
                <a:srgbClr val="FFFF00"/>
              </a:highlight>
            </a:rPr>
            <a:t>int[] </a:t>
          </a:r>
          <a:r>
            <a:rPr lang="en-US" sz="2200" kern="1200" dirty="0" err="1"/>
            <a:t>vorTabel</a:t>
          </a:r>
          <a:r>
            <a:rPr lang="en-US" sz="2200" kern="1200" dirty="0"/>
            <a:t> = {5, 3, -2, 9, 0, -5, 10, 11, -7, 10};</a:t>
          </a:r>
        </a:p>
      </dsp:txBody>
      <dsp:txXfrm>
        <a:off x="0" y="989904"/>
        <a:ext cx="9880893" cy="494952"/>
      </dsp:txXfrm>
    </dsp:sp>
    <dsp:sp modelId="{DD4F6B58-842B-2C45-ADF4-1AA85883A708}">
      <dsp:nvSpPr>
        <dsp:cNvPr id="0" name=""/>
        <dsp:cNvSpPr/>
      </dsp:nvSpPr>
      <dsp:spPr>
        <a:xfrm>
          <a:off x="0" y="1484857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15D12-E300-884E-879F-2C5F3A3C4873}">
      <dsp:nvSpPr>
        <dsp:cNvPr id="0" name=""/>
        <dsp:cNvSpPr/>
      </dsp:nvSpPr>
      <dsp:spPr>
        <a:xfrm>
          <a:off x="0" y="1484857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highlight>
                <a:srgbClr val="FFFF00"/>
              </a:highlight>
            </a:rPr>
            <a:t>for</a:t>
          </a:r>
          <a:r>
            <a:rPr lang="en-US" sz="2200" kern="1200" dirty="0"/>
            <a:t> (int </a:t>
          </a:r>
          <a:r>
            <a:rPr lang="en-US" sz="2200" kern="1200" dirty="0" err="1"/>
            <a:t>i</a:t>
          </a:r>
          <a:r>
            <a:rPr lang="en-US" sz="2200" kern="1200" dirty="0"/>
            <a:t> = 0; </a:t>
          </a:r>
          <a:r>
            <a:rPr lang="en-US" sz="2200" kern="1200" dirty="0" err="1"/>
            <a:t>i</a:t>
          </a:r>
          <a:r>
            <a:rPr lang="en-US" sz="2200" kern="1200" dirty="0"/>
            <a:t> &lt; </a:t>
          </a:r>
          <a:r>
            <a:rPr lang="en-US" sz="2200" kern="1200" dirty="0" err="1"/>
            <a:t>vorTabel.length</a:t>
          </a:r>
          <a:r>
            <a:rPr lang="en-US" sz="2200" kern="1200" dirty="0"/>
            <a:t>; </a:t>
          </a:r>
          <a:r>
            <a:rPr lang="en-US" sz="2200" kern="1200" dirty="0" err="1"/>
            <a:t>i</a:t>
          </a:r>
          <a:r>
            <a:rPr lang="en-US" sz="2200" kern="1200" dirty="0"/>
            <a:t>++) {</a:t>
          </a:r>
        </a:p>
      </dsp:txBody>
      <dsp:txXfrm>
        <a:off x="0" y="1484857"/>
        <a:ext cx="9880893" cy="494952"/>
      </dsp:txXfrm>
    </dsp:sp>
    <dsp:sp modelId="{7DDBF8A7-FB4A-FA43-B01B-7623E27B35C6}">
      <dsp:nvSpPr>
        <dsp:cNvPr id="0" name=""/>
        <dsp:cNvSpPr/>
      </dsp:nvSpPr>
      <dsp:spPr>
        <a:xfrm>
          <a:off x="0" y="1979809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71207-8F43-B44E-9FC0-DEB64A713775}">
      <dsp:nvSpPr>
        <dsp:cNvPr id="0" name=""/>
        <dsp:cNvSpPr/>
      </dsp:nvSpPr>
      <dsp:spPr>
        <a:xfrm>
          <a:off x="0" y="1979809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System.out.println(vorTabel[i]);</a:t>
          </a:r>
        </a:p>
      </dsp:txBody>
      <dsp:txXfrm>
        <a:off x="0" y="1979809"/>
        <a:ext cx="9880893" cy="494952"/>
      </dsp:txXfrm>
    </dsp:sp>
    <dsp:sp modelId="{C94CF5D7-2949-7548-BE64-29DCEAE61634}">
      <dsp:nvSpPr>
        <dsp:cNvPr id="0" name=""/>
        <dsp:cNvSpPr/>
      </dsp:nvSpPr>
      <dsp:spPr>
        <a:xfrm>
          <a:off x="0" y="2474761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0AA7A-1C7B-D74E-A79E-428CDB109C23}">
      <dsp:nvSpPr>
        <dsp:cNvPr id="0" name=""/>
        <dsp:cNvSpPr/>
      </dsp:nvSpPr>
      <dsp:spPr>
        <a:xfrm>
          <a:off x="0" y="2474761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}</a:t>
          </a:r>
        </a:p>
      </dsp:txBody>
      <dsp:txXfrm>
        <a:off x="0" y="2474761"/>
        <a:ext cx="9880893" cy="494952"/>
      </dsp:txXfrm>
    </dsp:sp>
    <dsp:sp modelId="{16741459-3435-FA45-B00C-801EE37091E7}">
      <dsp:nvSpPr>
        <dsp:cNvPr id="0" name=""/>
        <dsp:cNvSpPr/>
      </dsp:nvSpPr>
      <dsp:spPr>
        <a:xfrm>
          <a:off x="0" y="2969714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A5241-DAE6-2B4B-9A5B-51D461CB1655}">
      <dsp:nvSpPr>
        <dsp:cNvPr id="0" name=""/>
        <dsp:cNvSpPr/>
      </dsp:nvSpPr>
      <dsp:spPr>
        <a:xfrm>
          <a:off x="0" y="2969714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}</a:t>
          </a:r>
        </a:p>
      </dsp:txBody>
      <dsp:txXfrm>
        <a:off x="0" y="2969714"/>
        <a:ext cx="9880893" cy="494952"/>
      </dsp:txXfrm>
    </dsp:sp>
    <dsp:sp modelId="{4BAB5A06-93EC-7448-96D7-9531ACD253EF}">
      <dsp:nvSpPr>
        <dsp:cNvPr id="0" name=""/>
        <dsp:cNvSpPr/>
      </dsp:nvSpPr>
      <dsp:spPr>
        <a:xfrm>
          <a:off x="0" y="3464666"/>
          <a:ext cx="988089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C8A42-6861-294C-ADE6-CE592CA947E1}">
      <dsp:nvSpPr>
        <dsp:cNvPr id="0" name=""/>
        <dsp:cNvSpPr/>
      </dsp:nvSpPr>
      <dsp:spPr>
        <a:xfrm>
          <a:off x="0" y="3464666"/>
          <a:ext cx="9880893" cy="494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}</a:t>
          </a:r>
        </a:p>
      </dsp:txBody>
      <dsp:txXfrm>
        <a:off x="0" y="3464666"/>
        <a:ext cx="9880893" cy="494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06:18:26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8561 7941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06:18:26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7757 7800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06:18:26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7762 7968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9347E-893C-BE4D-82D7-086F268CE3C9}" type="datetimeFigureOut">
              <a:rPr lang="en-DK" smtClean="0"/>
              <a:t>17/09/2026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C4A44-45A6-9047-80DD-6777D98D193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9702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74191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K" dirty="0"/>
              <a:t>ry while couter in intelli J- refactor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(true) {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(counter &gt;= 10) break;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.println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(counter);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update expression</a:t>
            </a:r>
            <a:b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counter++;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33623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 normal while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.printf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("%d  ", counter);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counter++;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(counter &lt;= 10) {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</a:t>
            </a:r>
            <a:r>
              <a:rPr lang="en-GB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.printf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("%d  ", counter);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counter++;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</a:t>
            </a: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end do...while</a:t>
            </a:r>
            <a:b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4A44-45A6-9047-80DD-6777D98D193C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84784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0476" y="6624399"/>
            <a:ext cx="2407284" cy="121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customXml" Target="../ink/ink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5" Type="http://schemas.openxmlformats.org/officeDocument/2006/relationships/image" Target="../media/image120.png"/><Relationship Id="rId4" Type="http://schemas.openxmlformats.org/officeDocument/2006/relationships/customXml" Target="../ink/ink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12192000" cy="1900555"/>
            <a:chOff x="0" y="4953000"/>
            <a:chExt cx="12192000" cy="1900555"/>
          </a:xfrm>
        </p:grpSpPr>
        <p:sp>
          <p:nvSpPr>
            <p:cNvPr id="3" name="object 3"/>
            <p:cNvSpPr/>
            <p:nvPr/>
          </p:nvSpPr>
          <p:spPr>
            <a:xfrm>
              <a:off x="2247900" y="4953000"/>
              <a:ext cx="9944100" cy="485775"/>
            </a:xfrm>
            <a:custGeom>
              <a:avLst/>
              <a:gdLst/>
              <a:ahLst/>
              <a:cxnLst/>
              <a:rect l="l" t="t" r="r" b="b"/>
              <a:pathLst>
                <a:path w="9944100" h="485775">
                  <a:moveTo>
                    <a:pt x="9944100" y="0"/>
                  </a:moveTo>
                  <a:lnTo>
                    <a:pt x="0" y="288544"/>
                  </a:lnTo>
                  <a:lnTo>
                    <a:pt x="9944100" y="485775"/>
                  </a:lnTo>
                  <a:lnTo>
                    <a:pt x="9944100" y="0"/>
                  </a:lnTo>
                  <a:close/>
                </a:path>
              </a:pathLst>
            </a:custGeom>
            <a:solidFill>
              <a:srgbClr val="9F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831" y="5238750"/>
              <a:ext cx="12043410" cy="790575"/>
            </a:xfrm>
            <a:custGeom>
              <a:avLst/>
              <a:gdLst/>
              <a:ahLst/>
              <a:cxnLst/>
              <a:rect l="l" t="t" r="r" b="b"/>
              <a:pathLst>
                <a:path w="12043410" h="790575">
                  <a:moveTo>
                    <a:pt x="12043168" y="0"/>
                  </a:moveTo>
                  <a:lnTo>
                    <a:pt x="0" y="0"/>
                  </a:lnTo>
                  <a:lnTo>
                    <a:pt x="12043168" y="790575"/>
                  </a:lnTo>
                  <a:lnTo>
                    <a:pt x="12043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91036"/>
              <a:ext cx="12187301" cy="18622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3" y="4999355"/>
              <a:ext cx="12187626" cy="8014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080434" y="2048497"/>
            <a:ext cx="4180204" cy="254242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03250" marR="5080" indent="-591185">
              <a:lnSpc>
                <a:spcPct val="103299"/>
              </a:lnSpc>
              <a:spcBef>
                <a:spcPts val="45"/>
              </a:spcBef>
            </a:pPr>
            <a:r>
              <a:rPr lang="da-DK" sz="5400" b="1" spc="-13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Control Statements Loops</a:t>
            </a:r>
            <a:endParaRPr sz="5400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9260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Copyright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©</a:t>
            </a:r>
            <a:r>
              <a:rPr sz="750" spc="8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2020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Pearson</a:t>
            </a:r>
            <a:r>
              <a:rPr sz="750" spc="75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Education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Ltd.</a:t>
            </a:r>
            <a:r>
              <a:rPr sz="750" spc="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30" dirty="0">
                <a:solidFill>
                  <a:srgbClr val="E8EFF4"/>
                </a:solidFill>
                <a:latin typeface="Times New Roman"/>
                <a:cs typeface="Times New Roman"/>
              </a:rPr>
              <a:t>All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Rights</a:t>
            </a:r>
            <a:r>
              <a:rPr sz="750" spc="-10" dirty="0">
                <a:solidFill>
                  <a:srgbClr val="E8EFF4"/>
                </a:solidFill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l="-567" r="101" b="19137"/>
          <a:stretch>
            <a:fillRect/>
          </a:stretch>
        </p:blipFill>
        <p:spPr>
          <a:xfrm>
            <a:off x="2023476" y="1269389"/>
            <a:ext cx="8091341" cy="34926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F4939-2B5E-14D6-6E76-1B647E0C0665}"/>
              </a:ext>
            </a:extLst>
          </p:cNvPr>
          <p:cNvSpPr txBox="1"/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41. Warm up java arrays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extBox 2">
            <a:extLst>
              <a:ext uri="{FF2B5EF4-FFF2-40B4-BE49-F238E27FC236}">
                <a16:creationId xmlns:a16="http://schemas.microsoft.com/office/drawing/2014/main" id="{B4ACC937-0EC3-B656-4E86-872A23CC69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6142329"/>
              </p:ext>
            </p:extLst>
          </p:nvPr>
        </p:nvGraphicFramePr>
        <p:xfrm>
          <a:off x="1155548" y="2217343"/>
          <a:ext cx="9880893" cy="3959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26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8BB953-0814-5AE8-F3E4-E9D8803D2F5F}"/>
              </a:ext>
            </a:extLst>
          </p:cNvPr>
          <p:cNvSpPr txBox="1"/>
          <p:nvPr/>
        </p:nvSpPr>
        <p:spPr>
          <a:xfrm>
            <a:off x="914400" y="914400"/>
            <a:ext cx="7543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Arrays index and Array length </a:t>
            </a:r>
            <a:endParaRPr lang="en-DK" dirty="0">
              <a:solidFill>
                <a:schemeClr val="tx1"/>
              </a:solidFill>
            </a:endParaRPr>
          </a:p>
        </p:txBody>
      </p:sp>
      <p:pic>
        <p:nvPicPr>
          <p:cNvPr id="4" name="Picture 3" descr="Java Array | Java Tutorial Network">
            <a:extLst>
              <a:ext uri="{FF2B5EF4-FFF2-40B4-BE49-F238E27FC236}">
                <a16:creationId xmlns:a16="http://schemas.microsoft.com/office/drawing/2014/main" id="{286B4998-E7E2-121B-B5C9-D3E4B0222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54808"/>
            <a:ext cx="6324600" cy="328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9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6" y="723547"/>
            <a:ext cx="6491378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77725"/>
            <a:ext cx="10156190" cy="178688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0" dirty="0">
                <a:latin typeface="Times New Roman"/>
                <a:cs typeface="Times New Roman"/>
              </a:rPr>
              <a:t>Counter-</a:t>
            </a:r>
            <a:r>
              <a:rPr sz="2000" spc="60" dirty="0">
                <a:latin typeface="Times New Roman"/>
                <a:cs typeface="Times New Roman"/>
              </a:rPr>
              <a:t>controlled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iteration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requires</a:t>
            </a:r>
            <a:endParaRPr sz="2000">
              <a:latin typeface="Times New Roman"/>
              <a:cs typeface="Times New Roman"/>
            </a:endParaRPr>
          </a:p>
          <a:p>
            <a:pPr marL="393700" lvl="1" indent="-171450">
              <a:lnSpc>
                <a:spcPct val="100000"/>
              </a:lnSpc>
              <a:spcBef>
                <a:spcPts val="229"/>
              </a:spcBef>
              <a:buClr>
                <a:srgbClr val="2CA1BE"/>
              </a:buClr>
              <a:buFont typeface="Verdana"/>
              <a:buChar char="◦"/>
              <a:tabLst>
                <a:tab pos="393700" algn="l"/>
              </a:tabLst>
            </a:pP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b="1" spc="75" dirty="0">
                <a:solidFill>
                  <a:srgbClr val="0000FF"/>
                </a:solidFill>
                <a:latin typeface="Times New Roman"/>
                <a:cs typeface="Times New Roman"/>
              </a:rPr>
              <a:t>control</a:t>
            </a:r>
            <a:r>
              <a:rPr sz="17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b="1" spc="65" dirty="0">
                <a:solidFill>
                  <a:srgbClr val="0000FF"/>
                </a:solidFill>
                <a:latin typeface="Times New Roman"/>
                <a:cs typeface="Times New Roman"/>
              </a:rPr>
              <a:t>variable</a:t>
            </a:r>
            <a:r>
              <a:rPr sz="17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(or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loop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counter)</a:t>
            </a:r>
            <a:endParaRPr sz="1700">
              <a:latin typeface="Times New Roman"/>
              <a:cs typeface="Times New Roman"/>
            </a:endParaRPr>
          </a:p>
          <a:p>
            <a:pPr marL="393700" lvl="1" indent="-171450">
              <a:lnSpc>
                <a:spcPct val="100000"/>
              </a:lnSpc>
              <a:spcBef>
                <a:spcPts val="285"/>
              </a:spcBef>
              <a:buClr>
                <a:srgbClr val="2CA1BE"/>
              </a:buClr>
              <a:buFont typeface="Verdana"/>
              <a:buChar char="◦"/>
              <a:tabLst>
                <a:tab pos="393700" algn="l"/>
              </a:tabLst>
            </a:pP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b="1" spc="50" dirty="0">
                <a:solidFill>
                  <a:srgbClr val="0000FF"/>
                </a:solidFill>
                <a:latin typeface="Times New Roman"/>
                <a:cs typeface="Times New Roman"/>
              </a:rPr>
              <a:t>initial</a:t>
            </a:r>
            <a:r>
              <a:rPr sz="1700" b="1" spc="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b="1" spc="75" dirty="0">
                <a:solidFill>
                  <a:srgbClr val="0000FF"/>
                </a:solidFill>
                <a:latin typeface="Times New Roman"/>
                <a:cs typeface="Times New Roman"/>
              </a:rPr>
              <a:t>value</a:t>
            </a:r>
            <a:r>
              <a:rPr sz="17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control</a:t>
            </a:r>
            <a:r>
              <a:rPr sz="1700" spc="-14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variable</a:t>
            </a:r>
            <a:endParaRPr sz="1700">
              <a:latin typeface="Times New Roman"/>
              <a:cs typeface="Times New Roman"/>
            </a:endParaRPr>
          </a:p>
          <a:p>
            <a:pPr marL="393700" marR="5080" lvl="1" indent="-172085">
              <a:lnSpc>
                <a:spcPct val="103000"/>
              </a:lnSpc>
              <a:spcBef>
                <a:spcPts val="155"/>
              </a:spcBef>
              <a:buClr>
                <a:srgbClr val="2CA1BE"/>
              </a:buClr>
              <a:buFont typeface="Verdana"/>
              <a:buChar char="◦"/>
              <a:tabLst>
                <a:tab pos="393700" algn="l"/>
              </a:tabLst>
            </a:pP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b="1" spc="85" dirty="0">
                <a:solidFill>
                  <a:srgbClr val="0000FF"/>
                </a:solidFill>
                <a:latin typeface="Times New Roman"/>
                <a:cs typeface="Times New Roman"/>
              </a:rPr>
              <a:t>increment</a:t>
            </a:r>
            <a:r>
              <a:rPr sz="1700" b="1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by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which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control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variable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modified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each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time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through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the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loop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(also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known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as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b="1" spc="60" dirty="0">
                <a:solidFill>
                  <a:srgbClr val="0000FF"/>
                </a:solidFill>
                <a:latin typeface="Times New Roman"/>
                <a:cs typeface="Times New Roman"/>
              </a:rPr>
              <a:t>each </a:t>
            </a:r>
            <a:r>
              <a:rPr sz="1700" b="1" spc="65" dirty="0">
                <a:solidFill>
                  <a:srgbClr val="0000FF"/>
                </a:solidFill>
                <a:latin typeface="Times New Roman"/>
                <a:cs typeface="Times New Roman"/>
              </a:rPr>
              <a:t>iteration</a:t>
            </a:r>
            <a:r>
              <a:rPr sz="17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b="1" spc="55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1700" b="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b="1" spc="90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17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b="1" spc="85" dirty="0">
                <a:solidFill>
                  <a:srgbClr val="0000FF"/>
                </a:solidFill>
                <a:latin typeface="Times New Roman"/>
                <a:cs typeface="Times New Roman"/>
              </a:rPr>
              <a:t>loop</a:t>
            </a:r>
            <a:r>
              <a:rPr sz="1700" spc="85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  <a:p>
            <a:pPr marL="393700" lvl="1" indent="-171450">
              <a:lnSpc>
                <a:spcPct val="100000"/>
              </a:lnSpc>
              <a:spcBef>
                <a:spcPts val="215"/>
              </a:spcBef>
              <a:buClr>
                <a:srgbClr val="2CA1BE"/>
              </a:buClr>
              <a:buFont typeface="Verdana"/>
              <a:buChar char="◦"/>
              <a:tabLst>
                <a:tab pos="393700" algn="l"/>
              </a:tabLst>
            </a:pP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b="1" spc="75" dirty="0">
                <a:solidFill>
                  <a:srgbClr val="0000FF"/>
                </a:solidFill>
                <a:latin typeface="Times New Roman"/>
                <a:cs typeface="Times New Roman"/>
              </a:rPr>
              <a:t>loop-</a:t>
            </a:r>
            <a:r>
              <a:rPr sz="1700" b="1" spc="70" dirty="0">
                <a:solidFill>
                  <a:srgbClr val="0000FF"/>
                </a:solidFill>
                <a:latin typeface="Times New Roman"/>
                <a:cs typeface="Times New Roman"/>
              </a:rPr>
              <a:t>continuation</a:t>
            </a:r>
            <a:r>
              <a:rPr sz="17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b="1" spc="75" dirty="0">
                <a:solidFill>
                  <a:srgbClr val="0000FF"/>
                </a:solidFill>
                <a:latin typeface="Times New Roman"/>
                <a:cs typeface="Times New Roman"/>
              </a:rPr>
              <a:t>condition</a:t>
            </a:r>
            <a:r>
              <a:rPr sz="1700" b="1" spc="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determines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looping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should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0" dirty="0">
                <a:latin typeface="Times New Roman"/>
                <a:cs typeface="Times New Roman"/>
              </a:rPr>
              <a:t>continue.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78" y="714031"/>
            <a:ext cx="4052994" cy="2815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57021"/>
            <a:ext cx="7068184" cy="9582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44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200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70" dirty="0">
                <a:solidFill>
                  <a:srgbClr val="0000FF"/>
                </a:solidFill>
                <a:latin typeface="Times New Roman"/>
                <a:cs typeface="Times New Roman"/>
              </a:rPr>
              <a:t>iteration </a:t>
            </a:r>
            <a:r>
              <a:rPr sz="2000" b="1" spc="90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  <a:p>
            <a:pPr marL="393700" lvl="1" indent="-17145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393700" algn="l"/>
              </a:tabLst>
            </a:pPr>
            <a:r>
              <a:rPr sz="1700" dirty="0">
                <a:latin typeface="Times New Roman"/>
                <a:cs typeface="Times New Roman"/>
              </a:rPr>
              <a:t>Specifies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counter-</a:t>
            </a:r>
            <a:r>
              <a:rPr sz="1700" spc="55" dirty="0">
                <a:latin typeface="Times New Roman"/>
                <a:cs typeface="Times New Roman"/>
              </a:rPr>
              <a:t>controlled-</a:t>
            </a:r>
            <a:r>
              <a:rPr sz="1700" spc="70" dirty="0">
                <a:latin typeface="Times New Roman"/>
                <a:cs typeface="Times New Roman"/>
              </a:rPr>
              <a:t>iteration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details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single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line of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code.</a:t>
            </a:r>
            <a:endParaRPr sz="1700">
              <a:latin typeface="Times New Roman"/>
              <a:cs typeface="Times New Roman"/>
            </a:endParaRPr>
          </a:p>
          <a:p>
            <a:pPr marL="393700" lvl="1" indent="-171450">
              <a:lnSpc>
                <a:spcPct val="100000"/>
              </a:lnSpc>
              <a:spcBef>
                <a:spcPts val="215"/>
              </a:spcBef>
              <a:buClr>
                <a:srgbClr val="2CA1BE"/>
              </a:buClr>
              <a:buFont typeface="Verdana"/>
              <a:buChar char="◦"/>
              <a:tabLst>
                <a:tab pos="393700" algn="l"/>
              </a:tabLst>
            </a:pPr>
            <a:r>
              <a:rPr sz="1700" dirty="0">
                <a:latin typeface="Times New Roman"/>
                <a:cs typeface="Times New Roman"/>
              </a:rPr>
              <a:t>Figure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4.2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reimplements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the</a:t>
            </a:r>
            <a:r>
              <a:rPr sz="1700" spc="-12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application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Times New Roman"/>
                <a:cs typeface="Times New Roman"/>
              </a:rPr>
              <a:t>Fig.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4.1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using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Monaco"/>
                <a:cs typeface="Monaco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843970"/>
            <a:ext cx="5495636" cy="51700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103" y="1286345"/>
            <a:ext cx="8361792" cy="428530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61591" y="443547"/>
            <a:ext cx="971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For1.java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9447" y="2292107"/>
            <a:ext cx="8313104" cy="22737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2" y="714073"/>
            <a:ext cx="5091210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7316" y="1206436"/>
            <a:ext cx="7504430" cy="97206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68750"/>
              <a:buFont typeface="Wingdings 3"/>
              <a:buChar char=""/>
              <a:tabLst>
                <a:tab pos="203200" algn="l"/>
              </a:tabLst>
            </a:pPr>
            <a:r>
              <a:rPr sz="2400" spc="65" dirty="0">
                <a:latin typeface="Times New Roman"/>
                <a:cs typeface="Times New Roman"/>
              </a:rPr>
              <a:t>The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general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format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13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Monaco"/>
                <a:cs typeface="Monaco"/>
              </a:rPr>
              <a:t>for</a:t>
            </a:r>
            <a:r>
              <a:rPr sz="2400" spc="-944" dirty="0">
                <a:latin typeface="Monaco"/>
                <a:cs typeface="Monaco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statement</a:t>
            </a:r>
            <a:r>
              <a:rPr sz="2400" spc="-2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  <a:p>
            <a:pPr marL="994410" marR="210820" indent="-419100">
              <a:lnSpc>
                <a:spcPts val="2100"/>
              </a:lnSpc>
              <a:spcBef>
                <a:spcPts val="395"/>
              </a:spcBef>
            </a:pPr>
            <a:r>
              <a:rPr sz="2000" spc="-55" dirty="0">
                <a:solidFill>
                  <a:srgbClr val="0000FF"/>
                </a:solidFill>
                <a:latin typeface="Monaco"/>
                <a:cs typeface="Monaco"/>
              </a:rPr>
              <a:t>for</a:t>
            </a:r>
            <a:r>
              <a:rPr sz="2000" spc="-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2000" dirty="0">
                <a:latin typeface="Monaco"/>
                <a:cs typeface="Monaco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initialization</a:t>
            </a:r>
            <a:r>
              <a:rPr sz="2000" i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000" i="1" spc="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loopContinuationCondition</a:t>
            </a:r>
            <a:r>
              <a:rPr sz="2000" i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000" i="1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increment</a:t>
            </a:r>
            <a:r>
              <a:rPr sz="2000" i="1" spc="-10" dirty="0">
                <a:latin typeface="Courier New"/>
                <a:cs typeface="Courier New"/>
              </a:rPr>
              <a:t>) </a:t>
            </a:r>
            <a:r>
              <a:rPr sz="2000" i="1" spc="60" dirty="0"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47316" y="3972242"/>
            <a:ext cx="13716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50" dirty="0">
                <a:solidFill>
                  <a:srgbClr val="2CA1BE"/>
                </a:solidFill>
                <a:latin typeface="Wingdings 3"/>
                <a:cs typeface="Wingdings 3"/>
              </a:rPr>
              <a:t></a:t>
            </a:r>
            <a:endParaRPr sz="1650">
              <a:latin typeface="Wingdings 3"/>
              <a:cs typeface="Wingdings 3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8864" y="3903345"/>
            <a:ext cx="6737350" cy="3619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05">
              <a:lnSpc>
                <a:spcPts val="2775"/>
              </a:lnSpc>
            </a:pPr>
            <a:r>
              <a:rPr sz="2400" spc="65" dirty="0">
                <a:latin typeface="Times New Roman"/>
                <a:cs typeface="Times New Roman"/>
              </a:rPr>
              <a:t>The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two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semicolons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Monaco"/>
                <a:cs typeface="Monaco"/>
              </a:rPr>
              <a:t>for</a:t>
            </a:r>
            <a:r>
              <a:rPr sz="2400" spc="-965" dirty="0">
                <a:latin typeface="Monaco"/>
                <a:cs typeface="Monaco"/>
              </a:rPr>
              <a:t> </a:t>
            </a:r>
            <a:r>
              <a:rPr sz="2400" spc="145" dirty="0">
                <a:latin typeface="Times New Roman"/>
                <a:cs typeface="Times New Roman"/>
              </a:rPr>
              <a:t>header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are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required.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7316" y="4249102"/>
            <a:ext cx="7639684" cy="38048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 marR="5080">
              <a:lnSpc>
                <a:spcPct val="90400"/>
              </a:lnSpc>
              <a:spcBef>
                <a:spcPts val="375"/>
              </a:spcBef>
              <a:buClr>
                <a:srgbClr val="2CA1BE"/>
              </a:buClr>
              <a:buSzPct val="68750"/>
              <a:tabLst>
                <a:tab pos="203200" algn="l"/>
              </a:tabLst>
            </a:pPr>
            <a:r>
              <a:rPr lang="da-DK" sz="2400" spc="-45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4" y="714073"/>
            <a:ext cx="5586507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58089"/>
            <a:ext cx="6798945" cy="18465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509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a)Vary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control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variable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Monaco"/>
                <a:cs typeface="Monaco"/>
              </a:rPr>
              <a:t>1</a:t>
            </a:r>
            <a:r>
              <a:rPr sz="2000" spc="-725" dirty="0">
                <a:latin typeface="Monaco"/>
                <a:cs typeface="Monaco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to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100</a:t>
            </a:r>
            <a:r>
              <a:rPr sz="2000" spc="-735" dirty="0">
                <a:latin typeface="Monaco"/>
                <a:cs typeface="Monaco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in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increments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1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27710">
              <a:lnSpc>
                <a:spcPct val="100000"/>
              </a:lnSpc>
              <a:spcBef>
                <a:spcPts val="300"/>
              </a:spcBef>
            </a:pPr>
            <a:r>
              <a:rPr sz="1400" spc="-45" dirty="0">
                <a:solidFill>
                  <a:srgbClr val="0000FF"/>
                </a:solidFill>
                <a:latin typeface="Monaco"/>
                <a:cs typeface="Monaco"/>
              </a:rPr>
              <a:t>for</a:t>
            </a:r>
            <a:r>
              <a:rPr sz="1400" spc="-14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spc="-20" dirty="0">
                <a:latin typeface="Monaco"/>
                <a:cs typeface="Monaco"/>
              </a:rPr>
              <a:t>(</a:t>
            </a:r>
            <a:r>
              <a:rPr sz="1400" spc="-20" dirty="0">
                <a:solidFill>
                  <a:srgbClr val="0000FF"/>
                </a:solidFill>
                <a:latin typeface="Monaco"/>
                <a:cs typeface="Monaco"/>
              </a:rPr>
              <a:t>int</a:t>
            </a:r>
            <a:r>
              <a:rPr sz="1400" spc="-14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50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=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dirty="0">
                <a:solidFill>
                  <a:srgbClr val="1289FF"/>
                </a:solidFill>
                <a:latin typeface="Monaco"/>
                <a:cs typeface="Monaco"/>
              </a:rPr>
              <a:t>1</a:t>
            </a:r>
            <a:r>
              <a:rPr sz="1400" dirty="0">
                <a:latin typeface="Monaco"/>
                <a:cs typeface="Monaco"/>
              </a:rPr>
              <a:t>;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50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&lt;=</a:t>
            </a:r>
            <a:r>
              <a:rPr sz="1400" spc="-135" dirty="0">
                <a:latin typeface="Monaco"/>
                <a:cs typeface="Monaco"/>
              </a:rPr>
              <a:t> </a:t>
            </a:r>
            <a:r>
              <a:rPr sz="1400" spc="-45" dirty="0">
                <a:solidFill>
                  <a:srgbClr val="1289FF"/>
                </a:solidFill>
                <a:latin typeface="Monaco"/>
                <a:cs typeface="Monaco"/>
              </a:rPr>
              <a:t>100</a:t>
            </a:r>
            <a:r>
              <a:rPr sz="1400" spc="-45" dirty="0">
                <a:latin typeface="Monaco"/>
                <a:cs typeface="Monaco"/>
              </a:rPr>
              <a:t>;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spc="-20" dirty="0">
                <a:latin typeface="Monaco"/>
                <a:cs typeface="Monaco"/>
              </a:rPr>
              <a:t>i++)</a:t>
            </a:r>
            <a:endParaRPr sz="1400">
              <a:latin typeface="Monaco"/>
              <a:cs typeface="Monaco"/>
            </a:endParaRPr>
          </a:p>
          <a:p>
            <a:pPr marL="202565" indent="-189865">
              <a:lnSpc>
                <a:spcPct val="100000"/>
              </a:lnSpc>
              <a:spcBef>
                <a:spcPts val="35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b)Vary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control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variable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100</a:t>
            </a:r>
            <a:r>
              <a:rPr sz="2000" spc="-730" dirty="0">
                <a:latin typeface="Monaco"/>
                <a:cs typeface="Monaco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Monaco"/>
                <a:cs typeface="Monaco"/>
              </a:rPr>
              <a:t>1</a:t>
            </a:r>
            <a:r>
              <a:rPr sz="2000" spc="-730" dirty="0">
                <a:latin typeface="Monaco"/>
                <a:cs typeface="Monaco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in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i="1" spc="45" dirty="0">
                <a:latin typeface="Times New Roman"/>
                <a:cs typeface="Times New Roman"/>
              </a:rPr>
              <a:t>decrements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1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27710">
              <a:lnSpc>
                <a:spcPct val="100000"/>
              </a:lnSpc>
              <a:spcBef>
                <a:spcPts val="380"/>
              </a:spcBef>
            </a:pPr>
            <a:r>
              <a:rPr sz="1400" spc="-45" dirty="0">
                <a:solidFill>
                  <a:srgbClr val="0000FF"/>
                </a:solidFill>
                <a:latin typeface="Monaco"/>
                <a:cs typeface="Monaco"/>
              </a:rPr>
              <a:t>for</a:t>
            </a:r>
            <a:r>
              <a:rPr sz="1400" spc="-14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spc="-10" dirty="0">
                <a:latin typeface="Monaco"/>
                <a:cs typeface="Monaco"/>
              </a:rPr>
              <a:t>(</a:t>
            </a:r>
            <a:r>
              <a:rPr sz="1400" spc="-10" dirty="0">
                <a:solidFill>
                  <a:srgbClr val="0000FF"/>
                </a:solidFill>
                <a:latin typeface="Monaco"/>
                <a:cs typeface="Monaco"/>
              </a:rPr>
              <a:t>int</a:t>
            </a:r>
            <a:r>
              <a:rPr sz="1400" spc="-13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=</a:t>
            </a:r>
            <a:r>
              <a:rPr sz="1400" spc="-135" dirty="0">
                <a:latin typeface="Monaco"/>
                <a:cs typeface="Monaco"/>
              </a:rPr>
              <a:t> </a:t>
            </a:r>
            <a:r>
              <a:rPr sz="1400" spc="-45" dirty="0">
                <a:solidFill>
                  <a:srgbClr val="1289FF"/>
                </a:solidFill>
                <a:latin typeface="Monaco"/>
                <a:cs typeface="Monaco"/>
              </a:rPr>
              <a:t>100</a:t>
            </a:r>
            <a:r>
              <a:rPr sz="1400" spc="-45" dirty="0">
                <a:latin typeface="Monaco"/>
                <a:cs typeface="Monaco"/>
              </a:rPr>
              <a:t>;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&gt;=</a:t>
            </a:r>
            <a:r>
              <a:rPr sz="1400" spc="-135" dirty="0">
                <a:latin typeface="Monaco"/>
                <a:cs typeface="Monaco"/>
              </a:rPr>
              <a:t> </a:t>
            </a:r>
            <a:r>
              <a:rPr sz="1400" dirty="0">
                <a:solidFill>
                  <a:srgbClr val="1289FF"/>
                </a:solidFill>
                <a:latin typeface="Monaco"/>
                <a:cs typeface="Monaco"/>
              </a:rPr>
              <a:t>1</a:t>
            </a:r>
            <a:r>
              <a:rPr sz="1400" dirty="0">
                <a:latin typeface="Monaco"/>
                <a:cs typeface="Monaco"/>
              </a:rPr>
              <a:t>;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spc="-65" dirty="0">
                <a:latin typeface="Monaco"/>
                <a:cs typeface="Monaco"/>
              </a:rPr>
              <a:t>i-</a:t>
            </a:r>
            <a:r>
              <a:rPr sz="1400" spc="-25" dirty="0">
                <a:latin typeface="Monaco"/>
                <a:cs typeface="Monaco"/>
              </a:rPr>
              <a:t>-</a:t>
            </a:r>
            <a:r>
              <a:rPr sz="1400" spc="-50" dirty="0">
                <a:latin typeface="Monaco"/>
                <a:cs typeface="Monaco"/>
              </a:rPr>
              <a:t>)</a:t>
            </a:r>
            <a:endParaRPr sz="1400">
              <a:latin typeface="Monaco"/>
              <a:cs typeface="Monaco"/>
            </a:endParaRPr>
          </a:p>
          <a:p>
            <a:pPr marL="202565" indent="-189865">
              <a:lnSpc>
                <a:spcPct val="100000"/>
              </a:lnSpc>
              <a:spcBef>
                <a:spcPts val="27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c)Vary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control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variable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Monaco"/>
                <a:cs typeface="Monaco"/>
              </a:rPr>
              <a:t>7</a:t>
            </a:r>
            <a:r>
              <a:rPr sz="2000" spc="-740" dirty="0">
                <a:latin typeface="Monaco"/>
                <a:cs typeface="Monaco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to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Monaco"/>
                <a:cs typeface="Monaco"/>
              </a:rPr>
              <a:t>77</a:t>
            </a:r>
            <a:r>
              <a:rPr sz="2000" spc="-745" dirty="0">
                <a:latin typeface="Monaco"/>
                <a:cs typeface="Monaco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in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increments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7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27710">
              <a:lnSpc>
                <a:spcPct val="100000"/>
              </a:lnSpc>
              <a:spcBef>
                <a:spcPts val="380"/>
              </a:spcBef>
            </a:pPr>
            <a:r>
              <a:rPr sz="1400" spc="-45" dirty="0">
                <a:solidFill>
                  <a:srgbClr val="0000FF"/>
                </a:solidFill>
                <a:latin typeface="Monaco"/>
                <a:cs typeface="Monaco"/>
              </a:rPr>
              <a:t>for</a:t>
            </a:r>
            <a:r>
              <a:rPr sz="1400" spc="-15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spc="-20" dirty="0">
                <a:latin typeface="Monaco"/>
                <a:cs typeface="Monaco"/>
              </a:rPr>
              <a:t>(</a:t>
            </a:r>
            <a:r>
              <a:rPr sz="1400" spc="-20" dirty="0">
                <a:solidFill>
                  <a:srgbClr val="0000FF"/>
                </a:solidFill>
                <a:latin typeface="Monaco"/>
                <a:cs typeface="Monaco"/>
              </a:rPr>
              <a:t>int</a:t>
            </a:r>
            <a:r>
              <a:rPr sz="1400" spc="-15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=</a:t>
            </a:r>
            <a:r>
              <a:rPr sz="1400" spc="-150" dirty="0">
                <a:latin typeface="Monaco"/>
                <a:cs typeface="Monaco"/>
              </a:rPr>
              <a:t> </a:t>
            </a:r>
            <a:r>
              <a:rPr sz="1400" dirty="0">
                <a:solidFill>
                  <a:srgbClr val="1289FF"/>
                </a:solidFill>
                <a:latin typeface="Monaco"/>
                <a:cs typeface="Monaco"/>
              </a:rPr>
              <a:t>7</a:t>
            </a:r>
            <a:r>
              <a:rPr sz="1400" dirty="0">
                <a:latin typeface="Monaco"/>
                <a:cs typeface="Monaco"/>
              </a:rPr>
              <a:t>;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&lt;=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spc="-10" dirty="0">
                <a:solidFill>
                  <a:srgbClr val="1289FF"/>
                </a:solidFill>
                <a:latin typeface="Monaco"/>
                <a:cs typeface="Monaco"/>
              </a:rPr>
              <a:t>77</a:t>
            </a:r>
            <a:r>
              <a:rPr sz="1400" spc="-10" dirty="0">
                <a:latin typeface="Monaco"/>
                <a:cs typeface="Monaco"/>
              </a:rPr>
              <a:t>;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+=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spc="-35" dirty="0">
                <a:solidFill>
                  <a:srgbClr val="1289FF"/>
                </a:solidFill>
                <a:latin typeface="Monaco"/>
                <a:cs typeface="Monaco"/>
              </a:rPr>
              <a:t>7</a:t>
            </a:r>
            <a:r>
              <a:rPr sz="1400" spc="-35" dirty="0">
                <a:latin typeface="Monaco"/>
                <a:cs typeface="Monaco"/>
              </a:rPr>
              <a:t>)</a:t>
            </a:r>
            <a:endParaRPr sz="1400">
              <a:latin typeface="Monaco"/>
              <a:cs typeface="Monac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6" y="714073"/>
            <a:ext cx="6624727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58089"/>
            <a:ext cx="8600440" cy="18465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509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d)Vary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control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variable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Monaco"/>
                <a:cs typeface="Monaco"/>
              </a:rPr>
              <a:t>20</a:t>
            </a:r>
            <a:r>
              <a:rPr sz="2000" spc="-730" dirty="0">
                <a:latin typeface="Monaco"/>
                <a:cs typeface="Monaco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5" dirty="0">
                <a:latin typeface="Monaco"/>
                <a:cs typeface="Monaco"/>
              </a:rPr>
              <a:t>2</a:t>
            </a:r>
            <a:r>
              <a:rPr sz="2000" spc="-730" dirty="0">
                <a:latin typeface="Monaco"/>
                <a:cs typeface="Monaco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in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i="1" spc="45" dirty="0">
                <a:latin typeface="Times New Roman"/>
                <a:cs typeface="Times New Roman"/>
              </a:rPr>
              <a:t>decrements</a:t>
            </a:r>
            <a:r>
              <a:rPr sz="2000" i="1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2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27710">
              <a:lnSpc>
                <a:spcPct val="100000"/>
              </a:lnSpc>
              <a:spcBef>
                <a:spcPts val="300"/>
              </a:spcBef>
            </a:pPr>
            <a:r>
              <a:rPr sz="1400" spc="-45" dirty="0">
                <a:solidFill>
                  <a:srgbClr val="0000FF"/>
                </a:solidFill>
                <a:latin typeface="Monaco"/>
                <a:cs typeface="Monaco"/>
              </a:rPr>
              <a:t>for</a:t>
            </a:r>
            <a:r>
              <a:rPr sz="1400" spc="-14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spc="-20" dirty="0">
                <a:latin typeface="Monaco"/>
                <a:cs typeface="Monaco"/>
              </a:rPr>
              <a:t>(</a:t>
            </a:r>
            <a:r>
              <a:rPr sz="1400" spc="-20" dirty="0">
                <a:solidFill>
                  <a:srgbClr val="0000FF"/>
                </a:solidFill>
                <a:latin typeface="Monaco"/>
                <a:cs typeface="Monaco"/>
              </a:rPr>
              <a:t>int</a:t>
            </a:r>
            <a:r>
              <a:rPr sz="1400" spc="-14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=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spc="-10" dirty="0">
                <a:solidFill>
                  <a:srgbClr val="1289FF"/>
                </a:solidFill>
                <a:latin typeface="Monaco"/>
                <a:cs typeface="Monaco"/>
              </a:rPr>
              <a:t>20</a:t>
            </a:r>
            <a:r>
              <a:rPr sz="1400" spc="-10" dirty="0">
                <a:latin typeface="Monaco"/>
                <a:cs typeface="Monaco"/>
              </a:rPr>
              <a:t>;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&gt;=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dirty="0">
                <a:solidFill>
                  <a:srgbClr val="1289FF"/>
                </a:solidFill>
                <a:latin typeface="Monaco"/>
                <a:cs typeface="Monaco"/>
              </a:rPr>
              <a:t>2</a:t>
            </a:r>
            <a:r>
              <a:rPr sz="1400" dirty="0">
                <a:latin typeface="Monaco"/>
                <a:cs typeface="Monaco"/>
              </a:rPr>
              <a:t>;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spc="-100" dirty="0">
                <a:latin typeface="Monaco"/>
                <a:cs typeface="Monaco"/>
              </a:rPr>
              <a:t>-</a:t>
            </a:r>
            <a:r>
              <a:rPr sz="1400" dirty="0">
                <a:latin typeface="Monaco"/>
                <a:cs typeface="Monaco"/>
              </a:rPr>
              <a:t>=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spc="-25" dirty="0">
                <a:solidFill>
                  <a:srgbClr val="1289FF"/>
                </a:solidFill>
                <a:latin typeface="Monaco"/>
                <a:cs typeface="Monaco"/>
              </a:rPr>
              <a:t>2</a:t>
            </a:r>
            <a:r>
              <a:rPr sz="1400" spc="-25" dirty="0">
                <a:latin typeface="Monaco"/>
                <a:cs typeface="Monaco"/>
              </a:rPr>
              <a:t>)</a:t>
            </a:r>
            <a:endParaRPr sz="1400">
              <a:latin typeface="Monaco"/>
              <a:cs typeface="Monaco"/>
            </a:endParaRPr>
          </a:p>
          <a:p>
            <a:pPr marL="202565" indent="-189865">
              <a:lnSpc>
                <a:spcPct val="100000"/>
              </a:lnSpc>
              <a:spcBef>
                <a:spcPts val="35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e)Vary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control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variable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over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values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Monaco"/>
                <a:cs typeface="Monaco"/>
              </a:rPr>
              <a:t>2</a:t>
            </a:r>
            <a:r>
              <a:rPr sz="2000" spc="-75" dirty="0">
                <a:latin typeface="Times New Roman"/>
                <a:cs typeface="Times New Roman"/>
              </a:rPr>
              <a:t>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5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8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Monaco"/>
                <a:cs typeface="Monaco"/>
              </a:rPr>
              <a:t>11</a:t>
            </a:r>
            <a:r>
              <a:rPr sz="2000" spc="-80" dirty="0">
                <a:latin typeface="Times New Roman"/>
                <a:cs typeface="Times New Roman"/>
              </a:rPr>
              <a:t>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14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17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20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27710">
              <a:lnSpc>
                <a:spcPct val="100000"/>
              </a:lnSpc>
              <a:spcBef>
                <a:spcPts val="380"/>
              </a:spcBef>
            </a:pPr>
            <a:r>
              <a:rPr sz="1400" spc="-45" dirty="0">
                <a:solidFill>
                  <a:srgbClr val="0000FF"/>
                </a:solidFill>
                <a:latin typeface="Monaco"/>
                <a:cs typeface="Monaco"/>
              </a:rPr>
              <a:t>for</a:t>
            </a:r>
            <a:r>
              <a:rPr sz="1400" spc="-15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spc="-10" dirty="0">
                <a:latin typeface="Monaco"/>
                <a:cs typeface="Monaco"/>
              </a:rPr>
              <a:t>(</a:t>
            </a:r>
            <a:r>
              <a:rPr sz="1400" spc="-10" dirty="0">
                <a:solidFill>
                  <a:srgbClr val="0000FF"/>
                </a:solidFill>
                <a:latin typeface="Monaco"/>
                <a:cs typeface="Monaco"/>
              </a:rPr>
              <a:t>int</a:t>
            </a:r>
            <a:r>
              <a:rPr sz="1400" spc="-14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60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=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solidFill>
                  <a:srgbClr val="1289FF"/>
                </a:solidFill>
                <a:latin typeface="Monaco"/>
                <a:cs typeface="Monaco"/>
              </a:rPr>
              <a:t>2</a:t>
            </a:r>
            <a:r>
              <a:rPr sz="1400" dirty="0">
                <a:latin typeface="Monaco"/>
                <a:cs typeface="Monaco"/>
              </a:rPr>
              <a:t>;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&lt;=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spc="-10" dirty="0">
                <a:solidFill>
                  <a:srgbClr val="1289FF"/>
                </a:solidFill>
                <a:latin typeface="Monaco"/>
                <a:cs typeface="Monaco"/>
              </a:rPr>
              <a:t>20</a:t>
            </a:r>
            <a:r>
              <a:rPr sz="1400" spc="-10" dirty="0">
                <a:latin typeface="Monaco"/>
                <a:cs typeface="Monaco"/>
              </a:rPr>
              <a:t>;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5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+=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spc="-25" dirty="0">
                <a:solidFill>
                  <a:srgbClr val="1289FF"/>
                </a:solidFill>
                <a:latin typeface="Monaco"/>
                <a:cs typeface="Monaco"/>
              </a:rPr>
              <a:t>3</a:t>
            </a:r>
            <a:r>
              <a:rPr sz="1400" spc="-25" dirty="0">
                <a:latin typeface="Monaco"/>
                <a:cs typeface="Monaco"/>
              </a:rPr>
              <a:t>)</a:t>
            </a:r>
            <a:endParaRPr sz="1400">
              <a:latin typeface="Monaco"/>
              <a:cs typeface="Monaco"/>
            </a:endParaRPr>
          </a:p>
          <a:p>
            <a:pPr marL="202565" indent="-189865">
              <a:lnSpc>
                <a:spcPct val="100000"/>
              </a:lnSpc>
              <a:spcBef>
                <a:spcPts val="27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f)Vary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control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variable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over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values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Monaco"/>
                <a:cs typeface="Monaco"/>
              </a:rPr>
              <a:t>99</a:t>
            </a:r>
            <a:r>
              <a:rPr sz="2000" spc="-80" dirty="0">
                <a:latin typeface="Times New Roman"/>
                <a:cs typeface="Times New Roman"/>
              </a:rPr>
              <a:t>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88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77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66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55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44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Monaco"/>
                <a:cs typeface="Monaco"/>
              </a:rPr>
              <a:t>33</a:t>
            </a:r>
            <a:r>
              <a:rPr sz="2000" spc="-85" dirty="0">
                <a:latin typeface="Times New Roman"/>
                <a:cs typeface="Times New Roman"/>
              </a:rPr>
              <a:t>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22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11</a:t>
            </a:r>
            <a:r>
              <a:rPr sz="2000" spc="-95" dirty="0">
                <a:latin typeface="Times New Roman"/>
                <a:cs typeface="Times New Roman"/>
              </a:rPr>
              <a:t>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0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727710">
              <a:lnSpc>
                <a:spcPct val="100000"/>
              </a:lnSpc>
              <a:spcBef>
                <a:spcPts val="380"/>
              </a:spcBef>
            </a:pPr>
            <a:r>
              <a:rPr sz="1400" spc="-45" dirty="0">
                <a:solidFill>
                  <a:srgbClr val="0000FF"/>
                </a:solidFill>
                <a:latin typeface="Monaco"/>
                <a:cs typeface="Monaco"/>
              </a:rPr>
              <a:t>for</a:t>
            </a:r>
            <a:r>
              <a:rPr sz="1400" spc="-14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spc="-20" dirty="0">
                <a:latin typeface="Monaco"/>
                <a:cs typeface="Monaco"/>
              </a:rPr>
              <a:t>(</a:t>
            </a:r>
            <a:r>
              <a:rPr sz="1400" spc="-20" dirty="0">
                <a:solidFill>
                  <a:srgbClr val="0000FF"/>
                </a:solidFill>
                <a:latin typeface="Monaco"/>
                <a:cs typeface="Monaco"/>
              </a:rPr>
              <a:t>int</a:t>
            </a:r>
            <a:r>
              <a:rPr sz="1400" spc="-14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=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spc="-10" dirty="0">
                <a:solidFill>
                  <a:srgbClr val="1289FF"/>
                </a:solidFill>
                <a:latin typeface="Monaco"/>
                <a:cs typeface="Monaco"/>
              </a:rPr>
              <a:t>99</a:t>
            </a:r>
            <a:r>
              <a:rPr sz="1400" spc="-10" dirty="0">
                <a:latin typeface="Monaco"/>
                <a:cs typeface="Monaco"/>
              </a:rPr>
              <a:t>;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&gt;=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dirty="0">
                <a:solidFill>
                  <a:srgbClr val="1289FF"/>
                </a:solidFill>
                <a:latin typeface="Monaco"/>
                <a:cs typeface="Monaco"/>
              </a:rPr>
              <a:t>0</a:t>
            </a:r>
            <a:r>
              <a:rPr sz="1400" dirty="0">
                <a:latin typeface="Monaco"/>
                <a:cs typeface="Monaco"/>
              </a:rPr>
              <a:t>;</a:t>
            </a:r>
            <a:r>
              <a:rPr sz="1400" spc="-145" dirty="0">
                <a:latin typeface="Monaco"/>
                <a:cs typeface="Monaco"/>
              </a:rPr>
              <a:t> </a:t>
            </a:r>
            <a:r>
              <a:rPr sz="1400" dirty="0">
                <a:latin typeface="Monaco"/>
                <a:cs typeface="Monaco"/>
              </a:rPr>
              <a:t>i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spc="-100" dirty="0">
                <a:latin typeface="Monaco"/>
                <a:cs typeface="Monaco"/>
              </a:rPr>
              <a:t>-</a:t>
            </a:r>
            <a:r>
              <a:rPr sz="1400" dirty="0">
                <a:latin typeface="Monaco"/>
                <a:cs typeface="Monaco"/>
              </a:rPr>
              <a:t>=</a:t>
            </a:r>
            <a:r>
              <a:rPr sz="1400" spc="-140" dirty="0">
                <a:latin typeface="Monaco"/>
                <a:cs typeface="Monaco"/>
              </a:rPr>
              <a:t> </a:t>
            </a:r>
            <a:r>
              <a:rPr sz="1400" spc="-25" dirty="0">
                <a:solidFill>
                  <a:srgbClr val="1289FF"/>
                </a:solidFill>
                <a:latin typeface="Monaco"/>
                <a:cs typeface="Monaco"/>
              </a:rPr>
              <a:t>11</a:t>
            </a:r>
            <a:r>
              <a:rPr sz="1400" spc="-25" dirty="0">
                <a:latin typeface="Monaco"/>
                <a:cs typeface="Monaco"/>
              </a:rPr>
              <a:t>)</a:t>
            </a:r>
            <a:endParaRPr sz="1400">
              <a:latin typeface="Monaco"/>
              <a:cs typeface="Monac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8336" y="1237967"/>
            <a:ext cx="8135327" cy="43820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90445" y="634047"/>
            <a:ext cx="971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For2.java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6" y="714073"/>
            <a:ext cx="6624727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9300" y="1478216"/>
            <a:ext cx="10666730" cy="27590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7965" indent="-189865" algn="just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27965" algn="l"/>
              </a:tabLst>
            </a:pPr>
            <a:r>
              <a:rPr sz="2000" spc="55" dirty="0">
                <a:latin typeface="Times New Roman"/>
                <a:cs typeface="Times New Roman"/>
              </a:rPr>
              <a:t>Compound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interest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application</a:t>
            </a:r>
            <a:endParaRPr sz="2000">
              <a:latin typeface="Times New Roman"/>
              <a:cs typeface="Times New Roman"/>
            </a:endParaRPr>
          </a:p>
          <a:p>
            <a:pPr marL="228600" marR="30480" indent="-190500" algn="just">
              <a:lnSpc>
                <a:spcPct val="92300"/>
              </a:lnSpc>
              <a:spcBef>
                <a:spcPts val="26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28600" algn="l"/>
              </a:tabLst>
            </a:pP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person</a:t>
            </a:r>
            <a:r>
              <a:rPr sz="2000" i="1" spc="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invests</a:t>
            </a:r>
            <a:r>
              <a:rPr sz="2000" i="1" spc="1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$1,000</a:t>
            </a:r>
            <a:r>
              <a:rPr sz="2000" i="1" spc="18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60" dirty="0">
                <a:latin typeface="Times New Roman"/>
                <a:cs typeface="Times New Roman"/>
              </a:rPr>
              <a:t>a</a:t>
            </a:r>
            <a:r>
              <a:rPr sz="2000" i="1" spc="9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savings</a:t>
            </a:r>
            <a:r>
              <a:rPr sz="2000" i="1" spc="165" dirty="0">
                <a:latin typeface="Times New Roman"/>
                <a:cs typeface="Times New Roman"/>
              </a:rPr>
              <a:t> </a:t>
            </a:r>
            <a:r>
              <a:rPr sz="2000" i="1" spc="45" dirty="0">
                <a:latin typeface="Times New Roman"/>
                <a:cs typeface="Times New Roman"/>
              </a:rPr>
              <a:t>account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yielding</a:t>
            </a:r>
            <a:r>
              <a:rPr sz="2000" i="1" spc="190" dirty="0">
                <a:latin typeface="Times New Roman"/>
                <a:cs typeface="Times New Roman"/>
              </a:rPr>
              <a:t> </a:t>
            </a:r>
            <a:r>
              <a:rPr sz="2000" i="1" spc="55" dirty="0">
                <a:latin typeface="Times New Roman"/>
                <a:cs typeface="Times New Roman"/>
              </a:rPr>
              <a:t>5%</a:t>
            </a:r>
            <a:r>
              <a:rPr sz="2000" i="1" spc="9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interest.</a:t>
            </a:r>
            <a:r>
              <a:rPr sz="2000" i="1" spc="7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Assuming</a:t>
            </a:r>
            <a:r>
              <a:rPr sz="2000" i="1" spc="190" dirty="0">
                <a:latin typeface="Times New Roman"/>
                <a:cs typeface="Times New Roman"/>
              </a:rPr>
              <a:t> </a:t>
            </a:r>
            <a:r>
              <a:rPr sz="2000" i="1" spc="90" dirty="0">
                <a:latin typeface="Times New Roman"/>
                <a:cs typeface="Times New Roman"/>
              </a:rPr>
              <a:t>that</a:t>
            </a:r>
            <a:r>
              <a:rPr sz="2000" i="1" spc="8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all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8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interest</a:t>
            </a:r>
            <a:r>
              <a:rPr sz="2000" i="1" spc="17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is </a:t>
            </a:r>
            <a:r>
              <a:rPr sz="2000" i="1" dirty="0">
                <a:latin typeface="Times New Roman"/>
                <a:cs typeface="Times New Roman"/>
              </a:rPr>
              <a:t>left</a:t>
            </a:r>
            <a:r>
              <a:rPr sz="2000" i="1" spc="80" dirty="0">
                <a:latin typeface="Times New Roman"/>
                <a:cs typeface="Times New Roman"/>
              </a:rPr>
              <a:t> </a:t>
            </a:r>
            <a:r>
              <a:rPr sz="2000" i="1" spc="60" dirty="0">
                <a:latin typeface="Times New Roman"/>
                <a:cs typeface="Times New Roman"/>
              </a:rPr>
              <a:t>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deposit,</a:t>
            </a:r>
            <a:r>
              <a:rPr sz="2000" i="1" spc="7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calculate</a:t>
            </a:r>
            <a:r>
              <a:rPr sz="2000" i="1" spc="85" dirty="0">
                <a:latin typeface="Times New Roman"/>
                <a:cs typeface="Times New Roman"/>
              </a:rPr>
              <a:t> </a:t>
            </a:r>
            <a:r>
              <a:rPr sz="2000" i="1" spc="50" dirty="0">
                <a:latin typeface="Times New Roman"/>
                <a:cs typeface="Times New Roman"/>
              </a:rPr>
              <a:t>and</a:t>
            </a:r>
            <a:r>
              <a:rPr sz="2000" i="1" spc="9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print</a:t>
            </a:r>
            <a:r>
              <a:rPr sz="2000" i="1" spc="85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80" dirty="0">
                <a:latin typeface="Times New Roman"/>
                <a:cs typeface="Times New Roman"/>
              </a:rPr>
              <a:t> </a:t>
            </a:r>
            <a:r>
              <a:rPr sz="2000" i="1" spc="85" dirty="0">
                <a:latin typeface="Times New Roman"/>
                <a:cs typeface="Times New Roman"/>
              </a:rPr>
              <a:t>amount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money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70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80" dirty="0">
                <a:latin typeface="Times New Roman"/>
                <a:cs typeface="Times New Roman"/>
              </a:rPr>
              <a:t> </a:t>
            </a:r>
            <a:r>
              <a:rPr sz="2000" i="1" spc="45" dirty="0">
                <a:latin typeface="Times New Roman"/>
                <a:cs typeface="Times New Roman"/>
              </a:rPr>
              <a:t>account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spc="95" dirty="0">
                <a:latin typeface="Times New Roman"/>
                <a:cs typeface="Times New Roman"/>
              </a:rPr>
              <a:t>at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8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end</a:t>
            </a:r>
            <a:r>
              <a:rPr sz="2000" i="1" spc="10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each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year</a:t>
            </a:r>
            <a:r>
              <a:rPr sz="2000" i="1" spc="11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for </a:t>
            </a:r>
            <a:r>
              <a:rPr sz="2000" i="1" spc="55" dirty="0">
                <a:latin typeface="Times New Roman"/>
                <a:cs typeface="Times New Roman"/>
              </a:rPr>
              <a:t>10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years.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Use</a:t>
            </a:r>
            <a:r>
              <a:rPr sz="2000" i="1" spc="30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following</a:t>
            </a:r>
            <a:r>
              <a:rPr sz="2000" i="1" spc="-114" dirty="0">
                <a:latin typeface="Times New Roman"/>
                <a:cs typeface="Times New Roman"/>
              </a:rPr>
              <a:t> </a:t>
            </a:r>
            <a:r>
              <a:rPr sz="2000" i="1" spc="55" dirty="0">
                <a:latin typeface="Times New Roman"/>
                <a:cs typeface="Times New Roman"/>
              </a:rPr>
              <a:t>formula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70" dirty="0">
                <a:latin typeface="Times New Roman"/>
                <a:cs typeface="Times New Roman"/>
              </a:rPr>
              <a:t>to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55" dirty="0">
                <a:latin typeface="Times New Roman"/>
                <a:cs typeface="Times New Roman"/>
              </a:rPr>
              <a:t>determine</a:t>
            </a:r>
            <a:r>
              <a:rPr sz="2000" i="1" spc="110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amounts:</a:t>
            </a:r>
            <a:endParaRPr sz="2000">
              <a:latin typeface="Times New Roman"/>
              <a:cs typeface="Times New Roman"/>
            </a:endParaRPr>
          </a:p>
          <a:p>
            <a:pPr marL="419100" algn="just">
              <a:lnSpc>
                <a:spcPct val="100000"/>
              </a:lnSpc>
              <a:spcBef>
                <a:spcPts val="5"/>
              </a:spcBef>
            </a:pPr>
            <a:r>
              <a:rPr sz="1700" i="1" spc="50" dirty="0">
                <a:latin typeface="Times New Roman"/>
                <a:cs typeface="Times New Roman"/>
              </a:rPr>
              <a:t>a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spc="-250" dirty="0">
                <a:latin typeface="Times New Roman"/>
                <a:cs typeface="Times New Roman"/>
              </a:rPr>
              <a:t>=</a:t>
            </a:r>
            <a:r>
              <a:rPr sz="1700" i="1" spc="-60" dirty="0">
                <a:latin typeface="Times New Roman"/>
                <a:cs typeface="Times New Roman"/>
              </a:rPr>
              <a:t> </a:t>
            </a:r>
            <a:r>
              <a:rPr sz="1700" i="1" spc="55" dirty="0">
                <a:latin typeface="Times New Roman"/>
                <a:cs typeface="Times New Roman"/>
              </a:rPr>
              <a:t>p</a:t>
            </a:r>
            <a:r>
              <a:rPr sz="1700" i="1" spc="-60" dirty="0">
                <a:latin typeface="Times New Roman"/>
                <a:cs typeface="Times New Roman"/>
              </a:rPr>
              <a:t> </a:t>
            </a:r>
            <a:r>
              <a:rPr sz="1700" i="1" spc="80" dirty="0">
                <a:latin typeface="Times New Roman"/>
                <a:cs typeface="Times New Roman"/>
              </a:rPr>
              <a:t>(1</a:t>
            </a:r>
            <a:r>
              <a:rPr sz="1700" i="1" spc="-55" dirty="0">
                <a:latin typeface="Times New Roman"/>
                <a:cs typeface="Times New Roman"/>
              </a:rPr>
              <a:t> </a:t>
            </a:r>
            <a:r>
              <a:rPr sz="1700" i="1" spc="-250" dirty="0">
                <a:latin typeface="Times New Roman"/>
                <a:cs typeface="Times New Roman"/>
              </a:rPr>
              <a:t>+</a:t>
            </a:r>
            <a:r>
              <a:rPr sz="1700" i="1" spc="-60" dirty="0">
                <a:latin typeface="Times New Roman"/>
                <a:cs typeface="Times New Roman"/>
              </a:rPr>
              <a:t> </a:t>
            </a:r>
            <a:r>
              <a:rPr sz="1700" i="1" spc="30" dirty="0">
                <a:latin typeface="Times New Roman"/>
                <a:cs typeface="Times New Roman"/>
              </a:rPr>
              <a:t>r)</a:t>
            </a:r>
            <a:r>
              <a:rPr sz="1650" i="1" spc="44" baseline="27777" dirty="0">
                <a:latin typeface="Times New Roman"/>
                <a:cs typeface="Times New Roman"/>
              </a:rPr>
              <a:t>n</a:t>
            </a:r>
            <a:endParaRPr sz="1650" baseline="27777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60"/>
              </a:spcBef>
            </a:pPr>
            <a:r>
              <a:rPr sz="2000" i="1" spc="45" dirty="0">
                <a:latin typeface="Times New Roman"/>
                <a:cs typeface="Times New Roman"/>
              </a:rPr>
              <a:t>where</a:t>
            </a:r>
            <a:endParaRPr sz="2000">
              <a:latin typeface="Times New Roman"/>
              <a:cs typeface="Times New Roman"/>
            </a:endParaRPr>
          </a:p>
          <a:p>
            <a:pPr marL="419100" marR="5579110">
              <a:lnSpc>
                <a:spcPts val="1800"/>
              </a:lnSpc>
              <a:spcBef>
                <a:spcPts val="340"/>
              </a:spcBef>
            </a:pPr>
            <a:r>
              <a:rPr sz="1700" i="1" spc="55" dirty="0">
                <a:latin typeface="Times New Roman"/>
                <a:cs typeface="Times New Roman"/>
              </a:rPr>
              <a:t>p</a:t>
            </a:r>
            <a:r>
              <a:rPr sz="1700" i="1" spc="-4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is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dirty="0">
                <a:latin typeface="Times New Roman"/>
                <a:cs typeface="Times New Roman"/>
              </a:rPr>
              <a:t> original</a:t>
            </a:r>
            <a:r>
              <a:rPr sz="1700" i="1" spc="30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amount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45" dirty="0">
                <a:latin typeface="Times New Roman"/>
                <a:cs typeface="Times New Roman"/>
              </a:rPr>
              <a:t>invested</a:t>
            </a:r>
            <a:r>
              <a:rPr sz="1700" i="1" spc="-120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(i.e.,</a:t>
            </a:r>
            <a:r>
              <a:rPr sz="1700" i="1" spc="-16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-75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principal) </a:t>
            </a:r>
            <a:r>
              <a:rPr sz="1700" i="1" dirty="0">
                <a:latin typeface="Times New Roman"/>
                <a:cs typeface="Times New Roman"/>
              </a:rPr>
              <a:t>r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is</a:t>
            </a:r>
            <a:r>
              <a:rPr sz="1700" i="1" spc="20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4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annual</a:t>
            </a:r>
            <a:r>
              <a:rPr sz="1700" i="1" spc="75" dirty="0">
                <a:latin typeface="Times New Roman"/>
                <a:cs typeface="Times New Roman"/>
              </a:rPr>
              <a:t> </a:t>
            </a:r>
            <a:r>
              <a:rPr sz="1700" i="1" spc="50" dirty="0">
                <a:latin typeface="Times New Roman"/>
                <a:cs typeface="Times New Roman"/>
              </a:rPr>
              <a:t>interest</a:t>
            </a:r>
            <a:r>
              <a:rPr sz="1700" i="1" spc="-85" dirty="0">
                <a:latin typeface="Times New Roman"/>
                <a:cs typeface="Times New Roman"/>
              </a:rPr>
              <a:t> </a:t>
            </a:r>
            <a:r>
              <a:rPr sz="1700" i="1" spc="50" dirty="0">
                <a:latin typeface="Times New Roman"/>
                <a:cs typeface="Times New Roman"/>
              </a:rPr>
              <a:t>rate</a:t>
            </a:r>
            <a:r>
              <a:rPr sz="1700" i="1" spc="4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(e.g.,</a:t>
            </a:r>
            <a:r>
              <a:rPr sz="1700" i="1" spc="-14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use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0.05</a:t>
            </a:r>
            <a:r>
              <a:rPr sz="1700" i="1" spc="-1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for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35" dirty="0">
                <a:latin typeface="Times New Roman"/>
                <a:cs typeface="Times New Roman"/>
              </a:rPr>
              <a:t>5%)</a:t>
            </a:r>
            <a:endParaRPr sz="1700">
              <a:latin typeface="Times New Roman"/>
              <a:cs typeface="Times New Roman"/>
            </a:endParaRPr>
          </a:p>
          <a:p>
            <a:pPr marL="419100">
              <a:lnSpc>
                <a:spcPts val="1780"/>
              </a:lnSpc>
            </a:pPr>
            <a:r>
              <a:rPr sz="1700" i="1" spc="65" dirty="0">
                <a:latin typeface="Times New Roman"/>
                <a:cs typeface="Times New Roman"/>
              </a:rPr>
              <a:t>n</a:t>
            </a:r>
            <a:r>
              <a:rPr sz="1700" i="1" spc="-6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is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-5" dirty="0">
                <a:latin typeface="Times New Roman"/>
                <a:cs typeface="Times New Roman"/>
              </a:rPr>
              <a:t> </a:t>
            </a:r>
            <a:r>
              <a:rPr sz="1700" i="1" spc="55" dirty="0">
                <a:latin typeface="Times New Roman"/>
                <a:cs typeface="Times New Roman"/>
              </a:rPr>
              <a:t>number</a:t>
            </a:r>
            <a:r>
              <a:rPr sz="1700" i="1" dirty="0">
                <a:latin typeface="Times New Roman"/>
                <a:cs typeface="Times New Roman"/>
              </a:rPr>
              <a:t> of</a:t>
            </a:r>
            <a:r>
              <a:rPr sz="1700" i="1" spc="-100" dirty="0">
                <a:latin typeface="Times New Roman"/>
                <a:cs typeface="Times New Roman"/>
              </a:rPr>
              <a:t> </a:t>
            </a:r>
            <a:r>
              <a:rPr sz="1700" i="1" spc="-20" dirty="0">
                <a:latin typeface="Times New Roman"/>
                <a:cs typeface="Times New Roman"/>
              </a:rPr>
              <a:t>years</a:t>
            </a:r>
            <a:endParaRPr sz="1700">
              <a:latin typeface="Times New Roman"/>
              <a:cs typeface="Times New Roman"/>
            </a:endParaRPr>
          </a:p>
          <a:p>
            <a:pPr marL="419100">
              <a:lnSpc>
                <a:spcPts val="1960"/>
              </a:lnSpc>
            </a:pPr>
            <a:r>
              <a:rPr sz="1700" i="1" spc="50" dirty="0">
                <a:latin typeface="Times New Roman"/>
                <a:cs typeface="Times New Roman"/>
              </a:rPr>
              <a:t>a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is</a:t>
            </a:r>
            <a:r>
              <a:rPr sz="1700" i="1" spc="-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20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amount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55" dirty="0">
                <a:latin typeface="Times New Roman"/>
                <a:cs typeface="Times New Roman"/>
              </a:rPr>
              <a:t>on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deposit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75" dirty="0">
                <a:latin typeface="Times New Roman"/>
                <a:cs typeface="Times New Roman"/>
              </a:rPr>
              <a:t>at</a:t>
            </a:r>
            <a:r>
              <a:rPr sz="1700" i="1" spc="-1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-65" dirty="0">
                <a:latin typeface="Times New Roman"/>
                <a:cs typeface="Times New Roman"/>
              </a:rPr>
              <a:t> </a:t>
            </a:r>
            <a:r>
              <a:rPr sz="1700" i="1" spc="50" dirty="0">
                <a:latin typeface="Times New Roman"/>
                <a:cs typeface="Times New Roman"/>
              </a:rPr>
              <a:t>end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of</a:t>
            </a:r>
            <a:r>
              <a:rPr sz="1700" i="1" spc="5" dirty="0">
                <a:latin typeface="Times New Roman"/>
                <a:cs typeface="Times New Roman"/>
              </a:rPr>
              <a:t> </a:t>
            </a:r>
            <a:r>
              <a:rPr sz="1700" i="1" spc="65" dirty="0">
                <a:latin typeface="Times New Roman"/>
                <a:cs typeface="Times New Roman"/>
              </a:rPr>
              <a:t>the</a:t>
            </a:r>
            <a:r>
              <a:rPr sz="1700" i="1" spc="-60" dirty="0">
                <a:latin typeface="Times New Roman"/>
                <a:cs typeface="Times New Roman"/>
              </a:rPr>
              <a:t> </a:t>
            </a:r>
            <a:r>
              <a:rPr sz="1700" i="1" spc="70" dirty="0">
                <a:latin typeface="Times New Roman"/>
                <a:cs typeface="Times New Roman"/>
              </a:rPr>
              <a:t>nth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year.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263" y="1194528"/>
            <a:ext cx="7193472" cy="44689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48026" y="710247"/>
            <a:ext cx="9715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For3.java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6B5B2-A19E-DDC3-C57B-B8C060A54C51}"/>
              </a:ext>
            </a:extLst>
          </p:cNvPr>
          <p:cNvSpPr txBox="1"/>
          <p:nvPr/>
        </p:nvSpPr>
        <p:spPr>
          <a:xfrm>
            <a:off x="2057400" y="3048000"/>
            <a:ext cx="34804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E</a:t>
            </a:r>
            <a:r>
              <a:rPr lang="en-DK" dirty="0">
                <a:solidFill>
                  <a:schemeClr val="accent1"/>
                </a:solidFill>
              </a:rPr>
              <a:t>xercise with For and break </a:t>
            </a:r>
          </a:p>
          <a:p>
            <a:endParaRPr lang="en-DK" dirty="0"/>
          </a:p>
          <a:p>
            <a:r>
              <a:rPr lang="en-GB" dirty="0"/>
              <a:t>T</a:t>
            </a:r>
            <a:r>
              <a:rPr lang="en-DK" dirty="0"/>
              <a:t>est with debug tools in V</a:t>
            </a:r>
            <a:r>
              <a:rPr lang="en-GB" dirty="0"/>
              <a:t>s</a:t>
            </a:r>
            <a:r>
              <a:rPr lang="en-DK" dirty="0"/>
              <a:t>code</a:t>
            </a:r>
          </a:p>
          <a:p>
            <a:r>
              <a:rPr lang="en-GB" dirty="0"/>
              <a:t>D</a:t>
            </a:r>
            <a:r>
              <a:rPr lang="en-DK" dirty="0"/>
              <a:t>ocJava 5.1-5.4</a:t>
            </a:r>
          </a:p>
        </p:txBody>
      </p:sp>
    </p:spTree>
    <p:extLst>
      <p:ext uri="{BB962C8B-B14F-4D97-AF65-F5344CB8AC3E}">
        <p14:creationId xmlns:p14="http://schemas.microsoft.com/office/powerpoint/2010/main" val="411292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B459A0F-130E-87D6-681B-775510B47503}"/>
              </a:ext>
            </a:extLst>
          </p:cNvPr>
          <p:cNvPicPr/>
          <p:nvPr/>
        </p:nvPicPr>
        <p:blipFill>
          <a:blip r:embed="rId2" cstate="print"/>
          <a:srcRect l="24128" t="-37093" b="-1"/>
          <a:stretch>
            <a:fillRect/>
          </a:stretch>
        </p:blipFill>
        <p:spPr>
          <a:xfrm>
            <a:off x="1752600" y="914400"/>
            <a:ext cx="3833893" cy="385978"/>
          </a:xfrm>
          <a:prstGeom prst="rect">
            <a:avLst/>
          </a:prstGeom>
        </p:spPr>
      </p:pic>
      <p:pic>
        <p:nvPicPr>
          <p:cNvPr id="3" name="Picture 2" descr="Python While Loop Tutorial – While True Syntax Examples and Infinite Loops">
            <a:extLst>
              <a:ext uri="{FF2B5EF4-FFF2-40B4-BE49-F238E27FC236}">
                <a16:creationId xmlns:a16="http://schemas.microsoft.com/office/drawing/2014/main" id="{DA353188-8986-90F1-8CD3-DD12172DD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57400"/>
            <a:ext cx="6718300" cy="4330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32633B-C6C4-7522-5BB4-423D98B21C0A}"/>
              </a:ext>
            </a:extLst>
          </p:cNvPr>
          <p:cNvSpPr txBox="1"/>
          <p:nvPr/>
        </p:nvSpPr>
        <p:spPr>
          <a:xfrm>
            <a:off x="6705600" y="2362200"/>
            <a:ext cx="478207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DK" dirty="0"/>
              <a:t>int tal;</a:t>
            </a:r>
          </a:p>
          <a:p>
            <a:pPr rtl="0"/>
            <a:endParaRPr lang="en-DK" dirty="0"/>
          </a:p>
          <a:p>
            <a:pPr rtl="0"/>
            <a:r>
              <a:rPr lang="en-DK" b="1" dirty="0"/>
              <a:t>while (true) </a:t>
            </a:r>
            <a:r>
              <a:rPr lang="en-DK" dirty="0"/>
              <a:t>{</a:t>
            </a:r>
          </a:p>
          <a:p>
            <a:pPr rtl="0"/>
            <a:r>
              <a:rPr lang="en-DK" dirty="0"/>
              <a:t>    System.out.println("Indtast tal:");</a:t>
            </a:r>
          </a:p>
          <a:p>
            <a:pPr rtl="0"/>
            <a:r>
              <a:rPr lang="en-DK" dirty="0"/>
              <a:t>    tal = Integer.parseInt(indlæser.readLine());</a:t>
            </a:r>
          </a:p>
          <a:p>
            <a:pPr rtl="0"/>
            <a:endParaRPr lang="en-DK" dirty="0"/>
          </a:p>
          <a:p>
            <a:pPr rtl="0"/>
            <a:r>
              <a:rPr lang="en-DK" dirty="0"/>
              <a:t>    if (tal == 0) {</a:t>
            </a:r>
          </a:p>
          <a:p>
            <a:pPr rtl="0"/>
            <a:r>
              <a:rPr lang="en-DK" dirty="0"/>
              <a:t>        break;</a:t>
            </a:r>
          </a:p>
          <a:p>
            <a:pPr rtl="0"/>
            <a:r>
              <a:rPr lang="en-DK" dirty="0"/>
              <a:t>    }</a:t>
            </a:r>
          </a:p>
          <a:p>
            <a:pPr rtl="0"/>
            <a:endParaRPr lang="en-DK" dirty="0"/>
          </a:p>
          <a:p>
            <a:pPr rtl="0"/>
            <a:r>
              <a:rPr lang="en-DK" dirty="0"/>
              <a:t>    System.out.println("Du indtastede: " + tal);</a:t>
            </a:r>
          </a:p>
          <a:p>
            <a:pPr rtl="0"/>
            <a:r>
              <a:rPr lang="en-DK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5949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8336" y="1237967"/>
            <a:ext cx="8135327" cy="43820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0135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2" y="714031"/>
            <a:ext cx="5053111" cy="2815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68691"/>
            <a:ext cx="10623550" cy="18370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60" dirty="0">
                <a:latin typeface="Times New Roman"/>
                <a:cs typeface="Times New Roman"/>
              </a:rPr>
              <a:t>The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25" dirty="0">
                <a:solidFill>
                  <a:srgbClr val="0000FF"/>
                </a:solidFill>
                <a:latin typeface="Arial"/>
                <a:cs typeface="Arial"/>
              </a:rPr>
              <a:t>do</a:t>
            </a:r>
            <a:r>
              <a:rPr sz="20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…</a:t>
            </a:r>
            <a:r>
              <a:rPr sz="2000" b="1" spc="-125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20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70" dirty="0">
                <a:solidFill>
                  <a:srgbClr val="0000FF"/>
                </a:solidFill>
                <a:latin typeface="Times New Roman"/>
                <a:cs typeface="Times New Roman"/>
              </a:rPr>
              <a:t>iteration</a:t>
            </a:r>
            <a:r>
              <a:rPr sz="2000" b="1" spc="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100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000" b="1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similar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to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Monaco"/>
                <a:cs typeface="Monaco"/>
              </a:rPr>
              <a:t>while</a:t>
            </a:r>
            <a:r>
              <a:rPr sz="2000" spc="-810" dirty="0">
                <a:latin typeface="Monaco"/>
                <a:cs typeface="Monaco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statement.</a:t>
            </a:r>
            <a:endParaRPr sz="2000" dirty="0">
              <a:latin typeface="Times New Roman"/>
              <a:cs typeface="Times New Roman"/>
            </a:endParaRPr>
          </a:p>
          <a:p>
            <a:pPr marL="202565" indent="-189865">
              <a:lnSpc>
                <a:spcPts val="2290"/>
              </a:lnSpc>
              <a:spcBef>
                <a:spcPts val="15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65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90" dirty="0">
                <a:latin typeface="Monaco"/>
                <a:cs typeface="Monaco"/>
              </a:rPr>
              <a:t>while</a:t>
            </a:r>
            <a:r>
              <a:rPr sz="2000" spc="-90" dirty="0">
                <a:latin typeface="Times New Roman"/>
                <a:cs typeface="Times New Roman"/>
              </a:rPr>
              <a:t>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program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tests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loop-</a:t>
            </a:r>
            <a:r>
              <a:rPr sz="2000" spc="80" dirty="0">
                <a:latin typeface="Times New Roman"/>
                <a:cs typeface="Times New Roman"/>
              </a:rPr>
              <a:t>continuation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condition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beginning</a:t>
            </a:r>
            <a:r>
              <a:rPr sz="2000" i="1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loop,</a:t>
            </a:r>
            <a:endParaRPr sz="2000" dirty="0">
              <a:latin typeface="Times New Roman"/>
              <a:cs typeface="Times New Roman"/>
            </a:endParaRPr>
          </a:p>
          <a:p>
            <a:pPr marL="203200">
              <a:lnSpc>
                <a:spcPts val="2290"/>
              </a:lnSpc>
            </a:pPr>
            <a:r>
              <a:rPr sz="2000" i="1" dirty="0">
                <a:latin typeface="Times New Roman"/>
                <a:cs typeface="Times New Roman"/>
              </a:rPr>
              <a:t>before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executing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loop’s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body;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condition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false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body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never</a:t>
            </a:r>
            <a:r>
              <a:rPr sz="2000" i="1" spc="7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Times New Roman"/>
                <a:cs typeface="Times New Roman"/>
              </a:rPr>
              <a:t>executes.</a:t>
            </a:r>
            <a:endParaRPr sz="2000" dirty="0">
              <a:latin typeface="Times New Roman"/>
              <a:cs typeface="Times New Roman"/>
            </a:endParaRPr>
          </a:p>
          <a:p>
            <a:pPr marL="202565" indent="-189865">
              <a:lnSpc>
                <a:spcPts val="2325"/>
              </a:lnSpc>
              <a:spcBef>
                <a:spcPts val="8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6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Monaco"/>
                <a:cs typeface="Monaco"/>
              </a:rPr>
              <a:t>do</a:t>
            </a:r>
            <a:r>
              <a:rPr sz="2000" spc="-145" dirty="0">
                <a:latin typeface="Times New Roman"/>
                <a:cs typeface="Times New Roman"/>
              </a:rPr>
              <a:t>…</a:t>
            </a:r>
            <a:r>
              <a:rPr sz="2000" spc="-145" dirty="0">
                <a:latin typeface="Monaco"/>
                <a:cs typeface="Monaco"/>
              </a:rPr>
              <a:t>while</a:t>
            </a:r>
            <a:r>
              <a:rPr sz="2000" spc="-785" dirty="0">
                <a:latin typeface="Monaco"/>
                <a:cs typeface="Monaco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statement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tests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loop-</a:t>
            </a:r>
            <a:r>
              <a:rPr sz="2000" spc="80" dirty="0">
                <a:latin typeface="Times New Roman"/>
                <a:cs typeface="Times New Roman"/>
              </a:rPr>
              <a:t>continuation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condition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i="1" spc="50" dirty="0">
                <a:latin typeface="Times New Roman"/>
                <a:cs typeface="Times New Roman"/>
              </a:rPr>
              <a:t>after</a:t>
            </a:r>
            <a:r>
              <a:rPr sz="2000" i="1" spc="6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executing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loop’s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body;</a:t>
            </a:r>
            <a:endParaRPr sz="2000" dirty="0">
              <a:latin typeface="Times New Roman"/>
              <a:cs typeface="Times New Roman"/>
            </a:endParaRPr>
          </a:p>
          <a:p>
            <a:pPr marL="203200">
              <a:lnSpc>
                <a:spcPts val="2325"/>
              </a:lnSpc>
            </a:pPr>
            <a:r>
              <a:rPr sz="2000" spc="65" dirty="0">
                <a:latin typeface="Times New Roman"/>
                <a:cs typeface="Times New Roman"/>
              </a:rPr>
              <a:t>therefore,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i="1" spc="65" dirty="0">
                <a:latin typeface="Times New Roman"/>
                <a:cs typeface="Times New Roman"/>
              </a:rPr>
              <a:t>the</a:t>
            </a:r>
            <a:r>
              <a:rPr sz="2000" i="1" spc="105" dirty="0"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body</a:t>
            </a:r>
            <a:r>
              <a:rPr sz="20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always</a:t>
            </a:r>
            <a:r>
              <a:rPr sz="2000" i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executes</a:t>
            </a:r>
            <a:r>
              <a:rPr sz="2000" i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spc="90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000" i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least</a:t>
            </a:r>
            <a:r>
              <a:rPr sz="2000" i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once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02565" indent="-189865">
              <a:lnSpc>
                <a:spcPts val="2325"/>
              </a:lnSpc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lang="da-DK" sz="2000" spc="70" dirty="0">
                <a:latin typeface="Times New Roman"/>
                <a:cs typeface="Times New Roman"/>
              </a:rPr>
              <a:t> 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6120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5" y="714073"/>
            <a:ext cx="6091330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506791"/>
            <a:ext cx="10445750" cy="16882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endParaRPr lang="en-US" sz="2000" spc="60" dirty="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0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dirty="0">
                <a:latin typeface="Times New Roman"/>
                <a:cs typeface="Times New Roman"/>
              </a:rPr>
              <a:t>Thus,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40" dirty="0">
                <a:latin typeface="Monaco"/>
                <a:cs typeface="Monaco"/>
              </a:rPr>
              <a:t>do</a:t>
            </a:r>
            <a:r>
              <a:rPr sz="2000" spc="-140" dirty="0">
                <a:latin typeface="Times New Roman"/>
                <a:cs typeface="Times New Roman"/>
              </a:rPr>
              <a:t>…</a:t>
            </a:r>
            <a:r>
              <a:rPr sz="2000" spc="-140" dirty="0">
                <a:latin typeface="Monaco"/>
                <a:cs typeface="Monaco"/>
              </a:rPr>
              <a:t>while</a:t>
            </a:r>
            <a:r>
              <a:rPr sz="2000" spc="-795" dirty="0">
                <a:latin typeface="Monaco"/>
                <a:cs typeface="Monaco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statement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with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one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body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statement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usually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written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follows:</a:t>
            </a:r>
            <a:endParaRPr sz="2000">
              <a:latin typeface="Times New Roman"/>
              <a:cs typeface="Times New Roman"/>
            </a:endParaRPr>
          </a:p>
          <a:p>
            <a:pPr marL="574040" lvl="1" indent="-170815">
              <a:lnSpc>
                <a:spcPct val="100000"/>
              </a:lnSpc>
              <a:spcBef>
                <a:spcPts val="380"/>
              </a:spcBef>
              <a:buClr>
                <a:srgbClr val="DA1F28"/>
              </a:buClr>
              <a:buFont typeface="Wingdings 2"/>
              <a:buChar char=""/>
              <a:tabLst>
                <a:tab pos="574040" algn="l"/>
              </a:tabLst>
            </a:pPr>
            <a:r>
              <a:rPr sz="1550" spc="-25" dirty="0">
                <a:solidFill>
                  <a:srgbClr val="0000FF"/>
                </a:solidFill>
                <a:latin typeface="Monaco"/>
                <a:cs typeface="Monaco"/>
              </a:rPr>
              <a:t>do</a:t>
            </a:r>
            <a:endParaRPr sz="1550">
              <a:latin typeface="Monaco"/>
              <a:cs typeface="Monaco"/>
            </a:endParaRPr>
          </a:p>
          <a:p>
            <a:pPr marL="574675">
              <a:lnSpc>
                <a:spcPct val="100000"/>
              </a:lnSpc>
              <a:spcBef>
                <a:spcPts val="15"/>
              </a:spcBef>
            </a:pPr>
            <a:r>
              <a:rPr sz="1550" spc="-50" dirty="0">
                <a:latin typeface="Monaco"/>
                <a:cs typeface="Monaco"/>
              </a:rPr>
              <a:t>{</a:t>
            </a:r>
            <a:endParaRPr sz="1550">
              <a:latin typeface="Monaco"/>
              <a:cs typeface="Monaco"/>
            </a:endParaRPr>
          </a:p>
          <a:p>
            <a:pPr marL="899160">
              <a:lnSpc>
                <a:spcPct val="100000"/>
              </a:lnSpc>
              <a:spcBef>
                <a:spcPts val="20"/>
              </a:spcBef>
            </a:pPr>
            <a:r>
              <a:rPr sz="1550" i="1" spc="60" dirty="0">
                <a:latin typeface="Times New Roman"/>
                <a:cs typeface="Times New Roman"/>
              </a:rPr>
              <a:t>statement</a:t>
            </a:r>
            <a:endParaRPr sz="1550">
              <a:latin typeface="Times New Roman"/>
              <a:cs typeface="Times New Roman"/>
            </a:endParaRPr>
          </a:p>
          <a:p>
            <a:pPr marL="574675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latin typeface="Monaco"/>
                <a:cs typeface="Monaco"/>
              </a:rPr>
              <a:t>}</a:t>
            </a:r>
            <a:r>
              <a:rPr sz="1550" spc="-114" dirty="0">
                <a:latin typeface="Monaco"/>
                <a:cs typeface="Monaco"/>
              </a:rPr>
              <a:t> </a:t>
            </a:r>
            <a:r>
              <a:rPr sz="1550" spc="-45" dirty="0">
                <a:solidFill>
                  <a:srgbClr val="0000FF"/>
                </a:solidFill>
                <a:latin typeface="Monaco"/>
                <a:cs typeface="Monaco"/>
              </a:rPr>
              <a:t>while</a:t>
            </a:r>
            <a:r>
              <a:rPr sz="1550" spc="-22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550" spc="-10" dirty="0">
                <a:latin typeface="Monaco"/>
                <a:cs typeface="Monaco"/>
              </a:rPr>
              <a:t>(</a:t>
            </a:r>
            <a:r>
              <a:rPr sz="1550" i="1" spc="-10" dirty="0">
                <a:latin typeface="Times New Roman"/>
                <a:cs typeface="Times New Roman"/>
              </a:rPr>
              <a:t>condition</a:t>
            </a:r>
            <a:r>
              <a:rPr sz="1550" spc="-10" dirty="0">
                <a:latin typeface="Monaco"/>
                <a:cs typeface="Monaco"/>
              </a:rPr>
              <a:t>);</a:t>
            </a:r>
            <a:endParaRPr sz="1550">
              <a:latin typeface="Monaco"/>
              <a:cs typeface="Monac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279261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85" y="714073"/>
            <a:ext cx="6091330" cy="3386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3CA779E6-E999-8940-B2B4-039B12F4A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22" y="1454643"/>
            <a:ext cx="5893479" cy="51545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9A82A0E-DC19-37FE-5098-94D525E5994D}"/>
                  </a:ext>
                </a:extLst>
              </p14:cNvPr>
              <p14:cNvContentPartPr/>
              <p14:nvPr/>
            </p14:nvContentPartPr>
            <p14:xfrm>
              <a:off x="4763886" y="4812379"/>
              <a:ext cx="19086" cy="19086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9A82A0E-DC19-37FE-5098-94D525E599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9586" y="3877165"/>
                <a:ext cx="1908600" cy="19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34000C-7D39-3C3F-E19B-B6490B2A6DCD}"/>
                  </a:ext>
                </a:extLst>
              </p14:cNvPr>
              <p14:cNvContentPartPr/>
              <p14:nvPr/>
            </p14:nvContentPartPr>
            <p14:xfrm>
              <a:off x="4183659" y="4710771"/>
              <a:ext cx="19086" cy="1908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34000C-7D39-3C3F-E19B-B6490B2A6D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8445" y="3775557"/>
                <a:ext cx="1908600" cy="19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283F08A-C97A-DA60-F398-8C83225F1C85}"/>
                  </a:ext>
                </a:extLst>
              </p14:cNvPr>
              <p14:cNvContentPartPr/>
              <p14:nvPr/>
            </p14:nvContentPartPr>
            <p14:xfrm>
              <a:off x="4187590" y="4832088"/>
              <a:ext cx="19086" cy="19086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283F08A-C97A-DA60-F398-8C83225F1C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3290" y="3896874"/>
                <a:ext cx="1908600" cy="190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0870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4785" y="1241954"/>
            <a:ext cx="8222429" cy="43740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7791" y="512127"/>
            <a:ext cx="1210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While4.java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0541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0AD9E-0EEA-3463-9A82-AC6BBA27FF40}"/>
              </a:ext>
            </a:extLst>
          </p:cNvPr>
          <p:cNvSpPr txBox="1"/>
          <p:nvPr/>
        </p:nvSpPr>
        <p:spPr>
          <a:xfrm>
            <a:off x="2362200" y="182880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K" b="1" dirty="0"/>
              <a:t>Important distinction</a:t>
            </a:r>
          </a:p>
          <a:p>
            <a:pPr>
              <a:buNone/>
            </a:pPr>
            <a:r>
              <a:rPr lang="en-DK" dirty="0"/>
              <a:t>A </a:t>
            </a:r>
            <a:r>
              <a:rPr lang="en-DK" b="1" dirty="0"/>
              <a:t>counter-controlled loop</a:t>
            </a:r>
            <a:r>
              <a:rPr lang="en-DK" dirty="0"/>
              <a:t> usually stops because a condition becomes false: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while (i &lt; 10)</a:t>
            </a:r>
          </a:p>
          <a:p>
            <a:pPr>
              <a:buNone/>
            </a:pPr>
            <a:r>
              <a:rPr lang="en-DK" dirty="0"/>
              <a:t>A </a:t>
            </a:r>
            <a:r>
              <a:rPr lang="en-DK" b="1" dirty="0"/>
              <a:t>sentinel-controlled loop</a:t>
            </a:r>
            <a:r>
              <a:rPr lang="en-DK" dirty="0"/>
              <a:t> stops when the user/program gives a special value:</a:t>
            </a:r>
          </a:p>
          <a:p>
            <a:pPr rtl="0">
              <a:buNone/>
            </a:pPr>
            <a:r>
              <a:rPr lang="en-DK" dirty="0">
                <a:latin typeface="Courier New" panose="02070309020205020404" pitchFamily="49" charset="0"/>
              </a:rPr>
              <a:t>while (number != -1)</a:t>
            </a:r>
          </a:p>
        </p:txBody>
      </p:sp>
      <p:pic>
        <p:nvPicPr>
          <p:cNvPr id="2" name="Picture 1" descr="File:Traffic Light Ahead.png - Wikimedia Commons">
            <a:extLst>
              <a:ext uri="{FF2B5EF4-FFF2-40B4-BE49-F238E27FC236}">
                <a16:creationId xmlns:a16="http://schemas.microsoft.com/office/drawing/2014/main" id="{36AC9BE3-5C12-4A7E-3F8C-07B56DB55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392905"/>
            <a:ext cx="2832100" cy="2832100"/>
          </a:xfrm>
          <a:prstGeom prst="rect">
            <a:avLst/>
          </a:prstGeom>
        </p:spPr>
      </p:pic>
      <p:pic>
        <p:nvPicPr>
          <p:cNvPr id="4" name="object 2">
            <a:extLst>
              <a:ext uri="{FF2B5EF4-FFF2-40B4-BE49-F238E27FC236}">
                <a16:creationId xmlns:a16="http://schemas.microsoft.com/office/drawing/2014/main" id="{89AEBB5C-ADB1-999A-F598-078EB7FEB9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785" y="714073"/>
            <a:ext cx="6091330" cy="33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940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F97375-F54C-B706-C7B4-E6213646EAFB}"/>
              </a:ext>
            </a:extLst>
          </p:cNvPr>
          <p:cNvSpPr txBox="1"/>
          <p:nvPr/>
        </p:nvSpPr>
        <p:spPr>
          <a:xfrm>
            <a:off x="2590800" y="228600"/>
            <a:ext cx="8686800" cy="674030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DK" dirty="0"/>
              <a:t>import java.io.BufferedReader;</a:t>
            </a:r>
          </a:p>
          <a:p>
            <a:r>
              <a:rPr lang="en-DK" dirty="0"/>
              <a:t>import java.io.InputStreamReader;</a:t>
            </a:r>
          </a:p>
          <a:p>
            <a:endParaRPr lang="en-DK" dirty="0"/>
          </a:p>
          <a:p>
            <a:r>
              <a:rPr lang="en-DK" dirty="0"/>
              <a:t>public class Sentinel {</a:t>
            </a:r>
          </a:p>
          <a:p>
            <a:endParaRPr lang="en-DK" dirty="0"/>
          </a:p>
          <a:p>
            <a:r>
              <a:rPr lang="en-DK" dirty="0"/>
              <a:t>    public static void main(String[] args) throws Exception {</a:t>
            </a:r>
          </a:p>
          <a:p>
            <a:endParaRPr lang="en-DK" dirty="0"/>
          </a:p>
          <a:p>
            <a:r>
              <a:rPr lang="en-DK" dirty="0"/>
              <a:t>        BufferedReader indlæser =</a:t>
            </a:r>
          </a:p>
          <a:p>
            <a:r>
              <a:rPr lang="en-DK" dirty="0"/>
              <a:t>                new BufferedReader(new InputStreamReader(System.in));</a:t>
            </a:r>
          </a:p>
          <a:p>
            <a:endParaRPr lang="en-DK" dirty="0"/>
          </a:p>
          <a:p>
            <a:r>
              <a:rPr lang="en-DK" dirty="0"/>
              <a:t>        int sum = 0;</a:t>
            </a:r>
          </a:p>
          <a:p>
            <a:r>
              <a:rPr lang="en-DK" dirty="0"/>
              <a:t>        int tal;</a:t>
            </a:r>
          </a:p>
          <a:p>
            <a:endParaRPr lang="en-DK" dirty="0"/>
          </a:p>
          <a:p>
            <a:r>
              <a:rPr lang="en-DK" dirty="0"/>
              <a:t>        do {</a:t>
            </a:r>
          </a:p>
          <a:p>
            <a:r>
              <a:rPr lang="en-DK" dirty="0"/>
              <a:t>            System.out.println("Indtast tal: ");</a:t>
            </a:r>
          </a:p>
          <a:p>
            <a:r>
              <a:rPr lang="en-DK" dirty="0"/>
              <a:t>            tal = Integer.parseInt(indlæser.readLine());</a:t>
            </a:r>
          </a:p>
          <a:p>
            <a:endParaRPr lang="en-DK" dirty="0"/>
          </a:p>
          <a:p>
            <a:r>
              <a:rPr lang="en-DK" dirty="0"/>
              <a:t>            sum += tal;</a:t>
            </a:r>
          </a:p>
          <a:p>
            <a:endParaRPr lang="en-DK" dirty="0"/>
          </a:p>
          <a:p>
            <a:r>
              <a:rPr lang="en-DK" dirty="0"/>
              <a:t>        } </a:t>
            </a:r>
            <a:r>
              <a:rPr lang="en-DK" b="1" dirty="0"/>
              <a:t>while (tal != 0);</a:t>
            </a:r>
          </a:p>
          <a:p>
            <a:endParaRPr lang="en-DK" dirty="0"/>
          </a:p>
          <a:p>
            <a:r>
              <a:rPr lang="en-DK" dirty="0"/>
              <a:t>        System.out.println("Summen er " + sum);</a:t>
            </a:r>
          </a:p>
          <a:p>
            <a:r>
              <a:rPr lang="en-DK" dirty="0"/>
              <a:t>    }</a:t>
            </a:r>
          </a:p>
          <a:p>
            <a:r>
              <a:rPr lang="en-DK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0902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D341C545B0A44A26A103333756E90" ma:contentTypeVersion="3" ma:contentTypeDescription="Create a new document." ma:contentTypeScope="" ma:versionID="a6ec9fbdc07486795f51e30fe74f98ab">
  <xsd:schema xmlns:xsd="http://www.w3.org/2001/XMLSchema" xmlns:xs="http://www.w3.org/2001/XMLSchema" xmlns:p="http://schemas.microsoft.com/office/2006/metadata/properties" xmlns:ns2="324ab4a6-501d-4b19-a031-862034374e5f" targetNamespace="http://schemas.microsoft.com/office/2006/metadata/properties" ma:root="true" ma:fieldsID="af1894268a3b1d0258822da1f8692495" ns2:_="">
    <xsd:import namespace="324ab4a6-501d-4b19-a031-862034374e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ab4a6-501d-4b19-a031-862034374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1C73E0-21DE-44C0-AC09-20B6FA27554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DC95283-C95E-4740-9B60-A5D5E7C0A0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4ab4a6-501d-4b19-a031-862034374e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646C84-701A-4061-B977-6AA8F23187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1118</Words>
  <Application>Microsoft Macintosh PowerPoint</Application>
  <PresentationFormat>Widescreen</PresentationFormat>
  <Paragraphs>127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Aptos</vt:lpstr>
      <vt:lpstr>Arial</vt:lpstr>
      <vt:lpstr>Calibri</vt:lpstr>
      <vt:lpstr>Courier New</vt:lpstr>
      <vt:lpstr>Monaco</vt:lpstr>
      <vt:lpstr>Times New Roman</vt:lpstr>
      <vt:lpstr>Verdana</vt:lpstr>
      <vt:lpstr>Wingdings 2</vt:lpstr>
      <vt:lpstr>Wingdings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56</cp:revision>
  <dcterms:created xsi:type="dcterms:W3CDTF">2025-09-11T06:00:25Z</dcterms:created>
  <dcterms:modified xsi:type="dcterms:W3CDTF">2026-09-17T07:03:42Z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2022-09-21T00:00:00Z</vt:filetime>
  </property>
  <property fmtid="{D5CDD505-2E9C-101B-9397-08002B2CF9AE}" pid="3" name="LastSaved">
    <vt:filetime>2025-09-11T00:00:00Z</vt:filetime>
  </property>
  <property fmtid="{D5CDD505-2E9C-101B-9397-08002B2CF9AE}" pid="4" name="ContentTypeId">
    <vt:lpwstr>0x010100E57D341C545B0A44A26A103333756E90</vt:lpwstr>
  </property>
</Properties>
</file>