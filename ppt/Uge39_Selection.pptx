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Lst>
  <p:notesMasterIdLst>
    <p:notesMasterId r:id="rId37"/>
  </p:notesMasterIdLst>
  <p:sldIdLst>
    <p:sldId id="256" r:id="rId4"/>
    <p:sldId id="257" r:id="rId5"/>
    <p:sldId id="258" r:id="rId6"/>
    <p:sldId id="259" r:id="rId7"/>
    <p:sldId id="260" r:id="rId8"/>
    <p:sldId id="261" r:id="rId9"/>
    <p:sldId id="262" r:id="rId10"/>
    <p:sldId id="263" r:id="rId11"/>
    <p:sldId id="264" r:id="rId12"/>
    <p:sldId id="266" r:id="rId13"/>
    <p:sldId id="269" r:id="rId14"/>
    <p:sldId id="268" r:id="rId15"/>
    <p:sldId id="271" r:id="rId16"/>
    <p:sldId id="272" r:id="rId17"/>
    <p:sldId id="273" r:id="rId18"/>
    <p:sldId id="274" r:id="rId19"/>
    <p:sldId id="275" r:id="rId20"/>
    <p:sldId id="276" r:id="rId21"/>
    <p:sldId id="277" r:id="rId22"/>
    <p:sldId id="278" r:id="rId23"/>
    <p:sldId id="293" r:id="rId24"/>
    <p:sldId id="279" r:id="rId25"/>
    <p:sldId id="280" r:id="rId26"/>
    <p:sldId id="281" r:id="rId27"/>
    <p:sldId id="282" r:id="rId28"/>
    <p:sldId id="283" r:id="rId29"/>
    <p:sldId id="287" r:id="rId30"/>
    <p:sldId id="288" r:id="rId31"/>
    <p:sldId id="289" r:id="rId32"/>
    <p:sldId id="291" r:id="rId33"/>
    <p:sldId id="292" r:id="rId34"/>
    <p:sldId id="294" r:id="rId35"/>
    <p:sldId id="295" r:id="rId3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57"/>
  </p:normalViewPr>
  <p:slideViewPr>
    <p:cSldViewPr snapToGrid="0">
      <p:cViewPr varScale="1">
        <p:scale>
          <a:sx n="102" d="100"/>
          <a:sy n="102" d="100"/>
        </p:scale>
        <p:origin x="856"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Introduce all six comparison operators. Emphasize the == vs = confusion as the single most common logical error. Note that comparison operators bind weaker than arithmetic operators, so calculations complete before comparisons.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Introduce the boolean type formally. It has exactly two values: true and false. Explain that a boolean expression evaluates to a truth value, and that selection lets the program adapt dynamically at runtime based on the current program state.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XOR (^) is exclusive OR: exactly one operand must be true. Show the truth table. Note that XOR has higher precedence than AND and OR. It is rarely used in business logic but appears in bit manipulation.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Compare the four logical operators side by side. The double-character versions (AND-AND, OR-OR) short-circuit: once the result is determined from the left operand, the right operand is not evaluated. The single versions always evaluate both. Recommend using the short-circuit versions by default.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Walk through the short-circuit mechanism step by step. For AND: if left is false, the whole expression is false regardless of the right side. For OR: if left is true, the whole expression is true. This optimization also prevents errors (e.g., null checks). Warn about side effects from using non-short-circuit operators.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Complete precedence table from highest to lowest. New operators from this chapter are highlighted: NOT (!) is grouped with unary operators (very high), then comparison operators, then boolean operators in order: AND, XOR, OR, conditional AND, conditional OR. The ternary operator is very low, just above assignment.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Aptos"/>
              </a:defRPr>
            </a:lvl1pPr>
          </a:lstStyle>
          <a:p>
            <a:pPr marL="0" indent="0" algn="l" defTabSz="914400">
              <a:lnSpc>
                <a:spcPct val="100000"/>
              </a:lnSpc>
            </a:pPr>
            <a:r>
              <a:rPr lang="en-US" sz="1200" b="0" i="0" u="none" strike="noStrike">
                <a:solidFill>
                  <a:srgbClr val="000000"/>
                </a:solidFill>
                <a:latin typeface="Aptos"/>
                <a:ea typeface="Aptos"/>
                <a:cs typeface="Aptos"/>
                <a:sym typeface="Aptos"/>
              </a:rPr>
              <a:t>Use pair programming to type in your 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dangling else is a classic ambiguity. In Java, else always pairs with the nearest unmatched if. Use braces to make the structure explicit and avoid bugs. This is why consistent indentation alone is not enough - braces define the actual structure.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lvl1pPr>
          </a:lstStyle>
          <a:p>
            <a:pPr marL="0" indent="0" algn="l" defTabSz="914400">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Summarize the six critical rules for switch. Emphasize: (1) limited expression types, (2) case must be literals, (3) break prevents fall-through, (4) default is optional, (5) cannot use ranges, (6) stacked cases share code. These are the most common points students miss when writing switch.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03615" y="436740"/>
            <a:ext cx="493006" cy="274723"/>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1114425" y="180911"/>
            <a:ext cx="4395851" cy="871537"/>
          </a:xfrm>
          <a:prstGeom prst="rect">
            <a:avLst/>
          </a:prstGeom>
          <a:ln w="12700">
            <a:noFill/>
            <a:prstDash val="solid"/>
          </a:ln>
        </p:spPr>
      </p:pic>
      <p:sp>
        <p:nvSpPr>
          <p:cNvPr id="4" name="AutoShape 4"/>
          <p:cNvSpPr>
            <a:spLocks noGrp="1"/>
          </p:cNvSpPr>
          <p:nvPr>
            <p:ph type="body" sz="quarter" idx="6" hasCustomPrompt="1"/>
          </p:nvPr>
        </p:nvSpPr>
        <p:spPr>
          <a:xfrm>
            <a:off x="688975" y="279399"/>
            <a:ext cx="4584700" cy="495300"/>
          </a:xfrm>
          <a:prstGeom prst="rect">
            <a:avLst/>
          </a:prstGeom>
          <a:noFill/>
          <a:ln w="12700">
            <a:noFill/>
            <a:prstDash val="solid"/>
          </a:ln>
        </p:spPr>
        <p:txBody>
          <a:bodyPr wrap="square" lIns="0" tIns="0" rIns="0" bIns="0" anchor="t">
            <a:spAutoFit/>
          </a:bodyPr>
          <a:lstStyle>
            <a:lvl1pPr algn="l">
              <a:lnSpc>
                <a:spcPct val="100000"/>
              </a:lnSpc>
              <a:defRPr sz="3050" b="1" i="0" u="none" strike="noStrike" spc="0">
                <a:solidFill>
                  <a:srgbClr val="1F2329">
                    <a:alpha val="100000"/>
                  </a:srgbClr>
                </a:solidFill>
                <a:latin typeface="Noto Sans SC"/>
              </a:defRPr>
            </a:lvl1pPr>
          </a:lstStyle>
          <a:p>
            <a:pPr marL="0" indent="0" algn="l">
              <a:lnSpc>
                <a:spcPct val="100000"/>
              </a:lnSpc>
            </a:pPr>
            <a:r>
              <a:rPr lang="en-US" sz="3050" b="1" i="0" u="none" strike="noStrike">
                <a:solidFill>
                  <a:srgbClr val="464646"/>
                </a:solidFill>
                <a:latin typeface="Times New Roman"/>
                <a:ea typeface="Times New Roman"/>
                <a:cs typeface="Times New Roman"/>
                <a:sym typeface="Times New Roman"/>
              </a:rPr>
              <a:t>Click to add title</a:t>
            </a:r>
          </a:p>
        </p:txBody>
      </p:sp>
      <p:sp>
        <p:nvSpPr>
          <p:cNvPr id="5" name="AutoShape 5"/>
          <p:cNvSpPr>
            <a:spLocks noGrp="1"/>
          </p:cNvSpPr>
          <p:nvPr>
            <p:ph type="body" sz="quarter" idx="7" hasCustomPrompt="1"/>
          </p:nvPr>
        </p:nvSpPr>
        <p:spPr>
          <a:xfrm>
            <a:off x="1828800" y="3840480"/>
            <a:ext cx="8534400" cy="1714500"/>
          </a:xfrm>
          <a:prstGeom prst="rect">
            <a:avLst/>
          </a:prstGeom>
          <a:noFill/>
          <a:ln w="12700">
            <a:noFill/>
            <a:prstDash val="solid"/>
          </a:ln>
        </p:spPr>
        <p:txBody>
          <a:bodyPr wrap="square" lIns="0" tIns="0" rIns="0" bIns="0" anchor="t">
            <a:spAutoFit/>
          </a:bodyPr>
          <a:lstStyle>
            <a:lvl1pPr algn="l">
              <a:lnSpc>
                <a:spcPct val="100000"/>
              </a:lnSpc>
              <a:defRPr sz="3200" b="1" i="0" u="none" strike="noStrike" spc="0">
                <a:solidFill>
                  <a:srgbClr val="1F2329">
                    <a:alpha val="100000"/>
                  </a:srgbClr>
                </a:solidFill>
                <a:latin typeface="Noto Sans SC"/>
              </a:defRPr>
            </a:lvl1pPr>
          </a:lstStyle>
          <a:p>
            <a:pPr marL="0" indent="0" algn="l">
              <a:lnSpc>
                <a:spcPct val="100000"/>
              </a:lnSpc>
            </a:pPr>
            <a:r>
              <a:rPr lang="en-US" sz="100" b="0" i="0" u="none" strike="noStrike">
                <a:solidFill>
                  <a:srgbClr val="1F2329"/>
                </a:solidFill>
                <a:latin typeface="Calibri"/>
                <a:ea typeface="Calibri"/>
                <a:cs typeface="Calibri"/>
                <a:sym typeface="Calibri"/>
              </a:rPr>
              <a:t>Click to add subtitle</a:t>
            </a:r>
          </a:p>
        </p:txBody>
      </p:sp>
      <p:sp>
        <p:nvSpPr>
          <p:cNvPr id="6" name="AutoShape 6"/>
          <p:cNvSpPr>
            <a:spLocks noGrp="1"/>
          </p:cNvSpPr>
          <p:nvPr>
            <p:ph type="body" sz="quarter" idx="8"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7" name="AutoShape 7"/>
          <p:cNvSpPr>
            <a:spLocks noGrp="1"/>
          </p:cNvSpPr>
          <p:nvPr>
            <p:ph type="body" sz="quarter" idx="9"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8" name="AutoShape 8"/>
          <p:cNvSpPr>
            <a:spLocks noGrp="1"/>
          </p:cNvSpPr>
          <p:nvPr>
            <p:ph type="body" sz="quarter" idx="10"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361EDCC3-274D-45A5-A63E-FCFBC1A8BB74}"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69925" y="279399"/>
            <a:ext cx="4829810" cy="620712"/>
          </a:xfrm>
          <a:prstGeom prst="rect">
            <a:avLst/>
          </a:prstGeom>
          <a:noFill/>
          <a:ln w="12700">
            <a:noFill/>
            <a:prstDash val="solid"/>
          </a:ln>
        </p:spPr>
        <p:txBody>
          <a:bodyPr wrap="square" lIns="0" tIns="0" rIns="0" bIns="0" anchor="t">
            <a:spAutoFit/>
          </a:bodyPr>
          <a:lstStyle>
            <a:lvl1pPr algn="l">
              <a:lnSpc>
                <a:spcPct val="100000"/>
              </a:lnSpc>
              <a:defRPr sz="3050" b="1" i="0" u="none" strike="noStrike" spc="0">
                <a:solidFill>
                  <a:srgbClr val="1F2329">
                    <a:alpha val="100000"/>
                  </a:srgbClr>
                </a:solidFill>
                <a:latin typeface="Noto Sans SC"/>
              </a:defRPr>
            </a:lvl1pPr>
          </a:lstStyle>
          <a:p>
            <a:pPr marL="0" indent="0" algn="l">
              <a:lnSpc>
                <a:spcPct val="100000"/>
              </a:lnSpc>
            </a:pPr>
            <a:r>
              <a:rPr lang="en-US" sz="3050" b="1" i="0" u="none" strike="noStrike">
                <a:solidFill>
                  <a:srgbClr val="464646"/>
                </a:solidFill>
                <a:latin typeface="Times New Roman"/>
                <a:ea typeface="Times New Roman"/>
                <a:cs typeface="Times New Roman"/>
                <a:sym typeface="Times New Roman"/>
              </a:rPr>
              <a:t>Click to add title</a:t>
            </a:r>
          </a:p>
        </p:txBody>
      </p:sp>
      <p:sp>
        <p:nvSpPr>
          <p:cNvPr id="3" name="AutoShape 3"/>
          <p:cNvSpPr>
            <a:spLocks noGrp="1"/>
          </p:cNvSpPr>
          <p:nvPr>
            <p:ph type="body" sz="quarter" idx="12" hasCustomPrompt="1"/>
          </p:nvPr>
        </p:nvSpPr>
        <p:spPr>
          <a:xfrm>
            <a:off x="609600" y="1577340"/>
            <a:ext cx="10972800" cy="4526280"/>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a:defRPr>
            </a:lvl1pPr>
          </a:lstStyle>
          <a:p>
            <a:pPr marL="0" indent="0" algn="l">
              <a:lnSpc>
                <a:spcPct val="100000"/>
              </a:lnSpc>
            </a:pPr>
            <a:r>
              <a:rPr lang="en-US" sz="100" b="0" i="0" u="none" strike="noStrike">
                <a:solidFill>
                  <a:srgbClr val="1F2329"/>
                </a:solidFill>
                <a:latin typeface="Calibri"/>
                <a:ea typeface="Calibri"/>
                <a:cs typeface="Calibri"/>
                <a:sym typeface="Calibri"/>
              </a:rPr>
              <a:t>Click to add text</a:t>
            </a:r>
          </a:p>
        </p:txBody>
      </p:sp>
      <p:sp>
        <p:nvSpPr>
          <p:cNvPr id="4" name="AutoShape 4"/>
          <p:cNvSpPr>
            <a:spLocks noGrp="1"/>
          </p:cNvSpPr>
          <p:nvPr>
            <p:ph type="body" sz="quarter" idx="13"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5" name="AutoShape 5"/>
          <p:cNvSpPr>
            <a:spLocks noGrp="1"/>
          </p:cNvSpPr>
          <p:nvPr>
            <p:ph type="body" sz="quarter" idx="14"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6" name="AutoShape 6"/>
          <p:cNvSpPr>
            <a:spLocks noGrp="1"/>
          </p:cNvSpPr>
          <p:nvPr>
            <p:ph type="body" sz="quarter" idx="15"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BEBFA382-D6F0-4743-9857-075FBF31B1A0}"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wo Content">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69925" y="279399"/>
            <a:ext cx="4829810" cy="620712"/>
          </a:xfrm>
          <a:prstGeom prst="rect">
            <a:avLst/>
          </a:prstGeom>
          <a:noFill/>
          <a:ln w="12700">
            <a:noFill/>
            <a:prstDash val="solid"/>
          </a:ln>
        </p:spPr>
        <p:txBody>
          <a:bodyPr wrap="square" lIns="0" tIns="0" rIns="0" bIns="0" anchor="t">
            <a:spAutoFit/>
          </a:bodyPr>
          <a:lstStyle>
            <a:lvl1pPr algn="l">
              <a:lnSpc>
                <a:spcPct val="100000"/>
              </a:lnSpc>
              <a:defRPr sz="3050" b="1" i="0" u="none" strike="noStrike" spc="0">
                <a:solidFill>
                  <a:srgbClr val="1F2329">
                    <a:alpha val="100000"/>
                  </a:srgbClr>
                </a:solidFill>
                <a:latin typeface="Noto Sans SC"/>
              </a:defRPr>
            </a:lvl1pPr>
          </a:lstStyle>
          <a:p>
            <a:pPr marL="0" indent="0" algn="l">
              <a:lnSpc>
                <a:spcPct val="100000"/>
              </a:lnSpc>
            </a:pPr>
            <a:r>
              <a:rPr lang="en-US" sz="3050" b="1" i="0" u="none" strike="noStrike">
                <a:solidFill>
                  <a:srgbClr val="464646"/>
                </a:solidFill>
                <a:latin typeface="Times New Roman"/>
                <a:ea typeface="Times New Roman"/>
                <a:cs typeface="Times New Roman"/>
                <a:sym typeface="Times New Roman"/>
              </a:rPr>
              <a:t>Click to add title</a:t>
            </a:r>
          </a:p>
        </p:txBody>
      </p:sp>
      <p:sp>
        <p:nvSpPr>
          <p:cNvPr id="3" name="AutoShape 3"/>
          <p:cNvSpPr>
            <a:spLocks noGrp="1"/>
          </p:cNvSpPr>
          <p:nvPr>
            <p:ph type="body" sz="quarter" idx="17" hasCustomPrompt="1"/>
          </p:nvPr>
        </p:nvSpPr>
        <p:spPr>
          <a:xfrm>
            <a:off x="609600" y="1577340"/>
            <a:ext cx="5303520" cy="4526280"/>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a:defRPr>
            </a:lvl1pPr>
          </a:lstStyle>
          <a:p>
            <a:pPr marL="0" indent="0" algn="l">
              <a:lnSpc>
                <a:spcPct val="100000"/>
              </a:lnSpc>
            </a:pPr>
            <a:r>
              <a:rPr lang="en-US" sz="100" b="0" i="0" u="none" strike="noStrike">
                <a:solidFill>
                  <a:srgbClr val="1F2329"/>
                </a:solidFill>
                <a:latin typeface="Calibri"/>
                <a:ea typeface="Calibri"/>
                <a:cs typeface="Calibri"/>
                <a:sym typeface="Calibri"/>
              </a:rPr>
              <a:t>Click to add text</a:t>
            </a:r>
          </a:p>
        </p:txBody>
      </p:sp>
      <p:sp>
        <p:nvSpPr>
          <p:cNvPr id="4" name="AutoShape 4"/>
          <p:cNvSpPr>
            <a:spLocks noGrp="1"/>
          </p:cNvSpPr>
          <p:nvPr>
            <p:ph type="body" sz="quarter" idx="18" hasCustomPrompt="1"/>
          </p:nvPr>
        </p:nvSpPr>
        <p:spPr>
          <a:xfrm>
            <a:off x="6278880" y="1577340"/>
            <a:ext cx="5303520" cy="4526280"/>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a:defRPr>
            </a:lvl1pPr>
          </a:lstStyle>
          <a:p>
            <a:pPr marL="0" indent="0" algn="l">
              <a:lnSpc>
                <a:spcPct val="100000"/>
              </a:lnSpc>
            </a:pPr>
            <a:r>
              <a:rPr lang="en-US" sz="100" b="0" i="0" u="none" strike="noStrike">
                <a:solidFill>
                  <a:srgbClr val="1F2329"/>
                </a:solidFill>
                <a:latin typeface="Calibri"/>
                <a:ea typeface="Calibri"/>
                <a:cs typeface="Calibri"/>
                <a:sym typeface="Calibri"/>
              </a:rPr>
              <a:t>Click to add text</a:t>
            </a:r>
          </a:p>
        </p:txBody>
      </p:sp>
      <p:sp>
        <p:nvSpPr>
          <p:cNvPr id="5" name="AutoShape 5"/>
          <p:cNvSpPr>
            <a:spLocks noGrp="1"/>
          </p:cNvSpPr>
          <p:nvPr>
            <p:ph type="body" sz="quarter" idx="19"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6" name="AutoShape 6"/>
          <p:cNvSpPr>
            <a:spLocks noGrp="1"/>
          </p:cNvSpPr>
          <p:nvPr>
            <p:ph type="body" sz="quarter" idx="20"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7" name="AutoShape 7"/>
          <p:cNvSpPr>
            <a:spLocks noGrp="1"/>
          </p:cNvSpPr>
          <p:nvPr>
            <p:ph type="body" sz="quarter" idx="21"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2C86A58E-24DC-4196-9496-AB87EB3CE284}"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Only">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03615" y="436740"/>
            <a:ext cx="493006" cy="274723"/>
          </a:xfrm>
          <a:prstGeom prst="rect">
            <a:avLst/>
          </a:prstGeom>
          <a:ln w="12700">
            <a:noFill/>
            <a:prstDash val="solid"/>
          </a:ln>
        </p:spPr>
      </p:pic>
      <p:sp>
        <p:nvSpPr>
          <p:cNvPr id="3" name="AutoShape 3"/>
          <p:cNvSpPr>
            <a:spLocks noGrp="1"/>
          </p:cNvSpPr>
          <p:nvPr>
            <p:ph type="body" sz="quarter" idx="22" hasCustomPrompt="1"/>
          </p:nvPr>
        </p:nvSpPr>
        <p:spPr>
          <a:xfrm>
            <a:off x="669925" y="279399"/>
            <a:ext cx="4829810" cy="620712"/>
          </a:xfrm>
          <a:prstGeom prst="rect">
            <a:avLst/>
          </a:prstGeom>
          <a:noFill/>
          <a:ln w="12700">
            <a:noFill/>
            <a:prstDash val="solid"/>
          </a:ln>
        </p:spPr>
        <p:txBody>
          <a:bodyPr wrap="square" lIns="0" tIns="0" rIns="0" bIns="0" anchor="t">
            <a:spAutoFit/>
          </a:bodyPr>
          <a:lstStyle>
            <a:lvl1pPr algn="l">
              <a:lnSpc>
                <a:spcPct val="100000"/>
              </a:lnSpc>
              <a:defRPr sz="3050" b="1" i="0" u="none" strike="noStrike" spc="0">
                <a:solidFill>
                  <a:srgbClr val="1F2329">
                    <a:alpha val="100000"/>
                  </a:srgbClr>
                </a:solidFill>
                <a:latin typeface="Noto Sans SC"/>
              </a:defRPr>
            </a:lvl1pPr>
          </a:lstStyle>
          <a:p>
            <a:pPr marL="0" indent="0" algn="l">
              <a:lnSpc>
                <a:spcPct val="100000"/>
              </a:lnSpc>
            </a:pPr>
            <a:r>
              <a:rPr lang="en-US" sz="3050" b="1" i="0" u="none" strike="noStrike">
                <a:solidFill>
                  <a:srgbClr val="464646"/>
                </a:solidFill>
                <a:latin typeface="Times New Roman"/>
                <a:ea typeface="Times New Roman"/>
                <a:cs typeface="Times New Roman"/>
                <a:sym typeface="Times New Roman"/>
              </a:rPr>
              <a:t>Click to add title</a:t>
            </a:r>
          </a:p>
        </p:txBody>
      </p:sp>
      <p:sp>
        <p:nvSpPr>
          <p:cNvPr id="4" name="AutoShape 4"/>
          <p:cNvSpPr>
            <a:spLocks noGrp="1"/>
          </p:cNvSpPr>
          <p:nvPr>
            <p:ph type="body" sz="quarter" idx="23"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5" name="AutoShape 5"/>
          <p:cNvSpPr>
            <a:spLocks noGrp="1"/>
          </p:cNvSpPr>
          <p:nvPr>
            <p:ph type="body" sz="quarter" idx="24"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6" name="AutoShape 6"/>
          <p:cNvSpPr>
            <a:spLocks noGrp="1"/>
          </p:cNvSpPr>
          <p:nvPr>
            <p:ph type="body" sz="quarter" idx="25"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A52950DE-EE86-495D-8556-0C728687E9E9}"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26"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3" name="AutoShape 3"/>
          <p:cNvSpPr>
            <a:spLocks noGrp="1"/>
          </p:cNvSpPr>
          <p:nvPr>
            <p:ph type="body" sz="quarter" idx="27"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4" name="AutoShape 4"/>
          <p:cNvSpPr>
            <a:spLocks noGrp="1"/>
          </p:cNvSpPr>
          <p:nvPr>
            <p:ph type="body" sz="quarter" idx="28"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24A1B2C0-02E3-4DE0-BCF6-4AEB65893FF6}"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3.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自定义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Theme">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669925" y="279399"/>
            <a:ext cx="4829810" cy="620712"/>
          </a:xfrm>
          <a:prstGeom prst="rect">
            <a:avLst/>
          </a:prstGeom>
          <a:noFill/>
          <a:ln w="12700">
            <a:noFill/>
            <a:prstDash val="solid"/>
          </a:ln>
        </p:spPr>
        <p:txBody>
          <a:bodyPr wrap="square" lIns="0" tIns="0" rIns="0" bIns="0" anchor="t">
            <a:spAutoFit/>
          </a:bodyPr>
          <a:lstStyle>
            <a:lvl1pPr algn="l">
              <a:lnSpc>
                <a:spcPct val="100000"/>
              </a:lnSpc>
              <a:defRPr sz="3050" b="1" i="0" u="none" strike="noStrike" spc="0">
                <a:solidFill>
                  <a:srgbClr val="1F2329">
                    <a:alpha val="100000"/>
                  </a:srgbClr>
                </a:solidFill>
                <a:latin typeface="Noto Sans SC"/>
              </a:defRPr>
            </a:lvl1pPr>
          </a:lstStyle>
          <a:p>
            <a:pPr marL="0" indent="0" algn="l">
              <a:lnSpc>
                <a:spcPct val="100000"/>
              </a:lnSpc>
            </a:pPr>
            <a:r>
              <a:rPr lang="en-US" sz="3050" b="1" i="0" u="none" strike="noStrike">
                <a:solidFill>
                  <a:srgbClr val="464646"/>
                </a:solidFill>
                <a:latin typeface="Calibri"/>
                <a:ea typeface="Calibri"/>
                <a:cs typeface="Calibri"/>
                <a:sym typeface="Calibri"/>
              </a:rPr>
              <a:t>Click to add title</a:t>
            </a:r>
          </a:p>
        </p:txBody>
      </p:sp>
      <p:sp>
        <p:nvSpPr>
          <p:cNvPr id="2" name="AutoShape 2"/>
          <p:cNvSpPr>
            <a:spLocks noGrp="1"/>
          </p:cNvSpPr>
          <p:nvPr>
            <p:ph type="body" sz="quarter" idx="2" hasCustomPrompt="1"/>
          </p:nvPr>
        </p:nvSpPr>
        <p:spPr>
          <a:xfrm>
            <a:off x="609600" y="1577340"/>
            <a:ext cx="10972800" cy="4526280"/>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a:defRPr>
            </a:lvl1pPr>
          </a:lstStyle>
          <a:p>
            <a:pPr marL="0" indent="0" algn="l">
              <a:lnSpc>
                <a:spcPct val="100000"/>
              </a:lnSpc>
            </a:pPr>
            <a:r>
              <a:rPr lang="en-US" sz="100" b="0" i="0" u="none" strike="noStrike">
                <a:solidFill>
                  <a:srgbClr val="1F2329"/>
                </a:solidFill>
                <a:latin typeface="Calibri"/>
                <a:ea typeface="Calibri"/>
                <a:cs typeface="Calibri"/>
                <a:sym typeface="Calibri"/>
              </a:rPr>
              <a:t>Click to add text</a:t>
            </a:r>
          </a:p>
        </p:txBody>
      </p:sp>
      <p:sp>
        <p:nvSpPr>
          <p:cNvPr id="3" name="AutoShape 3"/>
          <p:cNvSpPr>
            <a:spLocks noGrp="1"/>
          </p:cNvSpPr>
          <p:nvPr>
            <p:ph type="body" sz="quarter" idx="3" hasCustomPrompt="1"/>
          </p:nvPr>
        </p:nvSpPr>
        <p:spPr>
          <a:xfrm>
            <a:off x="4570476" y="6624399"/>
            <a:ext cx="2407284" cy="121284"/>
          </a:xfrm>
          <a:prstGeom prst="rect">
            <a:avLst/>
          </a:prstGeom>
          <a:noFill/>
          <a:ln w="12700">
            <a:noFill/>
            <a:prstDash val="solid"/>
          </a:ln>
        </p:spPr>
        <p:txBody>
          <a:bodyPr wrap="square" lIns="0" tIns="0" rIns="0" bIns="0" anchor="t">
            <a:spAutoFit/>
          </a:bodyPr>
          <a:lstStyle>
            <a:lvl1pPr algn="l">
              <a:lnSpc>
                <a:spcPts val="815"/>
              </a:lnSpc>
              <a:defRPr sz="750" b="0" i="0" u="none" strike="noStrike" spc="0">
                <a:solidFill>
                  <a:srgbClr val="000000">
                    <a:alpha val="100000"/>
                  </a:srgbClr>
                </a:solidFill>
                <a:latin typeface="Calibri"/>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4" name="AutoShape 4"/>
          <p:cNvSpPr>
            <a:spLocks noGrp="1"/>
          </p:cNvSpPr>
          <p:nvPr>
            <p:ph type="body" sz="quarter" idx="4" hasCustomPrompt="1"/>
          </p:nvPr>
        </p:nvSpPr>
        <p:spPr>
          <a:xfrm>
            <a:off x="609600" y="6377940"/>
            <a:ext cx="2804160" cy="342900"/>
          </a:xfrm>
          <a:prstGeom prst="rect">
            <a:avLst/>
          </a:prstGeom>
          <a:noFill/>
          <a:ln w="12700">
            <a:noFill/>
            <a:prstDash val="solid"/>
          </a:ln>
        </p:spPr>
        <p:txBody>
          <a:bodyPr wrap="square" lIns="0" tIns="0" rIns="0" bIns="0" anchor="t">
            <a:spAutoFit/>
          </a:bodyPr>
          <a:lstStyle>
            <a:lvl1pPr algn="l">
              <a:lnSpc>
                <a:spcPct val="100000"/>
              </a:lnSpc>
              <a:defRPr sz="100" b="0" i="0" u="none" strike="noStrike" spc="0">
                <a:solidFill>
                  <a:srgbClr val="898989">
                    <a:alpha val="100000"/>
                  </a:srgbClr>
                </a:solidFill>
                <a:latin typeface="Calibri"/>
              </a:defRPr>
            </a:lvl1pPr>
          </a:lstStyle>
          <a:p>
            <a:pPr marL="0" indent="0" algn="l">
              <a:lnSpc>
                <a:spcPct val="100000"/>
              </a:lnSpc>
            </a:pPr>
            <a:r>
              <a:rPr lang="en-US" sz="100" b="0" i="0" u="none" strike="noStrike">
                <a:solidFill>
                  <a:srgbClr val="898989"/>
                </a:solidFill>
                <a:latin typeface="Calibri"/>
                <a:ea typeface="Calibri"/>
                <a:cs typeface="Calibri"/>
                <a:sym typeface="Calibri"/>
              </a:rPr>
              <a:t>9/18/26</a:t>
            </a:r>
          </a:p>
        </p:txBody>
      </p:sp>
      <p:sp>
        <p:nvSpPr>
          <p:cNvPr id="6" name="AutoShape 6"/>
          <p:cNvSpPr>
            <a:spLocks noGrp="1"/>
          </p:cNvSpPr>
          <p:nvPr>
            <p:ph type="body" sz="quarter" idx="5" hasCustomPrompt="1"/>
          </p:nvPr>
        </p:nvSpPr>
        <p:spPr>
          <a:xfrm>
            <a:off x="8778240" y="6377940"/>
            <a:ext cx="2804160" cy="342900"/>
          </a:xfrm>
          <a:prstGeom prst="rect">
            <a:avLst/>
          </a:prstGeom>
          <a:noFill/>
          <a:ln w="12700">
            <a:noFill/>
            <a:prstDash val="solid"/>
          </a:ln>
        </p:spPr>
        <p:txBody>
          <a:bodyPr wrap="square" lIns="0" tIns="0" rIns="0" bIns="0" anchor="t">
            <a:spAutoFit/>
          </a:bodyPr>
          <a:lstStyle>
            <a:lvl1pPr algn="r">
              <a:lnSpc>
                <a:spcPct val="100000"/>
              </a:lnSpc>
              <a:defRPr sz="100" b="0" i="0" u="none" strike="noStrike" spc="0">
                <a:solidFill>
                  <a:srgbClr val="898989">
                    <a:alpha val="100000"/>
                  </a:srgbClr>
                </a:solidFill>
                <a:latin typeface="Calibri"/>
              </a:defRPr>
            </a:lvl1pPr>
          </a:lstStyle>
          <a:p>
            <a:pPr marL="0" indent="0" algn="r">
              <a:lnSpc>
                <a:spcPct val="100000"/>
              </a:lnSpc>
            </a:pPr>
            <a:fld id="{6878B1AF-7CC0-44A8-A8AB-08818D6BD040}" type="slidenum">
              <a:rPr sz="100" b="0" i="0" u="none" strike="noStrike">
                <a:solidFill>
                  <a:srgbClr val="898989"/>
                </a:solidFill>
                <a:latin typeface="Calibri"/>
                <a:ea typeface="Calibri"/>
                <a:cs typeface="Calibri"/>
                <a:sym typeface="Calibri"/>
              </a:rPr>
              <a:t>‹#›</a:t>
            </a:fld>
            <a:endParaRPr sz="100" b="0" i="0" u="none" strike="noStrike">
              <a:solidFill>
                <a:srgbClr val="898989"/>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hyperlink" Target="https://en.cppreference.com/w/cpp/language/operator_precedence.html" TargetMode="External"/><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0" y="4953000"/>
            <a:ext cx="12192000" cy="1900237"/>
            <a:chOff x="0" y="4953000"/>
            <a:chExt cx="12192000" cy="1900237"/>
          </a:xfrm>
        </p:grpSpPr>
        <p:sp>
          <p:nvSpPr>
            <p:cNvPr id="3" name="Freeform 3"/>
            <p:cNvSpPr/>
            <p:nvPr/>
          </p:nvSpPr>
          <p:spPr>
            <a:xfrm>
              <a:off x="2247900" y="4953000"/>
              <a:ext cx="9944100" cy="485775"/>
            </a:xfrm>
            <a:custGeom>
              <a:avLst/>
              <a:gdLst/>
              <a:ahLst/>
              <a:cxnLst/>
              <a:rect l="l" t="t" r="r" b="b"/>
              <a:pathLst>
                <a:path w="9944100" h="485775">
                  <a:moveTo>
                    <a:pt x="9944100" y="0"/>
                  </a:moveTo>
                  <a:lnTo>
                    <a:pt x="0" y="288544"/>
                  </a:lnTo>
                  <a:lnTo>
                    <a:pt x="9944100" y="485775"/>
                  </a:lnTo>
                  <a:lnTo>
                    <a:pt x="9944100" y="0"/>
                  </a:lnTo>
                  <a:close/>
                </a:path>
              </a:pathLst>
            </a:custGeom>
            <a:solidFill>
              <a:srgbClr val="9FCADC">
                <a:alpha val="39999"/>
              </a:srgbClr>
            </a:solidFill>
            <a:ln w="12700">
              <a:noFill/>
              <a:prstDash val="solid"/>
            </a:ln>
          </p:spPr>
          <p:txBody>
            <a:bodyPr wrap="square" lIns="0" tIns="0" rIns="0" bIns="0" rtlCol="0" anchor="t">
              <a:noAutofit/>
            </a:bodyPr>
            <a:lstStyle/>
            <a:p>
              <a:pPr marL="0" indent="0" algn="l">
                <a:lnSpc>
                  <a:spcPct val="100000"/>
                </a:lnSpc>
                <a:defRPr/>
              </a:pPr>
              <a:r>
                <a:rPr lang="en-US" sz="100" b="0" i="0" u="none" strike="noStrike">
                  <a:solidFill>
                    <a:srgbClr val="1F2329"/>
                  </a:solidFill>
                  <a:latin typeface="Calibri"/>
                  <a:ea typeface="Calibri"/>
                  <a:cs typeface="Calibri"/>
                  <a:sym typeface="Calibri"/>
                </a:rPr>
                <a:t> </a:t>
              </a:r>
              <a:endParaRPr lang="en-US" sz="1100"/>
            </a:p>
          </p:txBody>
        </p:sp>
        <p:sp>
          <p:nvSpPr>
            <p:cNvPr id="4" name="Freeform 4"/>
            <p:cNvSpPr/>
            <p:nvPr/>
          </p:nvSpPr>
          <p:spPr>
            <a:xfrm>
              <a:off x="148831" y="5238750"/>
              <a:ext cx="12043167" cy="790575"/>
            </a:xfrm>
            <a:custGeom>
              <a:avLst/>
              <a:gdLst/>
              <a:ahLst/>
              <a:cxnLst/>
              <a:rect l="l" t="t" r="r" b="b"/>
              <a:pathLst>
                <a:path w="12043167" h="790575">
                  <a:moveTo>
                    <a:pt x="12043167" y="0"/>
                  </a:moveTo>
                  <a:lnTo>
                    <a:pt x="0" y="0"/>
                  </a:lnTo>
                  <a:lnTo>
                    <a:pt x="12043167" y="790575"/>
                  </a:lnTo>
                  <a:lnTo>
                    <a:pt x="12043167" y="0"/>
                  </a:lnTo>
                  <a:close/>
                </a:path>
              </a:pathLst>
            </a:custGeom>
            <a:solidFill>
              <a:srgbClr val="000000">
                <a:alpha val="100000"/>
              </a:srgbClr>
            </a:solidFill>
            <a:ln w="12700">
              <a:noFill/>
              <a:prstDash val="solid"/>
            </a:ln>
          </p:spPr>
          <p:txBody>
            <a:bodyPr wrap="square" lIns="0" tIns="0" rIns="0" bIns="0" rtlCol="0" anchor="t">
              <a:noAutofit/>
            </a:bodyPr>
            <a:lstStyle/>
            <a:p>
              <a:pPr marL="0" indent="0" algn="l">
                <a:lnSpc>
                  <a:spcPct val="100000"/>
                </a:lnSpc>
                <a:defRPr/>
              </a:pPr>
              <a:r>
                <a:rPr lang="en-US" sz="100" b="0" i="0" u="none" strike="noStrike">
                  <a:solidFill>
                    <a:srgbClr val="1F2329"/>
                  </a:solidFill>
                  <a:latin typeface="Calibri"/>
                  <a:ea typeface="Calibri"/>
                  <a:cs typeface="Calibri"/>
                  <a:sym typeface="Calibri"/>
                </a:rPr>
                <a:t> </a:t>
              </a:r>
              <a:endParaRPr lang="en-US" sz="1100"/>
            </a:p>
          </p:txBody>
        </p:sp>
        <p:pic>
          <p:nvPicPr>
            <p:cNvPr id="5" name="Picture 5"/>
            <p:cNvPicPr>
              <a:picLocks noChangeAspect="1"/>
            </p:cNvPicPr>
            <p:nvPr/>
          </p:nvPicPr>
          <p:blipFill>
            <a:blip r:embed="rId2"/>
            <a:srcRect/>
            <a:stretch>
              <a:fillRect/>
            </a:stretch>
          </p:blipFill>
          <p:spPr>
            <a:xfrm>
              <a:off x="0" y="4991036"/>
              <a:ext cx="12187301" cy="1862201"/>
            </a:xfrm>
            <a:prstGeom prst="rect">
              <a:avLst/>
            </a:prstGeom>
            <a:ln w="12700">
              <a:noFill/>
              <a:prstDash val="solid"/>
            </a:ln>
          </p:spPr>
        </p:pic>
        <p:pic>
          <p:nvPicPr>
            <p:cNvPr id="6" name="Picture 6"/>
            <p:cNvPicPr>
              <a:picLocks noChangeAspect="1"/>
            </p:cNvPicPr>
            <p:nvPr/>
          </p:nvPicPr>
          <p:blipFill>
            <a:blip r:embed="rId3"/>
            <a:srcRect/>
            <a:stretch>
              <a:fillRect/>
            </a:stretch>
          </p:blipFill>
          <p:spPr>
            <a:xfrm>
              <a:off x="4377" y="4999355"/>
              <a:ext cx="12187622" cy="801496"/>
            </a:xfrm>
            <a:prstGeom prst="rect">
              <a:avLst/>
            </a:prstGeom>
            <a:ln w="12700">
              <a:noFill/>
              <a:prstDash val="solid"/>
            </a:ln>
          </p:spPr>
        </p:pic>
      </p:grpSp>
      <p:sp>
        <p:nvSpPr>
          <p:cNvPr id="7" name="AutoShape 7"/>
          <p:cNvSpPr/>
          <p:nvPr/>
        </p:nvSpPr>
        <p:spPr>
          <a:xfrm>
            <a:off x="6713219" y="6602094"/>
            <a:ext cx="2542540"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a:solidFill>
                  <a:srgbClr val="E8EFF4"/>
                </a:solidFill>
                <a:latin typeface="Times New Roman"/>
                <a:ea typeface="Times New Roman"/>
                <a:cs typeface="Times New Roman"/>
                <a:sym typeface="Times New Roman"/>
              </a:rPr>
              <a:t>Copyright</a:t>
            </a:r>
            <a:r>
              <a:rPr lang="en-US" sz="750" b="0" i="0" u="none" strike="noStrike" spc="-20">
                <a:solidFill>
                  <a:srgbClr val="E8EFF4"/>
                </a:solidFill>
                <a:latin typeface="Times New Roman"/>
                <a:ea typeface="Times New Roman"/>
                <a:cs typeface="Times New Roman"/>
                <a:sym typeface="Times New Roman"/>
              </a:rPr>
              <a:t> </a:t>
            </a:r>
            <a:r>
              <a:rPr lang="en-US" sz="750" b="0" i="0" u="none" strike="noStrike" spc="60">
                <a:solidFill>
                  <a:srgbClr val="E8EFF4"/>
                </a:solidFill>
                <a:latin typeface="Times New Roman"/>
                <a:ea typeface="Times New Roman"/>
                <a:cs typeface="Times New Roman"/>
                <a:sym typeface="Times New Roman"/>
              </a:rPr>
              <a:t>©</a:t>
            </a:r>
            <a:r>
              <a:rPr lang="en-US" sz="750" b="0" i="0" u="none" strike="noStrike" spc="80">
                <a:solidFill>
                  <a:srgbClr val="E8EFF4"/>
                </a:solidFill>
                <a:latin typeface="Times New Roman"/>
                <a:ea typeface="Times New Roman"/>
                <a:cs typeface="Times New Roman"/>
                <a:sym typeface="Times New Roman"/>
              </a:rPr>
              <a:t> </a:t>
            </a:r>
            <a:r>
              <a:rPr lang="en-US" sz="750" b="0" i="0" u="none" strike="noStrike" spc="60">
                <a:solidFill>
                  <a:srgbClr val="E8EFF4"/>
                </a:solidFill>
                <a:latin typeface="Times New Roman"/>
                <a:ea typeface="Times New Roman"/>
                <a:cs typeface="Times New Roman"/>
                <a:sym typeface="Times New Roman"/>
              </a:rPr>
              <a:t>2020</a:t>
            </a:r>
            <a:r>
              <a:rPr lang="en-US" sz="750" b="0" i="0" u="none" strike="noStrike" spc="70">
                <a:solidFill>
                  <a:srgbClr val="E8EFF4"/>
                </a:solidFill>
                <a:latin typeface="Times New Roman"/>
                <a:ea typeface="Times New Roman"/>
                <a:cs typeface="Times New Roman"/>
                <a:sym typeface="Times New Roman"/>
              </a:rPr>
              <a:t> </a:t>
            </a:r>
            <a:r>
              <a:rPr lang="en-US" sz="750" b="0" i="0" u="none" strike="noStrike">
                <a:solidFill>
                  <a:srgbClr val="E8EFF4"/>
                </a:solidFill>
                <a:latin typeface="Times New Roman"/>
                <a:ea typeface="Times New Roman"/>
                <a:cs typeface="Times New Roman"/>
                <a:sym typeface="Times New Roman"/>
              </a:rPr>
              <a:t>Pearson</a:t>
            </a:r>
            <a:r>
              <a:rPr lang="en-US" sz="750" b="0" i="0" u="none" strike="noStrike" spc="75">
                <a:solidFill>
                  <a:srgbClr val="E8EFF4"/>
                </a:solidFill>
                <a:latin typeface="Times New Roman"/>
                <a:ea typeface="Times New Roman"/>
                <a:cs typeface="Times New Roman"/>
                <a:sym typeface="Times New Roman"/>
              </a:rPr>
              <a:t> </a:t>
            </a:r>
            <a:r>
              <a:rPr lang="en-US" sz="750" b="0" i="0" u="none" strike="noStrike">
                <a:solidFill>
                  <a:srgbClr val="E8EFF4"/>
                </a:solidFill>
                <a:latin typeface="Times New Roman"/>
                <a:ea typeface="Times New Roman"/>
                <a:cs typeface="Times New Roman"/>
                <a:sym typeface="Times New Roman"/>
              </a:rPr>
              <a:t>Education</a:t>
            </a:r>
            <a:r>
              <a:rPr lang="en-US" sz="750" b="0" i="0" u="none" strike="noStrike" spc="70">
                <a:solidFill>
                  <a:srgbClr val="E8EFF4"/>
                </a:solidFill>
                <a:latin typeface="Times New Roman"/>
                <a:ea typeface="Times New Roman"/>
                <a:cs typeface="Times New Roman"/>
                <a:sym typeface="Times New Roman"/>
              </a:rPr>
              <a:t> </a:t>
            </a:r>
            <a:r>
              <a:rPr lang="en-US" sz="750" b="0" i="0" u="none" strike="noStrike" spc="-20">
                <a:solidFill>
                  <a:srgbClr val="E8EFF4"/>
                </a:solidFill>
                <a:latin typeface="Times New Roman"/>
                <a:ea typeface="Times New Roman"/>
                <a:cs typeface="Times New Roman"/>
                <a:sym typeface="Times New Roman"/>
              </a:rPr>
              <a:t>Ltd.</a:t>
            </a:r>
            <a:r>
              <a:rPr lang="en-US" sz="750" b="0" i="0" u="none" strike="noStrike" spc="20">
                <a:solidFill>
                  <a:srgbClr val="E8EFF4"/>
                </a:solidFill>
                <a:latin typeface="Times New Roman"/>
                <a:ea typeface="Times New Roman"/>
                <a:cs typeface="Times New Roman"/>
                <a:sym typeface="Times New Roman"/>
              </a:rPr>
              <a:t> </a:t>
            </a:r>
            <a:r>
              <a:rPr lang="en-US" sz="750" b="0" i="0" u="none" strike="noStrike" spc="-30">
                <a:solidFill>
                  <a:srgbClr val="E8EFF4"/>
                </a:solidFill>
                <a:latin typeface="Times New Roman"/>
                <a:ea typeface="Times New Roman"/>
                <a:cs typeface="Times New Roman"/>
                <a:sym typeface="Times New Roman"/>
              </a:rPr>
              <a:t>All</a:t>
            </a:r>
            <a:r>
              <a:rPr lang="en-US" sz="750" b="0" i="0" u="none" strike="noStrike" spc="60">
                <a:solidFill>
                  <a:srgbClr val="E8EFF4"/>
                </a:solidFill>
                <a:latin typeface="Times New Roman"/>
                <a:ea typeface="Times New Roman"/>
                <a:cs typeface="Times New Roman"/>
                <a:sym typeface="Times New Roman"/>
              </a:rPr>
              <a:t> </a:t>
            </a:r>
            <a:r>
              <a:rPr lang="en-US" sz="750" b="0" i="0" u="none" strike="noStrike">
                <a:solidFill>
                  <a:srgbClr val="E8EFF4"/>
                </a:solidFill>
                <a:latin typeface="Times New Roman"/>
                <a:ea typeface="Times New Roman"/>
                <a:cs typeface="Times New Roman"/>
                <a:sym typeface="Times New Roman"/>
              </a:rPr>
              <a:t>Rights</a:t>
            </a:r>
            <a:r>
              <a:rPr lang="en-US" sz="750" b="0" i="0" u="none" strike="noStrike" spc="-10">
                <a:solidFill>
                  <a:srgbClr val="E8EFF4"/>
                </a:solidFill>
                <a:latin typeface="Times New Roman"/>
                <a:ea typeface="Times New Roman"/>
                <a:cs typeface="Times New Roman"/>
                <a:sym typeface="Times New Roman"/>
              </a:rPr>
              <a:t> Reserved</a:t>
            </a:r>
            <a:endParaRPr lang="en-US" sz="1100"/>
          </a:p>
        </p:txBody>
      </p:sp>
      <p:sp>
        <p:nvSpPr>
          <p:cNvPr id="8" name="AutoShape 8"/>
          <p:cNvSpPr/>
          <p:nvPr/>
        </p:nvSpPr>
        <p:spPr>
          <a:xfrm>
            <a:off x="4080434" y="2048497"/>
            <a:ext cx="4180204" cy="2542427"/>
          </a:xfrm>
          <a:prstGeom prst="rect">
            <a:avLst/>
          </a:prstGeom>
          <a:noFill/>
          <a:ln w="12700">
            <a:noFill/>
            <a:prstDash val="solid"/>
          </a:ln>
        </p:spPr>
        <p:txBody>
          <a:bodyPr vert="horz" wrap="square" lIns="0" tIns="5715" rIns="0" bIns="0" rtlCol="0" anchor="t">
            <a:spAutoFit/>
          </a:bodyPr>
          <a:lstStyle/>
          <a:p>
            <a:pPr marL="603250" marR="5080" indent="-591185" algn="l">
              <a:lnSpc>
                <a:spcPct val="100000"/>
              </a:lnSpc>
              <a:spcBef>
                <a:spcPts val="45"/>
              </a:spcBef>
              <a:defRPr/>
            </a:pPr>
            <a:r>
              <a:rPr lang="en-US" sz="5400" b="1" i="0" u="none" strike="noStrike" spc="-130">
                <a:solidFill>
                  <a:srgbClr val="31859C"/>
                </a:solidFill>
                <a:latin typeface="Calibri"/>
                <a:ea typeface="Calibri"/>
                <a:cs typeface="Calibri"/>
                <a:sym typeface="Calibri"/>
              </a:rPr>
              <a:t>    Control Statements: Selection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303" y="714104"/>
            <a:ext cx="4119679" cy="395701"/>
          </a:xfrm>
          <a:prstGeom prst="rect">
            <a:avLst/>
          </a:prstGeom>
          <a:ln w="12700">
            <a:noFill/>
            <a:prstDash val="solid"/>
          </a:ln>
        </p:spPr>
      </p:pic>
      <p:sp>
        <p:nvSpPr>
          <p:cNvPr id="3" name="AutoShape 3"/>
          <p:cNvSpPr/>
          <p:nvPr/>
        </p:nvSpPr>
        <p:spPr>
          <a:xfrm>
            <a:off x="5569584" y="6610032"/>
            <a:ext cx="2542540"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pic>
        <p:nvPicPr>
          <p:cNvPr id="4" name="Picture 4"/>
          <p:cNvPicPr>
            <a:picLocks noChangeAspect="1"/>
          </p:cNvPicPr>
          <p:nvPr/>
        </p:nvPicPr>
        <p:blipFill>
          <a:blip r:embed="rId3"/>
          <a:srcRect/>
          <a:stretch>
            <a:fillRect/>
          </a:stretch>
        </p:blipFill>
        <p:spPr>
          <a:xfrm>
            <a:off x="4181475" y="1990725"/>
            <a:ext cx="3829050" cy="2876550"/>
          </a:xfrm>
          <a:prstGeom prst="rect">
            <a:avLst/>
          </a:prstGeom>
          <a:ln w="12700">
            <a:noFill/>
            <a:prstDash val="soli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Comparison Operators</a:t>
            </a:r>
            <a:endParaRPr lang="en-US" sz="1100"/>
          </a:p>
        </p:txBody>
      </p:sp>
      <p:graphicFrame>
        <p:nvGraphicFramePr>
          <p:cNvPr id="3" name="Table 3"/>
          <p:cNvGraphicFramePr>
            <a:graphicFrameLocks noGrp="1"/>
          </p:cNvGraphicFramePr>
          <p:nvPr/>
        </p:nvGraphicFramePr>
        <p:xfrm>
          <a:off x="1016000" y="1397000"/>
          <a:ext cx="6096000" cy="278892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457200">
                <a:tc>
                  <a:txBody>
                    <a:bodyPr/>
                    <a:lstStyle/>
                    <a:p>
                      <a:pPr marL="0" indent="0" algn="ctr">
                        <a:lnSpc>
                          <a:spcPct val="100000"/>
                        </a:lnSpc>
                        <a:defRPr/>
                      </a:pPr>
                      <a:r>
                        <a:rPr lang="en-US" sz="1400" b="1" i="0" u="none" strike="noStrike">
                          <a:solidFill>
                            <a:srgbClr val="282828"/>
                          </a:solidFill>
                        </a:rPr>
                        <a:t>Operator</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400" b="1" i="0" u="none" strike="noStrike">
                          <a:solidFill>
                            <a:srgbClr val="282828"/>
                          </a:solidFill>
                        </a:rPr>
                        <a:t>Meaning</a:t>
                      </a:r>
                      <a:endParaRPr lang="en-US" sz="1100"/>
                    </a:p>
                  </a:txBody>
                  <a:tcPr marL="101600" marR="101600" marT="101600" marB="101600" anchor="ctr">
                    <a:lnL>
                      <a:noFill/>
                    </a:lnL>
                    <a:lnR>
                      <a:noFill/>
                    </a:lnR>
                    <a:lnT>
                      <a:noFill/>
                    </a:lnT>
                    <a:lnB>
                      <a:noFill/>
                    </a:lnB>
                    <a:solidFill>
                      <a:srgbClr val="ADD8E6">
                        <a:alpha val="100000"/>
                      </a:srgbClr>
                    </a:solidFill>
                  </a:tcPr>
                </a:tc>
                <a:extLst>
                  <a:ext uri="{0D108BD9-81ED-4DB2-BD59-A6C34878D82A}">
                    <a16:rowId xmlns:a16="http://schemas.microsoft.com/office/drawing/2014/main" val="10000"/>
                  </a:ext>
                </a:extLst>
              </a:tr>
              <a:tr h="381000">
                <a:tc>
                  <a:txBody>
                    <a:bodyPr/>
                    <a:lstStyle/>
                    <a:p>
                      <a:pPr marL="0" indent="0" algn="ctr">
                        <a:lnSpc>
                          <a:spcPct val="100000"/>
                        </a:lnSpc>
                        <a:defRPr/>
                      </a:pPr>
                      <a:r>
                        <a:rPr lang="en-US" sz="1300" b="0" i="0" u="none" strike="noStrike">
                          <a:solidFill>
                            <a:srgbClr val="000000"/>
                          </a:solidFill>
                        </a:rPr>
                        <a:t>&lt;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Less than</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1"/>
                  </a:ext>
                </a:extLst>
              </a:tr>
              <a:tr h="381000">
                <a:tc>
                  <a:txBody>
                    <a:bodyPr/>
                    <a:lstStyle/>
                    <a:p>
                      <a:pPr marL="0" indent="0" algn="ctr">
                        <a:lnSpc>
                          <a:spcPct val="100000"/>
                        </a:lnSpc>
                        <a:defRPr/>
                      </a:pPr>
                      <a:r>
                        <a:rPr lang="en-US" sz="1300" b="0" i="0" u="none" strike="noStrike">
                          <a:solidFill>
                            <a:srgbClr val="000000"/>
                          </a:solidFill>
                        </a:rPr>
                        <a:t>&lt;=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Less than or equal to</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2"/>
                  </a:ext>
                </a:extLst>
              </a:tr>
              <a:tr h="381000">
                <a:tc>
                  <a:txBody>
                    <a:bodyPr/>
                    <a:lstStyle/>
                    <a:p>
                      <a:pPr marL="0" indent="0" algn="ctr">
                        <a:lnSpc>
                          <a:spcPct val="100000"/>
                        </a:lnSpc>
                        <a:defRPr/>
                      </a:pPr>
                      <a:r>
                        <a:rPr lang="en-US" sz="1300" b="0" i="0" u="none" strike="noStrike">
                          <a:solidFill>
                            <a:srgbClr val="000000"/>
                          </a:solidFill>
                        </a:rPr>
                        <a:t>&gt;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Greater than</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3"/>
                  </a:ext>
                </a:extLst>
              </a:tr>
              <a:tr h="381000">
                <a:tc>
                  <a:txBody>
                    <a:bodyPr/>
                    <a:lstStyle/>
                    <a:p>
                      <a:pPr marL="0" indent="0" algn="ctr">
                        <a:lnSpc>
                          <a:spcPct val="100000"/>
                        </a:lnSpc>
                        <a:defRPr/>
                      </a:pPr>
                      <a:r>
                        <a:rPr lang="en-US" sz="1300" b="0" i="0" u="none" strike="noStrike">
                          <a:solidFill>
                            <a:srgbClr val="000000"/>
                          </a:solidFill>
                        </a:rPr>
                        <a:t>&gt;=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Greater than or equal to</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4"/>
                  </a:ext>
                </a:extLst>
              </a:tr>
              <a:tr h="381000">
                <a:tc>
                  <a:txBody>
                    <a:bodyPr/>
                    <a:lstStyle/>
                    <a:p>
                      <a:pPr marL="0" indent="0" algn="ctr">
                        <a:lnSpc>
                          <a:spcPct val="100000"/>
                        </a:lnSpc>
                        <a:defRPr/>
                      </a:pPr>
                      <a:r>
                        <a:rPr lang="en-US" sz="1300" b="0" i="0" u="none" strike="noStrike">
                          <a:solidFill>
                            <a:srgbClr val="000000"/>
                          </a:solidFill>
                        </a:rPr>
                        <a: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Equal to</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5"/>
                  </a:ext>
                </a:extLst>
              </a:tr>
              <a:tr h="381000">
                <a:tc>
                  <a:txBody>
                    <a:bodyPr/>
                    <a:lstStyle/>
                    <a:p>
                      <a:pPr marL="0" indent="0" algn="ctr">
                        <a:lnSpc>
                          <a:spcPct val="100000"/>
                        </a:lnSpc>
                        <a:defRPr/>
                      </a:pPr>
                      <a:r>
                        <a:rPr lang="en-US" sz="1300" b="0" i="0" u="none" strike="noStrike">
                          <a:solidFill>
                            <a:srgbClr val="000000"/>
                          </a:solidFill>
                        </a:rPr>
                        <a:t>!=</a:t>
                      </a:r>
                      <a:endParaRPr lang="en-US" sz="1100"/>
                    </a:p>
                  </a:txBody>
                  <a:tcPr marL="101600" marR="101600" marT="95250" marB="95250" anchor="ctr">
                    <a:lnL>
                      <a:noFill/>
                    </a:lnL>
                    <a:lnR>
                      <a:noFill/>
                    </a:lnR>
                    <a:lnT>
                      <a:noFill/>
                    </a:lnT>
                    <a:lnB>
                      <a:noFill/>
                    </a:lnB>
                    <a:noFill/>
                  </a:tcPr>
                </a:tc>
                <a:tc>
                  <a:txBody>
                    <a:bodyPr/>
                    <a:lstStyle/>
                    <a:p>
                      <a:pPr marL="0" indent="0" algn="l">
                        <a:lnSpc>
                          <a:spcPct val="100000"/>
                        </a:lnSpc>
                        <a:defRPr/>
                      </a:pPr>
                      <a:r>
                        <a:rPr lang="en-US" sz="1300" b="0" i="0" u="none" strike="noStrike">
                          <a:solidFill>
                            <a:srgbClr val="000000"/>
                          </a:solidFill>
                        </a:rPr>
                        <a:t>Not equal to</a:t>
                      </a:r>
                      <a:endParaRPr lang="en-US" sz="1100"/>
                    </a:p>
                  </a:txBody>
                  <a:tcPr marL="101600" marR="101600" marT="95250" marB="9525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
        <p:nvSpPr>
          <p:cNvPr id="4" name="AutoShape 4"/>
          <p:cNvSpPr/>
          <p:nvPr/>
        </p:nvSpPr>
        <p:spPr>
          <a:xfrm>
            <a:off x="7620000" y="1397000"/>
            <a:ext cx="3937000" cy="2286000"/>
          </a:xfrm>
          <a:prstGeom prst="roundRect">
            <a:avLst>
              <a:gd name="adj" fmla="val 4444"/>
            </a:avLst>
          </a:prstGeom>
          <a:solidFill>
            <a:srgbClr val="FFF8DC">
              <a:alpha val="100000"/>
            </a:srgbClr>
          </a:solidFill>
          <a:ln w="12700" cap="flat" cmpd="sng">
            <a:solidFill>
              <a:srgbClr val="C89632">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810500" y="1587500"/>
            <a:ext cx="3556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300" b="1" i="0" u="none" strike="noStrike" dirty="0">
                <a:solidFill>
                  <a:srgbClr val="783C00"/>
                </a:solidFill>
              </a:rPr>
              <a:t>Common Mistake:</a:t>
            </a:r>
            <a:endParaRPr lang="en-US" sz="1100" dirty="0"/>
          </a:p>
          <a:p>
            <a:pPr marL="0" indent="0" algn="l">
              <a:lnSpc>
                <a:spcPct val="133333"/>
              </a:lnSpc>
            </a:pPr>
            <a:r>
              <a:rPr lang="en-US" sz="1300" b="0" i="0" u="none" strike="noStrike" dirty="0">
                <a:solidFill>
                  <a:srgbClr val="783C00"/>
                </a:solidFill>
              </a:rPr>
              <a:t>Do not confuse == (comparison) with = (assignment).</a:t>
            </a:r>
          </a:p>
          <a:p>
            <a:pPr marL="0" indent="0" algn="l">
              <a:lnSpc>
                <a:spcPct val="133333"/>
              </a:lnSpc>
            </a:pPr>
            <a:endParaRPr lang="en-US" sz="1300" b="0" i="0" u="none" strike="noStrike" dirty="0">
              <a:solidFill>
                <a:srgbClr val="783C00"/>
              </a:solidFill>
            </a:endParaRPr>
          </a:p>
          <a:p>
            <a:pPr marL="0" indent="0" algn="l">
              <a:lnSpc>
                <a:spcPct val="133333"/>
              </a:lnSpc>
            </a:pPr>
            <a:r>
              <a:rPr lang="en-US" sz="1300" b="0" i="0" u="none" strike="noStrike" dirty="0">
                <a:solidFill>
                  <a:srgbClr val="783C00"/>
                </a:solidFill>
              </a:rPr>
              <a:t>if (x = 5) // WRONG: assigns 5 to x</a:t>
            </a:r>
          </a:p>
          <a:p>
            <a:pPr marL="0" indent="0" algn="l">
              <a:lnSpc>
                <a:spcPct val="133333"/>
              </a:lnSpc>
            </a:pPr>
            <a:r>
              <a:rPr lang="en-US" sz="1300" b="0" i="0" u="none" strike="noStrike" dirty="0">
                <a:solidFill>
                  <a:srgbClr val="783C00"/>
                </a:solidFill>
              </a:rPr>
              <a:t>if (x </a:t>
            </a:r>
            <a:r>
              <a:rPr lang="en-US" sz="1300" b="1" i="0" u="none" strike="noStrike" dirty="0">
                <a:solidFill>
                  <a:srgbClr val="783C00"/>
                </a:solidFill>
              </a:rPr>
              <a:t>==</a:t>
            </a:r>
            <a:r>
              <a:rPr lang="en-US" sz="1300" b="0" i="0" u="none" strike="noStrike" dirty="0">
                <a:solidFill>
                  <a:srgbClr val="783C00"/>
                </a:solidFill>
              </a:rPr>
              <a:t> 5) // CORRECT: compares x to 5</a:t>
            </a:r>
          </a:p>
        </p:txBody>
      </p:sp>
      <p:sp>
        <p:nvSpPr>
          <p:cNvPr id="6" name="AutoShape 6"/>
          <p:cNvSpPr/>
          <p:nvPr/>
        </p:nvSpPr>
        <p:spPr>
          <a:xfrm>
            <a:off x="1016000" y="431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rPr>
              <a:t>Comparison operators have lower precedence than arithmetic operators.</a:t>
            </a:r>
            <a:endParaRPr lang="en-US" sz="1100"/>
          </a:p>
          <a:p>
            <a:pPr marL="0" indent="0" algn="l">
              <a:lnSpc>
                <a:spcPct val="125000"/>
              </a:lnSpc>
            </a:pPr>
            <a:r>
              <a:rPr lang="en-US" sz="1400" b="0" i="0" u="none" strike="noStrike">
                <a:solidFill>
                  <a:srgbClr val="3C3C3C"/>
                </a:solidFill>
              </a:rPr>
              <a:t>Example: </a:t>
            </a:r>
            <a:r>
              <a:rPr lang="en-US" sz="1400" b="0" i="0" u="none" strike="noStrike">
                <a:solidFill>
                  <a:srgbClr val="3C3C3C"/>
                </a:solidFill>
                <a:latin typeface="Courier New"/>
                <a:ea typeface="Courier New"/>
                <a:cs typeface="Courier New"/>
                <a:sym typeface="Courier New"/>
              </a:rPr>
              <a:t>2 * antal &gt; 10</a:t>
            </a:r>
            <a:r>
              <a:rPr lang="en-US" sz="1400" b="0" i="0" u="none" strike="noStrike">
                <a:solidFill>
                  <a:srgbClr val="3C3C3C"/>
                </a:solidFill>
              </a:rPr>
              <a:t> is evaluated as </a:t>
            </a:r>
            <a:r>
              <a:rPr lang="en-US" sz="1400" b="0" i="0" u="none" strike="noStrike">
                <a:solidFill>
                  <a:srgbClr val="3C3C3C"/>
                </a:solidFill>
                <a:latin typeface="Courier New"/>
                <a:ea typeface="Courier New"/>
                <a:cs typeface="Courier New"/>
                <a:sym typeface="Courier New"/>
              </a:rPr>
              <a:t>(2 * antal) &gt; 10</a:t>
            </a:r>
          </a:p>
        </p:txBody>
      </p:sp>
      <p:sp>
        <p:nvSpPr>
          <p:cNvPr id="7" name="AutoShape 7"/>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The boolean Type</a:t>
            </a:r>
            <a:endParaRPr lang="en-US" sz="1100"/>
          </a:p>
        </p:txBody>
      </p:sp>
      <p:sp>
        <p:nvSpPr>
          <p:cNvPr id="3" name="AutoShape 3"/>
          <p:cNvSpPr/>
          <p:nvPr/>
        </p:nvSpPr>
        <p:spPr>
          <a:xfrm>
            <a:off x="1016000" y="1397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600" b="1" i="0" u="none" strike="noStrike">
                <a:solidFill>
                  <a:srgbClr val="323232"/>
                </a:solidFill>
                <a:latin typeface="Courier New"/>
                <a:ea typeface="Courier New"/>
                <a:cs typeface="Courier New"/>
                <a:sym typeface="Courier New"/>
              </a:rPr>
              <a:t>boolean</a:t>
            </a:r>
            <a:r>
              <a:rPr lang="en-US" sz="1600" b="0" i="0" u="none" strike="noStrike">
                <a:solidFill>
                  <a:srgbClr val="323232"/>
                </a:solidFill>
              </a:rPr>
              <a:t> is Java's boolean type. It can only hold two values:</a:t>
            </a:r>
            <a:endParaRPr lang="en-US" sz="1100"/>
          </a:p>
        </p:txBody>
      </p:sp>
      <p:sp>
        <p:nvSpPr>
          <p:cNvPr id="4" name="AutoShape 4"/>
          <p:cNvSpPr/>
          <p:nvPr/>
        </p:nvSpPr>
        <p:spPr>
          <a:xfrm>
            <a:off x="1524000" y="2413000"/>
            <a:ext cx="2540000" cy="762000"/>
          </a:xfrm>
          <a:prstGeom prst="roundRect">
            <a:avLst>
              <a:gd name="adj" fmla="val 13333"/>
            </a:avLst>
          </a:prstGeom>
          <a:solidFill>
            <a:srgbClr val="DCF0DC">
              <a:alpha val="100000"/>
            </a:srgbClr>
          </a:solidFill>
          <a:ln w="12700" cap="flat" cmpd="sng">
            <a:solidFill>
              <a:srgbClr val="50A05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524000" y="2413000"/>
            <a:ext cx="254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328232"/>
                </a:solidFill>
              </a:rPr>
              <a:t>true</a:t>
            </a:r>
            <a:endParaRPr lang="en-US" sz="1100"/>
          </a:p>
        </p:txBody>
      </p:sp>
      <p:sp>
        <p:nvSpPr>
          <p:cNvPr id="6" name="AutoShape 6"/>
          <p:cNvSpPr/>
          <p:nvPr/>
        </p:nvSpPr>
        <p:spPr>
          <a:xfrm>
            <a:off x="4572000" y="2413000"/>
            <a:ext cx="2540000" cy="762000"/>
          </a:xfrm>
          <a:prstGeom prst="roundRect">
            <a:avLst>
              <a:gd name="adj" fmla="val 13333"/>
            </a:avLst>
          </a:prstGeom>
          <a:solidFill>
            <a:srgbClr val="F0DCDC">
              <a:alpha val="100000"/>
            </a:srgbClr>
          </a:solidFill>
          <a:ln w="12700" cap="flat" cmpd="sng">
            <a:solidFill>
              <a:srgbClr val="A05050">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572000" y="2413000"/>
            <a:ext cx="254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963232"/>
                </a:solidFill>
              </a:rPr>
              <a:t>false</a:t>
            </a:r>
            <a:endParaRPr lang="en-US" sz="1100"/>
          </a:p>
        </p:txBody>
      </p:sp>
      <p:sp>
        <p:nvSpPr>
          <p:cNvPr id="8" name="AutoShape 8"/>
          <p:cNvSpPr/>
          <p:nvPr/>
        </p:nvSpPr>
        <p:spPr>
          <a:xfrm>
            <a:off x="1016000" y="3683000"/>
            <a:ext cx="1016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a:solidFill>
                  <a:srgbClr val="323232"/>
                </a:solidFill>
              </a:rPr>
              <a:t>Declare and assign just like numeric types:</a:t>
            </a:r>
            <a:endParaRPr lang="en-US" sz="1100" dirty="0"/>
          </a:p>
          <a:p>
            <a:pPr marL="0" indent="0" algn="l">
              <a:lnSpc>
                <a:spcPct val="150000"/>
              </a:lnSpc>
            </a:pPr>
            <a:r>
              <a:rPr lang="en-US" sz="1400" b="1" i="0" u="none" strike="noStrike" dirty="0" err="1">
                <a:solidFill>
                  <a:srgbClr val="323232"/>
                </a:solidFill>
                <a:highlight>
                  <a:srgbClr val="C0C0C0"/>
                </a:highlight>
                <a:latin typeface="Courier New"/>
                <a:ea typeface="Courier New"/>
                <a:cs typeface="Courier New"/>
                <a:sym typeface="Courier New"/>
              </a:rPr>
              <a:t>boolean</a:t>
            </a:r>
            <a:r>
              <a:rPr lang="en-US" sz="1400" b="0" i="0" u="none" strike="noStrike" dirty="0">
                <a:solidFill>
                  <a:srgbClr val="323232"/>
                </a:solidFill>
                <a:highlight>
                  <a:srgbClr val="C0C0C0"/>
                </a:highlight>
                <a:latin typeface="Courier New"/>
                <a:ea typeface="Courier New"/>
                <a:cs typeface="Courier New"/>
                <a:sym typeface="Courier New"/>
              </a:rPr>
              <a:t> </a:t>
            </a:r>
            <a:r>
              <a:rPr lang="en-US" sz="1400" b="0" i="0" u="none" strike="noStrike" dirty="0" err="1">
                <a:solidFill>
                  <a:srgbClr val="323232"/>
                </a:solidFill>
                <a:highlight>
                  <a:srgbClr val="C0C0C0"/>
                </a:highlight>
                <a:latin typeface="Courier New"/>
                <a:ea typeface="Courier New"/>
                <a:cs typeface="Courier New"/>
                <a:sym typeface="Courier New"/>
              </a:rPr>
              <a:t>erOverskud</a:t>
            </a:r>
            <a:r>
              <a:rPr lang="en-US" sz="1400" b="0" i="0" u="none" strike="noStrike" dirty="0">
                <a:solidFill>
                  <a:srgbClr val="323232"/>
                </a:solidFill>
                <a:highlight>
                  <a:srgbClr val="C0C0C0"/>
                </a:highlight>
                <a:latin typeface="Courier New"/>
                <a:ea typeface="Courier New"/>
                <a:cs typeface="Courier New"/>
                <a:sym typeface="Courier New"/>
              </a:rPr>
              <a:t>;</a:t>
            </a:r>
          </a:p>
          <a:p>
            <a:pPr marL="0" indent="0" algn="l">
              <a:lnSpc>
                <a:spcPct val="150000"/>
              </a:lnSpc>
            </a:pPr>
            <a:r>
              <a:rPr lang="en-US" sz="1400" b="0" i="0" u="none" strike="noStrike" dirty="0" err="1">
                <a:solidFill>
                  <a:srgbClr val="323232"/>
                </a:solidFill>
                <a:highlight>
                  <a:srgbClr val="C0C0C0"/>
                </a:highlight>
                <a:latin typeface="Courier New"/>
                <a:ea typeface="Courier New"/>
                <a:cs typeface="Courier New"/>
                <a:sym typeface="Courier New"/>
              </a:rPr>
              <a:t>erOverskud</a:t>
            </a:r>
            <a:r>
              <a:rPr lang="en-US" sz="1400" b="0" i="0" u="none" strike="noStrike" dirty="0">
                <a:solidFill>
                  <a:srgbClr val="323232"/>
                </a:solidFill>
                <a:highlight>
                  <a:srgbClr val="C0C0C0"/>
                </a:highlight>
                <a:latin typeface="Courier New"/>
                <a:ea typeface="Courier New"/>
                <a:cs typeface="Courier New"/>
                <a:sym typeface="Courier New"/>
              </a:rPr>
              <a:t> = (</a:t>
            </a:r>
            <a:r>
              <a:rPr lang="en-US" sz="1400" b="0" i="0" u="none" strike="noStrike" dirty="0" err="1">
                <a:solidFill>
                  <a:srgbClr val="323232"/>
                </a:solidFill>
                <a:highlight>
                  <a:srgbClr val="C0C0C0"/>
                </a:highlight>
                <a:latin typeface="Courier New"/>
                <a:ea typeface="Courier New"/>
                <a:cs typeface="Courier New"/>
                <a:sym typeface="Courier New"/>
              </a:rPr>
              <a:t>indtaegt</a:t>
            </a:r>
            <a:r>
              <a:rPr lang="en-US" sz="1400" b="0" i="0" u="none" strike="noStrike" dirty="0">
                <a:solidFill>
                  <a:srgbClr val="323232"/>
                </a:solidFill>
                <a:highlight>
                  <a:srgbClr val="C0C0C0"/>
                </a:highlight>
                <a:latin typeface="Courier New"/>
                <a:ea typeface="Courier New"/>
                <a:cs typeface="Courier New"/>
                <a:sym typeface="Courier New"/>
              </a:rPr>
              <a:t> &gt; </a:t>
            </a:r>
            <a:r>
              <a:rPr lang="en-US" sz="1400" b="0" i="0" u="none" strike="noStrike" dirty="0" err="1">
                <a:solidFill>
                  <a:srgbClr val="323232"/>
                </a:solidFill>
                <a:highlight>
                  <a:srgbClr val="C0C0C0"/>
                </a:highlight>
                <a:latin typeface="Courier New"/>
                <a:ea typeface="Courier New"/>
                <a:cs typeface="Courier New"/>
                <a:sym typeface="Courier New"/>
              </a:rPr>
              <a:t>udgift</a:t>
            </a:r>
            <a:r>
              <a:rPr lang="en-US" sz="1400" b="0" i="0" u="none" strike="noStrike" dirty="0">
                <a:solidFill>
                  <a:srgbClr val="323232"/>
                </a:solidFill>
                <a:highlight>
                  <a:srgbClr val="C0C0C0"/>
                </a:highlight>
                <a:latin typeface="Courier New"/>
                <a:ea typeface="Courier New"/>
                <a:cs typeface="Courier New"/>
                <a:sym typeface="Courier New"/>
              </a:rPr>
              <a:t>);</a:t>
            </a:r>
          </a:p>
          <a:p>
            <a:pPr marL="0" indent="0" algn="l">
              <a:lnSpc>
                <a:spcPct val="150000"/>
              </a:lnSpc>
            </a:pPr>
            <a:endParaRPr lang="en-US" sz="1400" b="0" i="0" u="none" strike="noStrike" dirty="0">
              <a:solidFill>
                <a:srgbClr val="323232"/>
              </a:solidFill>
              <a:latin typeface="Courier New"/>
              <a:ea typeface="Courier New"/>
              <a:cs typeface="Courier New"/>
              <a:sym typeface="Courier New"/>
            </a:endParaRPr>
          </a:p>
          <a:p>
            <a:pPr marL="0" indent="0" algn="l">
              <a:lnSpc>
                <a:spcPct val="150000"/>
              </a:lnSpc>
            </a:pPr>
            <a:r>
              <a:rPr lang="en-US" sz="1400" b="0" i="0" u="none" strike="noStrike" dirty="0">
                <a:solidFill>
                  <a:srgbClr val="323232"/>
                </a:solidFill>
              </a:rPr>
              <a:t>A </a:t>
            </a:r>
            <a:r>
              <a:rPr lang="en-US" sz="1400" b="1" i="0" u="none" strike="noStrike" dirty="0" err="1">
                <a:solidFill>
                  <a:srgbClr val="323232"/>
                </a:solidFill>
              </a:rPr>
              <a:t>boolean</a:t>
            </a:r>
            <a:r>
              <a:rPr lang="en-US" sz="1400" b="1" i="0" u="none" strike="noStrike" dirty="0">
                <a:solidFill>
                  <a:srgbClr val="323232"/>
                </a:solidFill>
              </a:rPr>
              <a:t> expression</a:t>
            </a:r>
            <a:r>
              <a:rPr lang="en-US" sz="1400" b="0" i="0" u="none" strike="noStrike" dirty="0">
                <a:solidFill>
                  <a:srgbClr val="323232"/>
                </a:solidFill>
              </a:rPr>
              <a:t> evaluates to either true or false based on variable values.</a:t>
            </a:r>
          </a:p>
          <a:p>
            <a:pPr marL="0" indent="0" algn="l">
              <a:lnSpc>
                <a:spcPct val="150000"/>
              </a:lnSpc>
            </a:pPr>
            <a:r>
              <a:rPr lang="en-US" sz="1400" b="0" i="0" u="none" strike="noStrike" dirty="0">
                <a:solidFill>
                  <a:srgbClr val="323232"/>
                </a:solidFill>
              </a:rPr>
              <a:t> </a:t>
            </a:r>
          </a:p>
        </p:txBody>
      </p:sp>
      <p:sp>
        <p:nvSpPr>
          <p:cNvPr id="9" name="AutoShape 9"/>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69925" y="1265993"/>
            <a:ext cx="5557428" cy="2317745"/>
          </a:xfrm>
          <a:prstGeom prst="rect">
            <a:avLst/>
          </a:prstGeom>
          <a:ln w="12700">
            <a:noFill/>
            <a:prstDash val="solid"/>
          </a:ln>
        </p:spPr>
      </p:pic>
      <p:sp>
        <p:nvSpPr>
          <p:cNvPr id="3" name="AutoShape 3"/>
          <p:cNvSpPr/>
          <p:nvPr/>
        </p:nvSpPr>
        <p:spPr>
          <a:xfrm>
            <a:off x="688975" y="6610032"/>
            <a:ext cx="2542540"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grpSp>
        <p:nvGrpSpPr>
          <p:cNvPr id="4" name="Group 4"/>
          <p:cNvGrpSpPr/>
          <p:nvPr/>
        </p:nvGrpSpPr>
        <p:grpSpPr>
          <a:xfrm>
            <a:off x="704015" y="190436"/>
            <a:ext cx="2929771" cy="871537"/>
            <a:chOff x="704015" y="190436"/>
            <a:chExt cx="2929771" cy="871537"/>
          </a:xfrm>
        </p:grpSpPr>
        <p:pic>
          <p:nvPicPr>
            <p:cNvPr id="5" name="Picture 5"/>
            <p:cNvPicPr>
              <a:picLocks noChangeAspect="1"/>
            </p:cNvPicPr>
            <p:nvPr/>
          </p:nvPicPr>
          <p:blipFill>
            <a:blip r:embed="rId3"/>
            <a:srcRect/>
            <a:stretch>
              <a:fillRect/>
            </a:stretch>
          </p:blipFill>
          <p:spPr>
            <a:xfrm>
              <a:off x="704015" y="427267"/>
              <a:ext cx="1015987" cy="303143"/>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1552575" y="190436"/>
              <a:ext cx="1433449" cy="871537"/>
            </a:xfrm>
            <a:prstGeom prst="rect">
              <a:avLst/>
            </a:prstGeom>
            <a:ln w="12700">
              <a:noFill/>
              <a:prstDash val="solid"/>
            </a:ln>
          </p:spPr>
        </p:pic>
        <p:pic>
          <p:nvPicPr>
            <p:cNvPr id="7" name="Picture 7"/>
            <p:cNvPicPr>
              <a:picLocks noChangeAspect="1"/>
            </p:cNvPicPr>
            <p:nvPr/>
          </p:nvPicPr>
          <p:blipFill>
            <a:blip r:embed="rId5"/>
            <a:srcRect/>
            <a:stretch>
              <a:fillRect/>
            </a:stretch>
          </p:blipFill>
          <p:spPr>
            <a:xfrm>
              <a:off x="2543174" y="190436"/>
              <a:ext cx="1090612" cy="871537"/>
            </a:xfrm>
            <a:prstGeom prst="rect">
              <a:avLst/>
            </a:prstGeom>
            <a:ln w="12700">
              <a:noFill/>
              <a:prstDash val="solid"/>
            </a:ln>
          </p:spPr>
        </p:pic>
      </p:grpSp>
      <p:sp>
        <p:nvSpPr>
          <p:cNvPr id="8" name="AutoShape 8"/>
          <p:cNvSpPr>
            <a:spLocks noGrp="1"/>
          </p:cNvSpPr>
          <p:nvPr>
            <p:ph type="body" sz="quarter" idx="22" hasCustomPrompt="1"/>
          </p:nvPr>
        </p:nvSpPr>
        <p:spPr>
          <a:xfrm>
            <a:off x="669925" y="279399"/>
            <a:ext cx="4829810" cy="486030"/>
          </a:xfrm>
          <a:prstGeom prst="rect">
            <a:avLst/>
          </a:prstGeom>
        </p:spPr>
        <p:txBody>
          <a:bodyPr vert="horz" wrap="square" lIns="0" tIns="16510" rIns="0" bIns="0" anchor="t">
            <a:spAutoFit/>
          </a:bodyPr>
          <a:lstStyle>
            <a:lvl1pPr algn="l">
              <a:lnSpc>
                <a:spcPct val="100000"/>
              </a:lnSpc>
              <a:defRPr sz="3050" b="1" i="0" u="none" strike="noStrike" spc="0">
                <a:solidFill>
                  <a:srgbClr val="464646">
                    <a:alpha val="100000"/>
                  </a:srgbClr>
                </a:solidFill>
                <a:latin typeface="Times New Roman"/>
              </a:defRPr>
            </a:lvl1pPr>
          </a:lstStyle>
          <a:p>
            <a:pPr marL="31750" indent="0" algn="l">
              <a:lnSpc>
                <a:spcPct val="100000"/>
              </a:lnSpc>
              <a:spcBef>
                <a:spcPts val="130"/>
              </a:spcBef>
            </a:pPr>
            <a:r>
              <a:rPr lang="en-US" sz="3050" b="1" i="0" u="none" strike="noStrike">
                <a:solidFill>
                  <a:srgbClr val="464646"/>
                </a:solidFill>
                <a:latin typeface="Times New Roman"/>
                <a:ea typeface="Times New Roman"/>
                <a:cs typeface="Times New Roman"/>
                <a:sym typeface="Times New Roman"/>
              </a:rPr>
              <a:t>Truth</a:t>
            </a:r>
            <a:r>
              <a:rPr lang="en-US" sz="3050" b="1" i="0" u="none" strike="noStrike" spc="65">
                <a:solidFill>
                  <a:srgbClr val="464646"/>
                </a:solidFill>
                <a:latin typeface="Times New Roman"/>
                <a:ea typeface="Times New Roman"/>
                <a:cs typeface="Times New Roman"/>
                <a:sym typeface="Times New Roman"/>
              </a:rPr>
              <a:t> </a:t>
            </a:r>
            <a:r>
              <a:rPr lang="en-US" sz="3050" b="1" i="0" u="none" strike="noStrike" spc="140">
                <a:solidFill>
                  <a:srgbClr val="464646"/>
                </a:solidFill>
                <a:latin typeface="Times New Roman"/>
                <a:ea typeface="Times New Roman"/>
                <a:cs typeface="Times New Roman"/>
                <a:sym typeface="Times New Roman"/>
              </a:rPr>
              <a:t>table       - and</a:t>
            </a:r>
            <a:r>
              <a:rPr lang="en-US" sz="3050" b="1" i="0" u="none" strike="noStrike" spc="-40">
                <a:solidFill>
                  <a:srgbClr val="464646"/>
                </a:solidFill>
                <a:latin typeface="Times New Roman"/>
                <a:ea typeface="Times New Roman"/>
                <a:cs typeface="Times New Roman"/>
                <a:sym typeface="Times New Roman"/>
              </a:rPr>
              <a:t> </a:t>
            </a:r>
            <a:r>
              <a:rPr lang="en-US" sz="3050" b="1" i="0" u="none" strike="noStrike" spc="-345">
                <a:solidFill>
                  <a:srgbClr val="464646"/>
                </a:solidFill>
                <a:latin typeface="Times New Roman"/>
                <a:ea typeface="Times New Roman"/>
                <a:cs typeface="Times New Roman"/>
                <a:sym typeface="Times New Roman"/>
              </a:rPr>
              <a:t> </a:t>
            </a:r>
          </a:p>
        </p:txBody>
      </p:sp>
      <p:pic>
        <p:nvPicPr>
          <p:cNvPr id="12" name="Picture 11">
            <a:extLst>
              <a:ext uri="{FF2B5EF4-FFF2-40B4-BE49-F238E27FC236}">
                <a16:creationId xmlns:a16="http://schemas.microsoft.com/office/drawing/2014/main" id="{5C2248DF-B9C9-ED0B-422A-4D8A48EB3FAB}"/>
              </a:ext>
            </a:extLst>
          </p:cNvPr>
          <p:cNvPicPr>
            <a:picLocks noChangeAspect="1"/>
          </p:cNvPicPr>
          <p:nvPr/>
        </p:nvPicPr>
        <p:blipFill>
          <a:blip r:embed="rId6"/>
          <a:stretch>
            <a:fillRect/>
          </a:stretch>
        </p:blipFill>
        <p:spPr>
          <a:xfrm>
            <a:off x="412489" y="3262170"/>
            <a:ext cx="6832600" cy="2705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85778" y="714073"/>
            <a:ext cx="4119669" cy="338613"/>
          </a:xfrm>
          <a:prstGeom prst="rect">
            <a:avLst/>
          </a:prstGeom>
          <a:ln w="12700">
            <a:noFill/>
            <a:prstDash val="solid"/>
          </a:ln>
        </p:spPr>
      </p:pic>
      <p:sp>
        <p:nvSpPr>
          <p:cNvPr id="3" name="AutoShape 3"/>
          <p:cNvSpPr/>
          <p:nvPr/>
        </p:nvSpPr>
        <p:spPr>
          <a:xfrm>
            <a:off x="774700" y="1497266"/>
            <a:ext cx="10557510" cy="654153"/>
          </a:xfrm>
          <a:prstGeom prst="rect">
            <a:avLst/>
          </a:prstGeom>
          <a:noFill/>
          <a:ln w="12700">
            <a:noFill/>
            <a:prstDash val="solid"/>
          </a:ln>
        </p:spPr>
        <p:txBody>
          <a:bodyPr vert="horz" wrap="square" lIns="0" tIns="10795" rIns="0" bIns="0" rtlCol="0" anchor="t">
            <a:spAutoFit/>
          </a:bodyPr>
          <a:lstStyle>
            <a:lvl1pPr marL="457200" indent="-254000"/>
            <a:lvl2pPr marL="914400" indent="-254000"/>
            <a:lvl3pPr marL="1371600" indent="-254000"/>
            <a:lvl4pPr marL="1828800" indent="-254000"/>
            <a:lvl5pPr marL="2286000" indent="-254000"/>
            <a:lvl6pPr marL="2743200" indent="-254000"/>
            <a:lvl7pPr marL="3200400" indent="-254000"/>
            <a:lvl8pPr marL="3657600" indent="-254000"/>
            <a:lvl9pPr marL="4114800" indent="-254000"/>
          </a:lstStyle>
          <a:p>
            <a:pPr marL="203200" marR="5080" indent="-190500" algn="l">
              <a:lnSpc>
                <a:spcPts val="2550"/>
              </a:lnSpc>
              <a:spcBef>
                <a:spcPts val="85"/>
              </a:spcBef>
              <a:buClr>
                <a:srgbClr val="2CA1BE"/>
              </a:buClr>
              <a:buSzPct val="68000"/>
              <a:buChar char=""/>
              <a:tabLst>
                <a:tab pos="203200" algn="l"/>
              </a:tabLst>
              <a:defRPr/>
            </a:pPr>
            <a:r>
              <a:rPr lang="en-US" sz="2000" b="0" i="0" u="none" strike="noStrike" spc="60" dirty="0">
                <a:solidFill>
                  <a:srgbClr val="1F2329"/>
                </a:solidFill>
                <a:latin typeface="Times New Roman"/>
                <a:ea typeface="Times New Roman"/>
                <a:cs typeface="Times New Roman"/>
                <a:sym typeface="Times New Roman"/>
              </a:rPr>
              <a:t>The</a:t>
            </a:r>
            <a:r>
              <a:rPr lang="en-US" sz="2000" b="0" i="0" u="none" strike="noStrike" spc="-40" dirty="0">
                <a:solidFill>
                  <a:srgbClr val="1F2329"/>
                </a:solidFill>
                <a:latin typeface="Times New Roman"/>
                <a:ea typeface="Times New Roman"/>
                <a:cs typeface="Times New Roman"/>
                <a:sym typeface="Times New Roman"/>
              </a:rPr>
              <a:t> </a:t>
            </a:r>
            <a:r>
              <a:rPr lang="en-US" sz="2000" b="0" i="0" u="none" strike="noStrike" spc="385" dirty="0">
                <a:solidFill>
                  <a:srgbClr val="0000FF"/>
                </a:solidFill>
                <a:latin typeface="Arial"/>
                <a:ea typeface="Arial"/>
                <a:cs typeface="Arial"/>
                <a:sym typeface="Arial"/>
              </a:rPr>
              <a:t>||</a:t>
            </a:r>
            <a:r>
              <a:rPr lang="en-US" sz="2000" b="0" i="0" u="none" strike="noStrike" spc="-40" dirty="0">
                <a:solidFill>
                  <a:srgbClr val="0000FF"/>
                </a:solidFill>
                <a:latin typeface="Arial"/>
                <a:ea typeface="Arial"/>
                <a:cs typeface="Arial"/>
                <a:sym typeface="Arial"/>
              </a:rPr>
              <a:t> </a:t>
            </a:r>
            <a:r>
              <a:rPr lang="en-US" sz="2000" b="0" i="0" u="none" strike="noStrike" spc="75" dirty="0">
                <a:solidFill>
                  <a:srgbClr val="1F2329"/>
                </a:solidFill>
                <a:latin typeface="Times New Roman"/>
                <a:ea typeface="Times New Roman"/>
                <a:cs typeface="Times New Roman"/>
                <a:sym typeface="Times New Roman"/>
              </a:rPr>
              <a:t>(</a:t>
            </a:r>
            <a:r>
              <a:rPr lang="en-US" sz="2000" b="1" i="0" u="none" strike="noStrike" spc="75" dirty="0">
                <a:solidFill>
                  <a:srgbClr val="0000FF"/>
                </a:solidFill>
                <a:latin typeface="Times New Roman"/>
                <a:ea typeface="Times New Roman"/>
                <a:cs typeface="Times New Roman"/>
                <a:sym typeface="Times New Roman"/>
              </a:rPr>
              <a:t>conditional</a:t>
            </a:r>
            <a:r>
              <a:rPr lang="en-US" sz="2000" b="1" i="0" u="none" strike="noStrike" spc="190" dirty="0">
                <a:solidFill>
                  <a:srgbClr val="0000FF"/>
                </a:solidFill>
                <a:latin typeface="Times New Roman"/>
                <a:ea typeface="Times New Roman"/>
                <a:cs typeface="Times New Roman"/>
                <a:sym typeface="Times New Roman"/>
              </a:rPr>
              <a:t> </a:t>
            </a:r>
            <a:r>
              <a:rPr lang="en-US" sz="2000" b="1" i="0" u="none" strike="noStrike" spc="-55" dirty="0">
                <a:solidFill>
                  <a:srgbClr val="0000FF"/>
                </a:solidFill>
                <a:latin typeface="Times New Roman"/>
                <a:ea typeface="Times New Roman"/>
                <a:cs typeface="Times New Roman"/>
                <a:sym typeface="Times New Roman"/>
              </a:rPr>
              <a:t>OR</a:t>
            </a:r>
            <a:r>
              <a:rPr lang="en-US" sz="2000" b="0" i="0" u="none" strike="noStrike" spc="-55" dirty="0">
                <a:solidFill>
                  <a:srgbClr val="1F2329"/>
                </a:solidFill>
                <a:latin typeface="Times New Roman"/>
                <a:ea typeface="Times New Roman"/>
                <a:cs typeface="Times New Roman"/>
                <a:sym typeface="Times New Roman"/>
              </a:rPr>
              <a:t>) </a:t>
            </a:r>
            <a:r>
              <a:rPr lang="en-US" sz="2000" b="0" i="0" u="none" strike="noStrike" spc="100" dirty="0">
                <a:solidFill>
                  <a:srgbClr val="1F2329"/>
                </a:solidFill>
                <a:latin typeface="Times New Roman"/>
                <a:ea typeface="Times New Roman"/>
                <a:cs typeface="Times New Roman"/>
                <a:sym typeface="Times New Roman"/>
              </a:rPr>
              <a:t>operator</a:t>
            </a:r>
            <a:r>
              <a:rPr lang="en-US" sz="2000" b="0" i="0" u="none" strike="noStrike" spc="35" dirty="0">
                <a:solidFill>
                  <a:srgbClr val="1F2329"/>
                </a:solidFill>
                <a:latin typeface="Times New Roman"/>
                <a:ea typeface="Times New Roman"/>
                <a:cs typeface="Times New Roman"/>
                <a:sym typeface="Times New Roman"/>
              </a:rPr>
              <a:t> </a:t>
            </a:r>
            <a:r>
              <a:rPr lang="en-US" sz="2000" b="0" i="0" u="none" strike="noStrike" spc="105" dirty="0">
                <a:solidFill>
                  <a:srgbClr val="1F2329"/>
                </a:solidFill>
                <a:latin typeface="Times New Roman"/>
                <a:ea typeface="Times New Roman"/>
                <a:cs typeface="Times New Roman"/>
                <a:sym typeface="Times New Roman"/>
              </a:rPr>
              <a:t>ensures</a:t>
            </a:r>
            <a:r>
              <a:rPr lang="en-US" sz="2000" b="0" i="0" u="none" strike="noStrike" spc="-75" dirty="0">
                <a:solidFill>
                  <a:srgbClr val="1F2329"/>
                </a:solidFill>
                <a:latin typeface="Times New Roman"/>
                <a:ea typeface="Times New Roman"/>
                <a:cs typeface="Times New Roman"/>
                <a:sym typeface="Times New Roman"/>
              </a:rPr>
              <a:t> </a:t>
            </a:r>
            <a:r>
              <a:rPr lang="en-US" sz="2000" b="0" i="0" u="none" strike="noStrike" spc="110" dirty="0">
                <a:solidFill>
                  <a:srgbClr val="1F2329"/>
                </a:solidFill>
                <a:latin typeface="Times New Roman"/>
                <a:ea typeface="Times New Roman"/>
                <a:cs typeface="Times New Roman"/>
                <a:sym typeface="Times New Roman"/>
              </a:rPr>
              <a:t>that</a:t>
            </a:r>
            <a:r>
              <a:rPr lang="en-US" sz="2000" b="0" i="0" u="none" strike="noStrike" spc="-25" dirty="0">
                <a:solidFill>
                  <a:srgbClr val="1F2329"/>
                </a:solidFill>
                <a:latin typeface="Times New Roman"/>
                <a:ea typeface="Times New Roman"/>
                <a:cs typeface="Times New Roman"/>
                <a:sym typeface="Times New Roman"/>
              </a:rPr>
              <a:t> </a:t>
            </a:r>
            <a:r>
              <a:rPr lang="en-US" sz="2000" b="0" i="1" u="none" strike="noStrike" dirty="0">
                <a:solidFill>
                  <a:srgbClr val="1F2329"/>
                </a:solidFill>
                <a:latin typeface="Times New Roman"/>
                <a:ea typeface="Times New Roman"/>
                <a:cs typeface="Times New Roman"/>
                <a:sym typeface="Times New Roman"/>
              </a:rPr>
              <a:t>either</a:t>
            </a:r>
            <a:r>
              <a:rPr lang="en-US" sz="2000" b="0" i="1" u="none" strike="noStrike" spc="130" dirty="0">
                <a:solidFill>
                  <a:srgbClr val="1F2329"/>
                </a:solidFill>
                <a:latin typeface="Times New Roman"/>
                <a:ea typeface="Times New Roman"/>
                <a:cs typeface="Times New Roman"/>
                <a:sym typeface="Times New Roman"/>
              </a:rPr>
              <a:t> </a:t>
            </a:r>
            <a:r>
              <a:rPr lang="en-US" sz="2000" b="0" i="1" u="none" strike="noStrike" dirty="0">
                <a:solidFill>
                  <a:srgbClr val="1F2329"/>
                </a:solidFill>
                <a:latin typeface="Times New Roman"/>
                <a:ea typeface="Times New Roman"/>
                <a:cs typeface="Times New Roman"/>
                <a:sym typeface="Times New Roman"/>
              </a:rPr>
              <a:t>or</a:t>
            </a:r>
            <a:r>
              <a:rPr lang="en-US" sz="2000" b="0" i="1" u="none" strike="noStrike" spc="-25" dirty="0">
                <a:solidFill>
                  <a:srgbClr val="1F2329"/>
                </a:solidFill>
                <a:latin typeface="Times New Roman"/>
                <a:ea typeface="Times New Roman"/>
                <a:cs typeface="Times New Roman"/>
                <a:sym typeface="Times New Roman"/>
              </a:rPr>
              <a:t> </a:t>
            </a:r>
            <a:r>
              <a:rPr lang="en-US" sz="2000" b="0" i="1" u="none" strike="noStrike" spc="70" dirty="0">
                <a:solidFill>
                  <a:srgbClr val="1F2329"/>
                </a:solidFill>
                <a:latin typeface="Times New Roman"/>
                <a:ea typeface="Times New Roman"/>
                <a:cs typeface="Times New Roman"/>
                <a:sym typeface="Times New Roman"/>
              </a:rPr>
              <a:t>both</a:t>
            </a:r>
            <a:r>
              <a:rPr lang="en-US" sz="2000" b="0" i="1" u="none" strike="noStrike" spc="-40" dirty="0">
                <a:solidFill>
                  <a:srgbClr val="1F2329"/>
                </a:solidFill>
                <a:latin typeface="Times New Roman"/>
                <a:ea typeface="Times New Roman"/>
                <a:cs typeface="Times New Roman"/>
                <a:sym typeface="Times New Roman"/>
              </a:rPr>
              <a:t> </a:t>
            </a:r>
            <a:r>
              <a:rPr lang="en-US" sz="2000" b="0" i="0" u="none" strike="noStrike" dirty="0">
                <a:solidFill>
                  <a:srgbClr val="1F2329"/>
                </a:solidFill>
                <a:latin typeface="Times New Roman"/>
                <a:ea typeface="Times New Roman"/>
                <a:cs typeface="Times New Roman"/>
                <a:sym typeface="Times New Roman"/>
              </a:rPr>
              <a:t>of</a:t>
            </a:r>
            <a:r>
              <a:rPr lang="en-US" sz="2000" b="0" i="0" u="none" strike="noStrike" spc="-45" dirty="0">
                <a:solidFill>
                  <a:srgbClr val="1F2329"/>
                </a:solidFill>
                <a:latin typeface="Times New Roman"/>
                <a:ea typeface="Times New Roman"/>
                <a:cs typeface="Times New Roman"/>
                <a:sym typeface="Times New Roman"/>
              </a:rPr>
              <a:t> </a:t>
            </a:r>
            <a:r>
              <a:rPr lang="en-US" sz="2000" b="0" i="0" u="none" strike="noStrike" spc="105" dirty="0">
                <a:solidFill>
                  <a:srgbClr val="1F2329"/>
                </a:solidFill>
                <a:latin typeface="Times New Roman"/>
                <a:ea typeface="Times New Roman"/>
                <a:cs typeface="Times New Roman"/>
                <a:sym typeface="Times New Roman"/>
              </a:rPr>
              <a:t>two</a:t>
            </a:r>
            <a:r>
              <a:rPr lang="en-US" sz="2000" b="0" i="0" u="none" strike="noStrike" spc="-50" dirty="0">
                <a:solidFill>
                  <a:srgbClr val="1F2329"/>
                </a:solidFill>
                <a:latin typeface="Times New Roman"/>
                <a:ea typeface="Times New Roman"/>
                <a:cs typeface="Times New Roman"/>
                <a:sym typeface="Times New Roman"/>
              </a:rPr>
              <a:t> </a:t>
            </a:r>
            <a:r>
              <a:rPr lang="en-US" sz="2000" b="0" i="0" u="none" strike="noStrike" spc="70" dirty="0">
                <a:solidFill>
                  <a:srgbClr val="1F2329"/>
                </a:solidFill>
                <a:latin typeface="Times New Roman"/>
                <a:ea typeface="Times New Roman"/>
                <a:cs typeface="Times New Roman"/>
                <a:sym typeface="Times New Roman"/>
              </a:rPr>
              <a:t>conditions</a:t>
            </a:r>
            <a:r>
              <a:rPr lang="en-US" sz="2000" b="0" i="0" u="none" strike="noStrike" spc="-75" dirty="0">
                <a:solidFill>
                  <a:srgbClr val="1F2329"/>
                </a:solidFill>
                <a:latin typeface="Times New Roman"/>
                <a:ea typeface="Times New Roman"/>
                <a:cs typeface="Times New Roman"/>
                <a:sym typeface="Times New Roman"/>
              </a:rPr>
              <a:t> </a:t>
            </a:r>
            <a:r>
              <a:rPr lang="en-US" sz="2000" b="0" i="0" u="none" strike="noStrike" spc="110" dirty="0">
                <a:solidFill>
                  <a:srgbClr val="1F2329"/>
                </a:solidFill>
                <a:latin typeface="Times New Roman"/>
                <a:ea typeface="Times New Roman"/>
                <a:cs typeface="Times New Roman"/>
                <a:sym typeface="Times New Roman"/>
              </a:rPr>
              <a:t>are</a:t>
            </a:r>
            <a:r>
              <a:rPr lang="en-US" sz="2000" b="0" i="0" u="none" strike="noStrike" spc="35" dirty="0">
                <a:solidFill>
                  <a:srgbClr val="1F2329"/>
                </a:solidFill>
                <a:latin typeface="Times New Roman"/>
                <a:ea typeface="Times New Roman"/>
                <a:cs typeface="Times New Roman"/>
                <a:sym typeface="Times New Roman"/>
              </a:rPr>
              <a:t> </a:t>
            </a:r>
            <a:r>
              <a:rPr lang="en-US" sz="2000" b="0" i="0" u="none" strike="noStrike" spc="120" dirty="0">
                <a:solidFill>
                  <a:srgbClr val="1F2329"/>
                </a:solidFill>
                <a:latin typeface="Times New Roman"/>
                <a:ea typeface="Times New Roman"/>
                <a:cs typeface="Times New Roman"/>
                <a:sym typeface="Times New Roman"/>
              </a:rPr>
              <a:t>true</a:t>
            </a:r>
            <a:r>
              <a:rPr lang="en-US" sz="2000" b="0" i="0" u="none" strike="noStrike" spc="-40" dirty="0">
                <a:solidFill>
                  <a:srgbClr val="1F2329"/>
                </a:solidFill>
                <a:latin typeface="Times New Roman"/>
                <a:ea typeface="Times New Roman"/>
                <a:cs typeface="Times New Roman"/>
                <a:sym typeface="Times New Roman"/>
              </a:rPr>
              <a:t> </a:t>
            </a:r>
            <a:r>
              <a:rPr lang="en-US" sz="2000" b="0" i="0" u="none" strike="noStrike" spc="60" dirty="0">
                <a:solidFill>
                  <a:srgbClr val="1F2329"/>
                </a:solidFill>
                <a:latin typeface="Times New Roman"/>
                <a:ea typeface="Times New Roman"/>
                <a:cs typeface="Times New Roman"/>
                <a:sym typeface="Times New Roman"/>
              </a:rPr>
              <a:t>before choosing</a:t>
            </a:r>
            <a:r>
              <a:rPr lang="en-US" sz="2000" b="0" i="0" u="none" strike="noStrike" spc="-75" dirty="0">
                <a:solidFill>
                  <a:srgbClr val="1F2329"/>
                </a:solidFill>
                <a:latin typeface="Times New Roman"/>
                <a:ea typeface="Times New Roman"/>
                <a:cs typeface="Times New Roman"/>
                <a:sym typeface="Times New Roman"/>
              </a:rPr>
              <a:t> </a:t>
            </a:r>
            <a:r>
              <a:rPr lang="en-US" sz="2000" b="0" i="0" u="none" strike="noStrike" spc="95" dirty="0">
                <a:solidFill>
                  <a:srgbClr val="1F2329"/>
                </a:solidFill>
                <a:latin typeface="Times New Roman"/>
                <a:ea typeface="Times New Roman"/>
                <a:cs typeface="Times New Roman"/>
                <a:sym typeface="Times New Roman"/>
              </a:rPr>
              <a:t>a</a:t>
            </a:r>
            <a:r>
              <a:rPr lang="en-US" sz="2000" b="0" i="0" u="none" strike="noStrike" spc="-60" dirty="0">
                <a:solidFill>
                  <a:srgbClr val="1F2329"/>
                </a:solidFill>
                <a:latin typeface="Times New Roman"/>
                <a:ea typeface="Times New Roman"/>
                <a:cs typeface="Times New Roman"/>
                <a:sym typeface="Times New Roman"/>
              </a:rPr>
              <a:t> </a:t>
            </a:r>
            <a:r>
              <a:rPr lang="en-US" sz="2000" b="0" i="0" u="none" strike="noStrike" spc="85" dirty="0">
                <a:solidFill>
                  <a:srgbClr val="1F2329"/>
                </a:solidFill>
                <a:latin typeface="Times New Roman"/>
                <a:ea typeface="Times New Roman"/>
                <a:cs typeface="Times New Roman"/>
                <a:sym typeface="Times New Roman"/>
              </a:rPr>
              <a:t>certain</a:t>
            </a:r>
            <a:r>
              <a:rPr lang="en-US" sz="2000" b="0" i="0" u="none" strike="noStrike" spc="-45" dirty="0">
                <a:solidFill>
                  <a:srgbClr val="1F2329"/>
                </a:solidFill>
                <a:latin typeface="Times New Roman"/>
                <a:ea typeface="Times New Roman"/>
                <a:cs typeface="Times New Roman"/>
                <a:sym typeface="Times New Roman"/>
              </a:rPr>
              <a:t> </a:t>
            </a:r>
            <a:r>
              <a:rPr lang="en-US" sz="2000" b="0" i="0" u="none" strike="noStrike" spc="110" dirty="0">
                <a:solidFill>
                  <a:srgbClr val="1F2329"/>
                </a:solidFill>
                <a:latin typeface="Times New Roman"/>
                <a:ea typeface="Times New Roman"/>
                <a:cs typeface="Times New Roman"/>
                <a:sym typeface="Times New Roman"/>
              </a:rPr>
              <a:t>path</a:t>
            </a:r>
            <a:r>
              <a:rPr lang="en-US" sz="2000" b="0" i="0" u="none" strike="noStrike" spc="-40" dirty="0">
                <a:solidFill>
                  <a:srgbClr val="1F2329"/>
                </a:solidFill>
                <a:latin typeface="Times New Roman"/>
                <a:ea typeface="Times New Roman"/>
                <a:cs typeface="Times New Roman"/>
                <a:sym typeface="Times New Roman"/>
              </a:rPr>
              <a:t> </a:t>
            </a:r>
            <a:r>
              <a:rPr lang="en-US" sz="2000" b="0" i="0" u="none" strike="noStrike" dirty="0">
                <a:solidFill>
                  <a:srgbClr val="1F2329"/>
                </a:solidFill>
                <a:latin typeface="Times New Roman"/>
                <a:ea typeface="Times New Roman"/>
                <a:cs typeface="Times New Roman"/>
                <a:sym typeface="Times New Roman"/>
              </a:rPr>
              <a:t>of</a:t>
            </a:r>
            <a:r>
              <a:rPr lang="en-US" sz="2000" b="0" i="0" u="none" strike="noStrike" spc="20" dirty="0">
                <a:solidFill>
                  <a:srgbClr val="1F2329"/>
                </a:solidFill>
                <a:latin typeface="Times New Roman"/>
                <a:ea typeface="Times New Roman"/>
                <a:cs typeface="Times New Roman"/>
                <a:sym typeface="Times New Roman"/>
              </a:rPr>
              <a:t> </a:t>
            </a:r>
            <a:r>
              <a:rPr lang="en-US" sz="2000" b="0" i="0" u="none" strike="noStrike" spc="-10" dirty="0">
                <a:solidFill>
                  <a:srgbClr val="1F2329"/>
                </a:solidFill>
                <a:latin typeface="Times New Roman"/>
                <a:ea typeface="Times New Roman"/>
                <a:cs typeface="Times New Roman"/>
                <a:sym typeface="Times New Roman"/>
              </a:rPr>
              <a:t>execution.</a:t>
            </a:r>
            <a:endParaRPr lang="en-US" sz="1100" dirty="0"/>
          </a:p>
        </p:txBody>
      </p:sp>
      <p:sp>
        <p:nvSpPr>
          <p:cNvPr id="4" name="AutoShape 4"/>
          <p:cNvSpPr/>
          <p:nvPr/>
        </p:nvSpPr>
        <p:spPr>
          <a:xfrm>
            <a:off x="4570476" y="6600507"/>
            <a:ext cx="2407285"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spc="-35">
                <a:solidFill>
                  <a:srgbClr val="1F2329"/>
                </a:solidFill>
                <a:latin typeface="Arial"/>
                <a:ea typeface="Arial"/>
                <a:cs typeface="Arial"/>
                <a:sym typeface="Arial"/>
              </a:rPr>
              <a:t>Copyright</a:t>
            </a:r>
            <a:r>
              <a:rPr lang="en-US" sz="750" b="0" i="0" u="none" strike="noStrike" spc="25">
                <a:solidFill>
                  <a:srgbClr val="1F2329"/>
                </a:solidFill>
                <a:latin typeface="Arial"/>
                <a:ea typeface="Arial"/>
                <a:cs typeface="Arial"/>
                <a:sym typeface="Arial"/>
              </a:rPr>
              <a:t> </a:t>
            </a:r>
            <a:r>
              <a:rPr lang="en-US" sz="750" b="0" i="0" u="none" strike="noStrike" spc="75">
                <a:solidFill>
                  <a:srgbClr val="1F2329"/>
                </a:solidFill>
                <a:latin typeface="Arial"/>
                <a:ea typeface="Arial"/>
                <a:cs typeface="Arial"/>
                <a:sym typeface="Arial"/>
              </a:rPr>
              <a:t>©</a:t>
            </a:r>
            <a:r>
              <a:rPr lang="en-US" sz="750" b="0" i="0" u="none" strike="noStrike" spc="-20">
                <a:solidFill>
                  <a:srgbClr val="1F2329"/>
                </a:solidFill>
                <a:latin typeface="Arial"/>
                <a:ea typeface="Arial"/>
                <a:cs typeface="Arial"/>
                <a:sym typeface="Arial"/>
              </a:rPr>
              <a:t> </a:t>
            </a:r>
            <a:r>
              <a:rPr lang="en-US" sz="750" b="0" i="0" u="none" strike="noStrike" spc="-45">
                <a:solidFill>
                  <a:srgbClr val="1F2329"/>
                </a:solidFill>
                <a:latin typeface="Arial"/>
                <a:ea typeface="Arial"/>
                <a:cs typeface="Arial"/>
                <a:sym typeface="Arial"/>
              </a:rPr>
              <a:t>2020</a:t>
            </a:r>
            <a:r>
              <a:rPr lang="en-US" sz="750" b="0" i="0" u="none" strike="noStrike" spc="-60">
                <a:solidFill>
                  <a:srgbClr val="1F2329"/>
                </a:solidFill>
                <a:latin typeface="Arial"/>
                <a:ea typeface="Arial"/>
                <a:cs typeface="Arial"/>
                <a:sym typeface="Arial"/>
              </a:rPr>
              <a:t> </a:t>
            </a:r>
            <a:r>
              <a:rPr lang="en-US" sz="750" b="0" i="0" u="none" strike="noStrike" spc="-55">
                <a:solidFill>
                  <a:srgbClr val="1F2329"/>
                </a:solidFill>
                <a:latin typeface="Arial"/>
                <a:ea typeface="Arial"/>
                <a:cs typeface="Arial"/>
                <a:sym typeface="Arial"/>
              </a:rPr>
              <a:t>Pearson</a:t>
            </a:r>
            <a:r>
              <a:rPr lang="en-US" sz="750" b="0" i="0" u="none" strike="noStrike">
                <a:solidFill>
                  <a:srgbClr val="1F2329"/>
                </a:solidFill>
                <a:latin typeface="Arial"/>
                <a:ea typeface="Arial"/>
                <a:cs typeface="Arial"/>
                <a:sym typeface="Arial"/>
              </a:rPr>
              <a:t> </a:t>
            </a:r>
            <a:r>
              <a:rPr lang="en-US" sz="750" b="0" i="0" u="none" strike="noStrike" spc="-40">
                <a:solidFill>
                  <a:srgbClr val="1F2329"/>
                </a:solidFill>
                <a:latin typeface="Arial"/>
                <a:ea typeface="Arial"/>
                <a:cs typeface="Arial"/>
                <a:sym typeface="Arial"/>
              </a:rPr>
              <a:t>Education</a:t>
            </a:r>
            <a:r>
              <a:rPr lang="en-US" sz="750" b="0" i="0" u="none" strike="noStrike" spc="60">
                <a:solidFill>
                  <a:srgbClr val="1F2329"/>
                </a:solidFill>
                <a:latin typeface="Arial"/>
                <a:ea typeface="Arial"/>
                <a:cs typeface="Arial"/>
                <a:sym typeface="Arial"/>
              </a:rPr>
              <a:t> </a:t>
            </a:r>
            <a:r>
              <a:rPr lang="en-US" sz="750" b="0" i="0" u="none" strike="noStrike" spc="-25">
                <a:solidFill>
                  <a:srgbClr val="1F2329"/>
                </a:solidFill>
                <a:latin typeface="Arial"/>
                <a:ea typeface="Arial"/>
                <a:cs typeface="Arial"/>
                <a:sym typeface="Arial"/>
              </a:rPr>
              <a:t>Ltd.</a:t>
            </a:r>
            <a:r>
              <a:rPr lang="en-US" sz="750" b="0" i="0" u="none" strike="noStrike" spc="35">
                <a:solidFill>
                  <a:srgbClr val="1F2329"/>
                </a:solidFill>
                <a:latin typeface="Arial"/>
                <a:ea typeface="Arial"/>
                <a:cs typeface="Arial"/>
                <a:sym typeface="Arial"/>
              </a:rPr>
              <a:t> </a:t>
            </a:r>
            <a:r>
              <a:rPr lang="en-US" sz="750" b="0" i="0" u="none" strike="noStrike" spc="-10">
                <a:solidFill>
                  <a:srgbClr val="1F2329"/>
                </a:solidFill>
                <a:latin typeface="Arial"/>
                <a:ea typeface="Arial"/>
                <a:cs typeface="Arial"/>
                <a:sym typeface="Arial"/>
              </a:rPr>
              <a:t>All</a:t>
            </a:r>
            <a:r>
              <a:rPr lang="en-US" sz="750" b="0" i="0" u="none" strike="noStrike" spc="-20">
                <a:solidFill>
                  <a:srgbClr val="1F2329"/>
                </a:solidFill>
                <a:latin typeface="Arial"/>
                <a:ea typeface="Arial"/>
                <a:cs typeface="Arial"/>
                <a:sym typeface="Arial"/>
              </a:rPr>
              <a:t> </a:t>
            </a:r>
            <a:r>
              <a:rPr lang="en-US" sz="750" b="0" i="0" u="none" strike="noStrike" spc="-50">
                <a:solidFill>
                  <a:srgbClr val="1F2329"/>
                </a:solidFill>
                <a:latin typeface="Arial"/>
                <a:ea typeface="Arial"/>
                <a:cs typeface="Arial"/>
                <a:sym typeface="Arial"/>
              </a:rPr>
              <a:t>Rights</a:t>
            </a:r>
            <a:r>
              <a:rPr lang="en-US" sz="750" b="0" i="0" u="none" strike="noStrike" spc="15">
                <a:solidFill>
                  <a:srgbClr val="1F2329"/>
                </a:solidFill>
                <a:latin typeface="Arial"/>
                <a:ea typeface="Arial"/>
                <a:cs typeface="Arial"/>
                <a:sym typeface="Arial"/>
              </a:rPr>
              <a:t> </a:t>
            </a:r>
            <a:r>
              <a:rPr lang="en-US" sz="750" b="0" i="0" u="none" strike="noStrike" spc="-30">
                <a:solidFill>
                  <a:srgbClr val="1F2329"/>
                </a:solidFill>
                <a:latin typeface="Arial"/>
                <a:ea typeface="Arial"/>
                <a:cs typeface="Arial"/>
                <a:sym typeface="Arial"/>
              </a:rPr>
              <a:t>Reserved</a:t>
            </a:r>
            <a:endParaRPr lang="en-US" sz="1100"/>
          </a:p>
        </p:txBody>
      </p:sp>
      <p:pic>
        <p:nvPicPr>
          <p:cNvPr id="6" name="Picture 5">
            <a:extLst>
              <a:ext uri="{FF2B5EF4-FFF2-40B4-BE49-F238E27FC236}">
                <a16:creationId xmlns:a16="http://schemas.microsoft.com/office/drawing/2014/main" id="{8B38A660-0402-D93C-A7B2-57B8F3E8065D}"/>
              </a:ext>
            </a:extLst>
          </p:cNvPr>
          <p:cNvPicPr>
            <a:picLocks noChangeAspect="1"/>
          </p:cNvPicPr>
          <p:nvPr/>
        </p:nvPicPr>
        <p:blipFill>
          <a:blip r:embed="rId3"/>
          <a:stretch>
            <a:fillRect/>
          </a:stretch>
        </p:blipFill>
        <p:spPr>
          <a:xfrm>
            <a:off x="894461" y="2503234"/>
            <a:ext cx="6083300"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7" name="AutoShape 4">
            <a:extLst>
              <a:ext uri="{FF2B5EF4-FFF2-40B4-BE49-F238E27FC236}">
                <a16:creationId xmlns:a16="http://schemas.microsoft.com/office/drawing/2014/main" id="{AF572294-0AB1-0195-59B3-C597A07F4BFA}"/>
              </a:ext>
            </a:extLst>
          </p:cNvPr>
          <p:cNvSpPr/>
          <p:nvPr/>
        </p:nvSpPr>
        <p:spPr>
          <a:xfrm>
            <a:off x="7018751" y="1778000"/>
            <a:ext cx="3937000" cy="2286000"/>
          </a:xfrm>
          <a:prstGeom prst="roundRect">
            <a:avLst>
              <a:gd name="adj" fmla="val 4444"/>
            </a:avLst>
          </a:prstGeom>
          <a:solidFill>
            <a:srgbClr val="FFF8DC">
              <a:alpha val="100000"/>
            </a:srgbClr>
          </a:solidFill>
          <a:ln w="12700" cap="flat" cmpd="sng">
            <a:solidFill>
              <a:srgbClr val="C89632">
                <a:alpha val="100000"/>
              </a:srgbClr>
            </a:solidFill>
            <a:prstDash val="solid"/>
            <a:round/>
          </a:ln>
        </p:spPr>
        <p:txBody>
          <a:bodyPr vert="horz" wrap="square" lIns="63500" tIns="63500" rIns="63500" bIns="63500" rtlCol="0" anchor="ctr"/>
          <a:lstStyle/>
          <a:p>
            <a:pPr algn="ctr">
              <a:defRPr/>
            </a:pPr>
            <a:endParaRPr/>
          </a:p>
        </p:txBody>
      </p:sp>
      <p:sp>
        <p:nvSpPr>
          <p:cNvPr id="2" name="AutoShape 2"/>
          <p:cNvSpPr/>
          <p:nvPr/>
        </p:nvSpPr>
        <p:spPr>
          <a:xfrm>
            <a:off x="762000" y="381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XOR (Exclusive OR) Operator</a:t>
            </a:r>
            <a:endParaRPr lang="en-US" sz="1100"/>
          </a:p>
        </p:txBody>
      </p:sp>
      <p:sp>
        <p:nvSpPr>
          <p:cNvPr id="3" name="AutoShape 3"/>
          <p:cNvSpPr/>
          <p:nvPr/>
        </p:nvSpPr>
        <p:spPr>
          <a:xfrm>
            <a:off x="1016000" y="1143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C3C3C"/>
                </a:solidFill>
                <a:latin typeface="Courier New"/>
                <a:ea typeface="Courier New"/>
                <a:cs typeface="Courier New"/>
                <a:sym typeface="Courier New"/>
              </a:rPr>
              <a:t>^</a:t>
            </a:r>
            <a:r>
              <a:rPr lang="en-US" sz="1500" b="0" i="0" u="none" strike="noStrike">
                <a:solidFill>
                  <a:srgbClr val="3C3C3C"/>
                </a:solidFill>
              </a:rPr>
              <a:t> is a "picky OR": exactly one operand must be true, not both.</a:t>
            </a:r>
            <a:endParaRPr lang="en-US" sz="1100"/>
          </a:p>
        </p:txBody>
      </p:sp>
      <p:graphicFrame>
        <p:nvGraphicFramePr>
          <p:cNvPr id="4" name="Table 4"/>
          <p:cNvGraphicFramePr>
            <a:graphicFrameLocks noGrp="1"/>
          </p:cNvGraphicFramePr>
          <p:nvPr/>
        </p:nvGraphicFramePr>
        <p:xfrm>
          <a:off x="1524000" y="1905000"/>
          <a:ext cx="5080000" cy="2540000"/>
        </p:xfrm>
        <a:graphic>
          <a:graphicData uri="http://schemas.openxmlformats.org/drawingml/2006/table">
            <a:tbl>
              <a:tblPr>
                <a:effectLst/>
              </a:tblPr>
              <a:tblGrid>
                <a:gridCol w="1689100">
                  <a:extLst>
                    <a:ext uri="{9D8B030D-6E8A-4147-A177-3AD203B41FA5}">
                      <a16:colId xmlns:a16="http://schemas.microsoft.com/office/drawing/2014/main" val="20000"/>
                    </a:ext>
                  </a:extLst>
                </a:gridCol>
                <a:gridCol w="16891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850900">
                <a:tc>
                  <a:txBody>
                    <a:bodyPr/>
                    <a:lstStyle/>
                    <a:p>
                      <a:pPr marL="0" indent="0" algn="ctr">
                        <a:lnSpc>
                          <a:spcPct val="100000"/>
                        </a:lnSpc>
                        <a:defRPr/>
                      </a:pPr>
                      <a:r>
                        <a:rPr lang="en-US" sz="1400" b="1" i="0" u="none" strike="noStrike">
                          <a:solidFill>
                            <a:srgbClr val="000000"/>
                          </a:solidFill>
                        </a:rPr>
                        <a:t>expr1 ^ expr2</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400" b="1" i="0" u="none" strike="noStrike">
                          <a:solidFill>
                            <a:srgbClr val="000000"/>
                          </a:solidFill>
                        </a:rPr>
                        <a:t>false</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400" b="1" i="0" u="none" strike="noStrike">
                          <a:solidFill>
                            <a:srgbClr val="000000"/>
                          </a:solidFill>
                        </a:rPr>
                        <a:t>true</a:t>
                      </a:r>
                      <a:endParaRPr lang="en-US" sz="1100"/>
                    </a:p>
                  </a:txBody>
                  <a:tcPr marL="101600" marR="101600" marT="101600" marB="101600" anchor="ctr">
                    <a:lnL>
                      <a:noFill/>
                    </a:lnL>
                    <a:lnR>
                      <a:noFill/>
                    </a:lnR>
                    <a:lnT>
                      <a:noFill/>
                    </a:lnT>
                    <a:lnB>
                      <a:noFill/>
                    </a:lnB>
                    <a:solidFill>
                      <a:srgbClr val="ADD8E6">
                        <a:alpha val="100000"/>
                      </a:srgbClr>
                    </a:solidFill>
                  </a:tcPr>
                </a:tc>
                <a:extLst>
                  <a:ext uri="{0D108BD9-81ED-4DB2-BD59-A6C34878D82A}">
                    <a16:rowId xmlns:a16="http://schemas.microsoft.com/office/drawing/2014/main" val="10000"/>
                  </a:ext>
                </a:extLst>
              </a:tr>
              <a:tr h="850900">
                <a:tc>
                  <a:txBody>
                    <a:bodyPr/>
                    <a:lstStyle/>
                    <a:p>
                      <a:pPr marL="0" indent="0" algn="ctr">
                        <a:lnSpc>
                          <a:spcPct val="100000"/>
                        </a:lnSpc>
                        <a:defRPr/>
                      </a:pPr>
                      <a:r>
                        <a:rPr lang="en-US" sz="1400" b="1" i="0" u="none" strike="noStrike">
                          <a:solidFill>
                            <a:srgbClr val="000000"/>
                          </a:solidFill>
                        </a:rPr>
                        <a:t>false</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400" b="0" i="0" u="none" strike="noStrike">
                          <a:solidFill>
                            <a:srgbClr val="000000"/>
                          </a:solidFill>
                        </a:rPr>
                        <a:t>false</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400" b="0" i="0" u="none" strike="noStrike">
                          <a:solidFill>
                            <a:srgbClr val="000000"/>
                          </a:solidFill>
                        </a:rPr>
                        <a:t>true</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838200">
                <a:tc>
                  <a:txBody>
                    <a:bodyPr/>
                    <a:lstStyle/>
                    <a:p>
                      <a:pPr marL="0" indent="0" algn="ctr">
                        <a:lnSpc>
                          <a:spcPct val="100000"/>
                        </a:lnSpc>
                        <a:defRPr/>
                      </a:pPr>
                      <a:r>
                        <a:rPr lang="en-US" sz="1400" b="1" i="0" u="none" strike="noStrike">
                          <a:solidFill>
                            <a:srgbClr val="000000"/>
                          </a:solidFill>
                        </a:rPr>
                        <a:t>true</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400" b="0" i="0" u="none" strike="noStrike">
                          <a:solidFill>
                            <a:srgbClr val="000000"/>
                          </a:solidFill>
                        </a:rPr>
                        <a:t>true</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400" b="0" i="0" u="none" strike="noStrike">
                          <a:solidFill>
                            <a:srgbClr val="000000"/>
                          </a:solidFill>
                        </a:rPr>
                        <a:t>false</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5" name="AutoShape 5"/>
          <p:cNvSpPr/>
          <p:nvPr/>
        </p:nvSpPr>
        <p:spPr>
          <a:xfrm>
            <a:off x="7177762" y="1623164"/>
            <a:ext cx="4318000" cy="2540000"/>
          </a:xfrm>
          <a:prstGeom prst="rect">
            <a:avLst/>
          </a:prstGeom>
          <a:noFill/>
          <a:ln w="12700" cap="flat" cmpd="sng">
            <a:noFill/>
            <a:prstDash val="solid"/>
            <a:round/>
          </a:ln>
        </p:spPr>
        <p:txBody>
          <a:bodyPr vert="horz" wrap="square" lIns="0" tIns="0" rIns="0" bIns="0" rtlCol="0" anchor="ctr" anchorCtr="0"/>
          <a:lstStyle/>
          <a:p>
            <a:r>
              <a:rPr lang="en-DK" dirty="0"/>
              <a:t>boolean passwordCorrect = true;</a:t>
            </a:r>
          </a:p>
          <a:p>
            <a:r>
              <a:rPr lang="en-DK" dirty="0"/>
              <a:t>boolean pinCorrect = false;</a:t>
            </a:r>
          </a:p>
          <a:p>
            <a:endParaRPr lang="en-DK" dirty="0"/>
          </a:p>
          <a:p>
            <a:r>
              <a:rPr lang="en-DK" dirty="0"/>
              <a:t>if (passwordCorrect ^ pinCorrect) {</a:t>
            </a:r>
          </a:p>
          <a:p>
            <a:r>
              <a:rPr lang="en-DK" dirty="0"/>
              <a:t>    System.out.println(”Only one </a:t>
            </a:r>
          </a:p>
          <a:p>
            <a:r>
              <a:rPr lang="en-DK" dirty="0"/>
              <a:t>authentication method</a:t>
            </a:r>
          </a:p>
          <a:p>
            <a:r>
              <a:rPr lang="en-DK" dirty="0"/>
              <a:t> is correct.");</a:t>
            </a:r>
          </a:p>
          <a:p>
            <a:r>
              <a:rPr lang="en-DK" dirty="0"/>
              <a:t>}</a:t>
            </a:r>
          </a:p>
          <a:p>
            <a:pPr marL="0" indent="0" algn="l">
              <a:lnSpc>
                <a:spcPct val="141666"/>
              </a:lnSpc>
              <a:defRPr/>
            </a:pPr>
            <a:endParaRPr lang="en-US" sz="1400" b="0" i="0" u="none" strike="noStrike" dirty="0">
              <a:solidFill>
                <a:srgbClr val="323232"/>
              </a:solidFill>
            </a:endParaRPr>
          </a:p>
        </p:txBody>
      </p:sp>
      <p:sp>
        <p:nvSpPr>
          <p:cNvPr id="6" name="AutoShape 6"/>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Short-Circuit vs Non-Short-Circuit Operators</a:t>
            </a:r>
            <a:endParaRPr lang="en-US" sz="1100"/>
          </a:p>
        </p:txBody>
      </p:sp>
      <p:graphicFrame>
        <p:nvGraphicFramePr>
          <p:cNvPr id="3" name="Table 3"/>
          <p:cNvGraphicFramePr>
            <a:graphicFrameLocks noGrp="1"/>
          </p:cNvGraphicFramePr>
          <p:nvPr/>
        </p:nvGraphicFramePr>
        <p:xfrm>
          <a:off x="1016000" y="1397000"/>
          <a:ext cx="10160000" cy="304800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4064000">
                  <a:extLst>
                    <a:ext uri="{9D8B030D-6E8A-4147-A177-3AD203B41FA5}">
                      <a16:colId xmlns:a16="http://schemas.microsoft.com/office/drawing/2014/main" val="20003"/>
                    </a:ext>
                  </a:extLst>
                </a:gridCol>
              </a:tblGrid>
              <a:tr h="558800">
                <a:tc>
                  <a:txBody>
                    <a:bodyPr/>
                    <a:lstStyle/>
                    <a:p>
                      <a:pPr marL="0" indent="0" algn="ctr">
                        <a:lnSpc>
                          <a:spcPct val="100000"/>
                        </a:lnSpc>
                        <a:defRPr/>
                      </a:pPr>
                      <a:r>
                        <a:rPr lang="en-US" sz="1300" b="1" i="0" u="none" strike="noStrike">
                          <a:solidFill>
                            <a:srgbClr val="000000"/>
                          </a:solidFill>
                        </a:rPr>
                        <a:t>Operator</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300" b="1" i="0" u="none" strike="noStrike">
                          <a:solidFill>
                            <a:srgbClr val="000000"/>
                          </a:solidFill>
                        </a:rPr>
                        <a:t>Name</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300" b="1" i="0" u="none" strike="noStrike">
                          <a:solidFill>
                            <a:srgbClr val="000000"/>
                          </a:solidFill>
                        </a:rPr>
                        <a:t>Short-Circuit?</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300" b="1" i="0" u="none" strike="noStrike">
                          <a:solidFill>
                            <a:srgbClr val="000000"/>
                          </a:solidFill>
                        </a:rPr>
                        <a:t>Behavior</a:t>
                      </a:r>
                      <a:endParaRPr lang="en-US" sz="1100"/>
                    </a:p>
                  </a:txBody>
                  <a:tcPr marL="101600" marR="101600" marT="101600" marB="101600" anchor="ctr">
                    <a:lnL>
                      <a:noFill/>
                    </a:lnL>
                    <a:lnR>
                      <a:noFill/>
                    </a:lnR>
                    <a:lnT>
                      <a:noFill/>
                    </a:lnT>
                    <a:lnB>
                      <a:noFill/>
                    </a:lnB>
                    <a:solidFill>
                      <a:srgbClr val="ADD8E6">
                        <a:alpha val="100000"/>
                      </a:srgbClr>
                    </a:solidFill>
                  </a:tcPr>
                </a:tc>
                <a:extLst>
                  <a:ext uri="{0D108BD9-81ED-4DB2-BD59-A6C34878D82A}">
                    <a16:rowId xmlns:a16="http://schemas.microsoft.com/office/drawing/2014/main" val="10000"/>
                  </a:ext>
                </a:extLst>
              </a:tr>
              <a:tr h="622300">
                <a:tc>
                  <a:txBody>
                    <a:bodyPr/>
                    <a:lstStyle/>
                    <a:p>
                      <a:pPr marL="0" indent="0" algn="ctr">
                        <a:lnSpc>
                          <a:spcPct val="100000"/>
                        </a:lnSpc>
                        <a:defRPr/>
                      </a:pPr>
                      <a:r>
                        <a:rPr lang="en-US" sz="1300" b="0" i="0" u="none" strike="noStrike">
                          <a:solidFill>
                            <a:srgbClr val="000000"/>
                          </a:solidFill>
                          <a:latin typeface="Courier New"/>
                          <a:ea typeface="Courier New"/>
                          <a:cs typeface="Courier New"/>
                          <a:sym typeface="Courier New"/>
                        </a:rPr>
                        <a:t>&amp;&amp;</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000000"/>
                          </a:solidFill>
                        </a:rPr>
                        <a:t>Conditional AND</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328232"/>
                          </a:solidFill>
                        </a:rPr>
                        <a:t>Yes</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Skips right side if left is false</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622300">
                <a:tc>
                  <a:txBody>
                    <a:bodyPr/>
                    <a:lstStyle/>
                    <a:p>
                      <a:pPr marL="0" indent="0" algn="ctr">
                        <a:lnSpc>
                          <a:spcPct val="100000"/>
                        </a:lnSpc>
                        <a:defRPr/>
                      </a:pPr>
                      <a:r>
                        <a:rPr lang="en-US" sz="1300" b="0" i="0" u="none" strike="noStrike">
                          <a:solidFill>
                            <a:srgbClr val="000000"/>
                          </a:solidFill>
                          <a:latin typeface="Courier New"/>
                          <a:ea typeface="Courier New"/>
                          <a:cs typeface="Courier New"/>
                          <a:sym typeface="Courier New"/>
                        </a:rPr>
                        <a:t>&amp;</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000000"/>
                          </a:solidFill>
                        </a:rPr>
                        <a:t>Boolean AND</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B45050"/>
                          </a:solidFill>
                        </a:rPr>
                        <a:t>No</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Always evaluates both sides</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622300">
                <a:tc>
                  <a:txBody>
                    <a:bodyPr/>
                    <a:lstStyle/>
                    <a:p>
                      <a:pPr marL="0" indent="0" algn="ctr">
                        <a:lnSpc>
                          <a:spcPct val="100000"/>
                        </a:lnSpc>
                        <a:defRPr/>
                      </a:pPr>
                      <a:r>
                        <a:rPr lang="en-US" sz="1300" b="0" i="0" u="none" strike="noStrike">
                          <a:solidFill>
                            <a:srgbClr val="000000"/>
                          </a:solidFill>
                          <a:latin typeface="Courier New"/>
                          <a:ea typeface="Courier New"/>
                          <a:cs typeface="Courier New"/>
                          <a:sym typeface="Courier New"/>
                        </a:rPr>
                        <a:t>||</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000000"/>
                          </a:solidFill>
                        </a:rPr>
                        <a:t>Conditional OR</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328232"/>
                          </a:solidFill>
                        </a:rPr>
                        <a:t>Yes</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Skips right side if left is true</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622300">
                <a:tc>
                  <a:txBody>
                    <a:bodyPr/>
                    <a:lstStyle/>
                    <a:p>
                      <a:pPr marL="0" indent="0" algn="ctr">
                        <a:lnSpc>
                          <a:spcPct val="100000"/>
                        </a:lnSpc>
                        <a:defRPr/>
                      </a:pPr>
                      <a:r>
                        <a:rPr lang="en-US" sz="1300" b="0" i="0" u="none" strike="noStrike">
                          <a:solidFill>
                            <a:srgbClr val="000000"/>
                          </a:solidFill>
                          <a:latin typeface="Courier New"/>
                          <a:ea typeface="Courier New"/>
                          <a:cs typeface="Courier New"/>
                          <a:sym typeface="Courier New"/>
                        </a:rPr>
                        <a:t>|</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000000"/>
                          </a:solidFill>
                        </a:rPr>
                        <a:t>Boolean OR</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B45050"/>
                          </a:solidFill>
                        </a:rPr>
                        <a:t>No</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Always evaluates both sides</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4" name="AutoShape 4"/>
          <p:cNvSpPr/>
          <p:nvPr/>
        </p:nvSpPr>
        <p:spPr>
          <a:xfrm>
            <a:off x="1016000" y="48260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323232"/>
                </a:solidFill>
              </a:rPr>
              <a:t>Use &amp;&amp; and || by default.</a:t>
            </a:r>
            <a:r>
              <a:rPr lang="en-US" sz="1400" b="0" i="0" u="none" strike="noStrike">
                <a:solidFill>
                  <a:srgbClr val="323232"/>
                </a:solidFill>
              </a:rPr>
              <a:t> They are more efficient and avoid unintended side effects.</a:t>
            </a:r>
            <a:endParaRPr lang="en-US" sz="1100"/>
          </a:p>
          <a:p>
            <a:pPr marL="0" indent="0" algn="l">
              <a:lnSpc>
                <a:spcPct val="133333"/>
              </a:lnSpc>
            </a:pPr>
            <a:r>
              <a:rPr lang="en-US" sz="1400" b="0" i="0" u="none" strike="noStrike">
                <a:solidFill>
                  <a:srgbClr val="323232"/>
                </a:solidFill>
              </a:rPr>
              <a:t>Use &amp; and | only when you intentionally need both operands evaluated (rare, and generally bad practice).</a:t>
            </a:r>
          </a:p>
        </p:txBody>
      </p:sp>
      <p:sp>
        <p:nvSpPr>
          <p:cNvPr id="5" name="AutoShape 5"/>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How Short-Circuit Evaluation Works</a:t>
            </a:r>
            <a:endParaRPr lang="en-US" sz="1100"/>
          </a:p>
        </p:txBody>
      </p:sp>
      <p:sp>
        <p:nvSpPr>
          <p:cNvPr id="3" name="AutoShape 3"/>
          <p:cNvSpPr/>
          <p:nvPr/>
        </p:nvSpPr>
        <p:spPr>
          <a:xfrm>
            <a:off x="1016000" y="1270000"/>
            <a:ext cx="4826000" cy="2286000"/>
          </a:xfrm>
          <a:prstGeom prst="roundRect">
            <a:avLst>
              <a:gd name="adj" fmla="val 4444"/>
            </a:avLst>
          </a:prstGeom>
          <a:solidFill>
            <a:srgbClr val="F5F8FC">
              <a:alpha val="100000"/>
            </a:srgbClr>
          </a:solidFill>
          <a:ln w="12700" cap="flat" cmpd="sng">
            <a:solidFill>
              <a:srgbClr val="648CB4">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06500" y="1460500"/>
            <a:ext cx="4445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1" i="0" u="none" strike="noStrike" dirty="0">
                <a:solidFill>
                  <a:srgbClr val="367E88"/>
                </a:solidFill>
              </a:rPr>
              <a:t>&amp;&amp; (AND):</a:t>
            </a:r>
            <a:endParaRPr lang="en-US" sz="1100" dirty="0"/>
          </a:p>
          <a:p>
            <a:pPr marL="0" indent="0" algn="l">
              <a:lnSpc>
                <a:spcPct val="141666"/>
              </a:lnSpc>
            </a:pPr>
            <a:r>
              <a:rPr lang="en-US" sz="1400" b="0" i="0" u="none" strike="noStrike" dirty="0">
                <a:solidFill>
                  <a:srgbClr val="282828"/>
                </a:solidFill>
              </a:rPr>
              <a:t>If left side is </a:t>
            </a:r>
            <a:r>
              <a:rPr lang="en-US" sz="1400" b="1" i="0" u="none" strike="noStrike" dirty="0">
                <a:solidFill>
                  <a:srgbClr val="B43C3C"/>
                </a:solidFill>
              </a:rPr>
              <a:t>false</a:t>
            </a:r>
            <a:r>
              <a:rPr lang="en-US" sz="1400" b="0" i="0" u="none" strike="noStrike" dirty="0">
                <a:solidFill>
                  <a:srgbClr val="282828"/>
                </a:solidFill>
              </a:rPr>
              <a:t>, result is false.</a:t>
            </a:r>
          </a:p>
          <a:p>
            <a:pPr marL="0" indent="0" algn="l">
              <a:lnSpc>
                <a:spcPct val="141666"/>
              </a:lnSpc>
            </a:pPr>
            <a:r>
              <a:rPr lang="en-US" sz="1400" b="0" i="0" u="none" strike="noStrike" dirty="0">
                <a:solidFill>
                  <a:srgbClr val="282828"/>
                </a:solidFill>
              </a:rPr>
              <a:t>Right side is NOT evaluated.</a:t>
            </a:r>
          </a:p>
          <a:p>
            <a:pPr marL="0" indent="0" algn="l">
              <a:lnSpc>
                <a:spcPct val="141666"/>
              </a:lnSpc>
            </a:pPr>
            <a:endParaRPr lang="en-US" sz="1400" b="0" i="0" u="none" strike="noStrike" dirty="0">
              <a:solidFill>
                <a:srgbClr val="282828"/>
              </a:solidFill>
            </a:endParaRPr>
          </a:p>
          <a:p>
            <a:pPr marL="0" indent="0" algn="l">
              <a:lnSpc>
                <a:spcPct val="141666"/>
              </a:lnSpc>
            </a:pPr>
            <a:r>
              <a:rPr lang="en-US" sz="1400" b="0" i="0" u="none" strike="noStrike" dirty="0">
                <a:solidFill>
                  <a:schemeClr val="tx1"/>
                </a:solidFill>
                <a:highlight>
                  <a:srgbClr val="C0C0C0"/>
                </a:highlight>
                <a:latin typeface="Courier New"/>
                <a:ea typeface="Courier New"/>
                <a:cs typeface="Courier New"/>
                <a:sym typeface="Courier New"/>
              </a:rPr>
              <a:t>2 &lt; </a:t>
            </a:r>
            <a:r>
              <a:rPr lang="en-US" sz="1400" b="0" i="0" u="none" strike="noStrike" dirty="0" err="1">
                <a:solidFill>
                  <a:schemeClr val="tx1"/>
                </a:solidFill>
                <a:highlight>
                  <a:srgbClr val="C0C0C0"/>
                </a:highlight>
                <a:latin typeface="Courier New"/>
                <a:ea typeface="Courier New"/>
                <a:cs typeface="Courier New"/>
                <a:sym typeface="Courier New"/>
              </a:rPr>
              <a:t>antal</a:t>
            </a:r>
            <a:r>
              <a:rPr lang="en-US" sz="1400" b="0" i="0" u="none" strike="noStrike" dirty="0">
                <a:solidFill>
                  <a:schemeClr val="tx1"/>
                </a:solidFill>
                <a:highlight>
                  <a:srgbClr val="C0C0C0"/>
                </a:highlight>
                <a:latin typeface="Courier New"/>
                <a:ea typeface="Courier New"/>
                <a:cs typeface="Courier New"/>
                <a:sym typeface="Courier New"/>
              </a:rPr>
              <a:t> &amp;&amp; </a:t>
            </a:r>
            <a:r>
              <a:rPr lang="en-US" sz="1400" b="0" i="0" u="none" strike="noStrike" dirty="0" err="1">
                <a:solidFill>
                  <a:schemeClr val="tx1"/>
                </a:solidFill>
                <a:highlight>
                  <a:srgbClr val="C0C0C0"/>
                </a:highlight>
                <a:latin typeface="Courier New"/>
                <a:ea typeface="Courier New"/>
                <a:cs typeface="Courier New"/>
                <a:sym typeface="Courier New"/>
              </a:rPr>
              <a:t>antal</a:t>
            </a:r>
            <a:r>
              <a:rPr lang="en-US" sz="1400" b="0" i="0" u="none" strike="noStrike" dirty="0">
                <a:solidFill>
                  <a:schemeClr val="tx1"/>
                </a:solidFill>
                <a:highlight>
                  <a:srgbClr val="C0C0C0"/>
                </a:highlight>
                <a:latin typeface="Courier New"/>
                <a:ea typeface="Courier New"/>
                <a:cs typeface="Courier New"/>
                <a:sym typeface="Courier New"/>
              </a:rPr>
              <a:t> &lt; 10</a:t>
            </a:r>
          </a:p>
          <a:p>
            <a:pPr marL="0" indent="0" algn="l">
              <a:lnSpc>
                <a:spcPct val="141666"/>
              </a:lnSpc>
            </a:pPr>
            <a:r>
              <a:rPr lang="en-US" sz="1400" b="0" i="0" u="none" strike="noStrike" dirty="0">
                <a:solidFill>
                  <a:srgbClr val="282828"/>
                </a:solidFill>
              </a:rPr>
              <a:t>If </a:t>
            </a:r>
            <a:r>
              <a:rPr lang="en-US" sz="1400" b="0" i="0" u="none" strike="noStrike" dirty="0" err="1">
                <a:solidFill>
                  <a:srgbClr val="282828"/>
                </a:solidFill>
                <a:latin typeface="Courier New"/>
                <a:ea typeface="Courier New"/>
                <a:cs typeface="Courier New"/>
                <a:sym typeface="Courier New"/>
              </a:rPr>
              <a:t>antal</a:t>
            </a:r>
            <a:r>
              <a:rPr lang="en-US" sz="1400" b="0" i="0" u="none" strike="noStrike" dirty="0">
                <a:solidFill>
                  <a:srgbClr val="282828"/>
                </a:solidFill>
                <a:latin typeface="Courier New"/>
                <a:ea typeface="Courier New"/>
                <a:cs typeface="Courier New"/>
                <a:sym typeface="Courier New"/>
              </a:rPr>
              <a:t> = 0</a:t>
            </a:r>
            <a:r>
              <a:rPr lang="en-US" sz="1400" b="0" i="0" u="none" strike="noStrike" dirty="0">
                <a:solidFill>
                  <a:srgbClr val="282828"/>
                </a:solidFill>
              </a:rPr>
              <a:t>: first part is false,</a:t>
            </a:r>
          </a:p>
          <a:p>
            <a:pPr marL="0" indent="0" algn="l">
              <a:lnSpc>
                <a:spcPct val="141666"/>
              </a:lnSpc>
            </a:pPr>
            <a:r>
              <a:rPr lang="en-US" sz="1400" b="0" i="0" u="none" strike="noStrike" dirty="0">
                <a:solidFill>
                  <a:srgbClr val="282828"/>
                </a:solidFill>
              </a:rPr>
              <a:t> second part is skipped.</a:t>
            </a:r>
          </a:p>
        </p:txBody>
      </p:sp>
      <p:sp>
        <p:nvSpPr>
          <p:cNvPr id="5" name="AutoShape 5"/>
          <p:cNvSpPr/>
          <p:nvPr/>
        </p:nvSpPr>
        <p:spPr>
          <a:xfrm>
            <a:off x="6350000" y="1270000"/>
            <a:ext cx="4826000" cy="2286000"/>
          </a:xfrm>
          <a:prstGeom prst="roundRect">
            <a:avLst>
              <a:gd name="adj" fmla="val 4444"/>
            </a:avLst>
          </a:prstGeom>
          <a:solidFill>
            <a:srgbClr val="F5F8FC">
              <a:alpha val="100000"/>
            </a:srgbClr>
          </a:solidFill>
          <a:ln w="12700" cap="flat" cmpd="sng">
            <a:solidFill>
              <a:srgbClr val="648CB4">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540500" y="1460500"/>
            <a:ext cx="4445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1" i="0" u="none" strike="noStrike" dirty="0">
                <a:solidFill>
                  <a:srgbClr val="367E88"/>
                </a:solidFill>
              </a:rPr>
              <a:t>|| (OR):</a:t>
            </a:r>
            <a:endParaRPr lang="en-US" sz="1100" dirty="0"/>
          </a:p>
          <a:p>
            <a:pPr marL="0" indent="0" algn="l">
              <a:lnSpc>
                <a:spcPct val="141666"/>
              </a:lnSpc>
            </a:pPr>
            <a:r>
              <a:rPr lang="en-US" sz="1400" b="0" i="0" u="none" strike="noStrike" dirty="0">
                <a:solidFill>
                  <a:srgbClr val="282828"/>
                </a:solidFill>
              </a:rPr>
              <a:t>If left side is </a:t>
            </a:r>
            <a:r>
              <a:rPr lang="en-US" sz="1400" b="1" i="0" u="none" strike="noStrike" dirty="0">
                <a:solidFill>
                  <a:srgbClr val="328232"/>
                </a:solidFill>
              </a:rPr>
              <a:t>true</a:t>
            </a:r>
            <a:r>
              <a:rPr lang="en-US" sz="1400" b="0" i="0" u="none" strike="noStrike" dirty="0">
                <a:solidFill>
                  <a:srgbClr val="282828"/>
                </a:solidFill>
              </a:rPr>
              <a:t>, result is true.</a:t>
            </a:r>
          </a:p>
          <a:p>
            <a:pPr marL="0" indent="0" algn="l">
              <a:lnSpc>
                <a:spcPct val="141666"/>
              </a:lnSpc>
            </a:pPr>
            <a:r>
              <a:rPr lang="en-US" sz="1400" b="0" i="0" u="none" strike="noStrike" dirty="0">
                <a:solidFill>
                  <a:srgbClr val="282828"/>
                </a:solidFill>
              </a:rPr>
              <a:t>Right side is NOT evaluated.</a:t>
            </a:r>
          </a:p>
          <a:p>
            <a:pPr marL="0" indent="0" algn="l">
              <a:lnSpc>
                <a:spcPct val="141666"/>
              </a:lnSpc>
            </a:pPr>
            <a:endParaRPr lang="en-US" sz="1400" b="0" i="0" u="none" strike="noStrike" dirty="0">
              <a:solidFill>
                <a:srgbClr val="282828"/>
              </a:solidFill>
            </a:endParaRPr>
          </a:p>
          <a:p>
            <a:pPr marL="0" indent="0" algn="l">
              <a:lnSpc>
                <a:spcPct val="141666"/>
              </a:lnSpc>
            </a:pPr>
            <a:r>
              <a:rPr lang="en-US" sz="1400" b="0" i="0" u="none" strike="noStrike" dirty="0" err="1">
                <a:solidFill>
                  <a:srgbClr val="282828"/>
                </a:solidFill>
                <a:highlight>
                  <a:srgbClr val="C0C0C0"/>
                </a:highlight>
                <a:latin typeface="Courier New"/>
                <a:ea typeface="Courier New"/>
                <a:cs typeface="Courier New"/>
                <a:sym typeface="Courier New"/>
              </a:rPr>
              <a:t>antal</a:t>
            </a:r>
            <a:r>
              <a:rPr lang="en-US" sz="1400" b="0" i="0" u="none" strike="noStrike" dirty="0">
                <a:solidFill>
                  <a:srgbClr val="282828"/>
                </a:solidFill>
                <a:highlight>
                  <a:srgbClr val="C0C0C0"/>
                </a:highlight>
                <a:latin typeface="Courier New"/>
                <a:ea typeface="Courier New"/>
                <a:cs typeface="Courier New"/>
                <a:sym typeface="Courier New"/>
              </a:rPr>
              <a:t> &lt;= 2 || </a:t>
            </a:r>
            <a:r>
              <a:rPr lang="en-US" sz="1400" b="0" i="0" u="none" strike="noStrike" dirty="0" err="1">
                <a:solidFill>
                  <a:srgbClr val="282828"/>
                </a:solidFill>
                <a:highlight>
                  <a:srgbClr val="C0C0C0"/>
                </a:highlight>
                <a:latin typeface="Courier New"/>
                <a:ea typeface="Courier New"/>
                <a:cs typeface="Courier New"/>
                <a:sym typeface="Courier New"/>
              </a:rPr>
              <a:t>antal</a:t>
            </a:r>
            <a:r>
              <a:rPr lang="en-US" sz="1400" b="0" i="0" u="none" strike="noStrike" dirty="0">
                <a:solidFill>
                  <a:srgbClr val="282828"/>
                </a:solidFill>
                <a:highlight>
                  <a:srgbClr val="C0C0C0"/>
                </a:highlight>
                <a:latin typeface="Courier New"/>
                <a:ea typeface="Courier New"/>
                <a:cs typeface="Courier New"/>
                <a:sym typeface="Courier New"/>
              </a:rPr>
              <a:t> &gt;= 10</a:t>
            </a:r>
          </a:p>
          <a:p>
            <a:pPr marL="0" indent="0" algn="l">
              <a:lnSpc>
                <a:spcPct val="141666"/>
              </a:lnSpc>
            </a:pPr>
            <a:r>
              <a:rPr lang="en-US" sz="1400" b="0" i="0" u="none" strike="noStrike" dirty="0">
                <a:solidFill>
                  <a:srgbClr val="282828"/>
                </a:solidFill>
              </a:rPr>
              <a:t>If </a:t>
            </a:r>
            <a:r>
              <a:rPr lang="en-US" sz="1400" b="0" i="0" u="none" strike="noStrike" dirty="0" err="1">
                <a:solidFill>
                  <a:srgbClr val="282828"/>
                </a:solidFill>
                <a:latin typeface="Courier New"/>
                <a:ea typeface="Courier New"/>
                <a:cs typeface="Courier New"/>
                <a:sym typeface="Courier New"/>
              </a:rPr>
              <a:t>antal</a:t>
            </a:r>
            <a:r>
              <a:rPr lang="en-US" sz="1400" b="0" i="0" u="none" strike="noStrike" dirty="0">
                <a:solidFill>
                  <a:srgbClr val="282828"/>
                </a:solidFill>
                <a:latin typeface="Courier New"/>
                <a:ea typeface="Courier New"/>
                <a:cs typeface="Courier New"/>
                <a:sym typeface="Courier New"/>
              </a:rPr>
              <a:t> = 1</a:t>
            </a:r>
            <a:r>
              <a:rPr lang="en-US" sz="1400" b="0" i="0" u="none" strike="noStrike" dirty="0">
                <a:solidFill>
                  <a:srgbClr val="282828"/>
                </a:solidFill>
              </a:rPr>
              <a:t>: first part is true,</a:t>
            </a:r>
          </a:p>
          <a:p>
            <a:pPr marL="0" indent="0" algn="l">
              <a:lnSpc>
                <a:spcPct val="141666"/>
              </a:lnSpc>
            </a:pPr>
            <a:r>
              <a:rPr lang="en-US" sz="1400" b="0" i="0" u="none" strike="noStrike" dirty="0">
                <a:solidFill>
                  <a:srgbClr val="282828"/>
                </a:solidFill>
              </a:rPr>
              <a:t> second part is skipped.</a:t>
            </a:r>
          </a:p>
        </p:txBody>
      </p:sp>
      <p:sp>
        <p:nvSpPr>
          <p:cNvPr id="9" name="AutoShape 9"/>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85778" y="714073"/>
            <a:ext cx="4119669" cy="338613"/>
          </a:xfrm>
          <a:prstGeom prst="rect">
            <a:avLst/>
          </a:prstGeom>
          <a:ln w="12700">
            <a:noFill/>
            <a:prstDash val="solid"/>
          </a:ln>
        </p:spPr>
      </p:pic>
      <p:sp>
        <p:nvSpPr>
          <p:cNvPr id="3" name="AutoShape 3"/>
          <p:cNvSpPr/>
          <p:nvPr/>
        </p:nvSpPr>
        <p:spPr>
          <a:xfrm>
            <a:off x="787400" y="1459166"/>
            <a:ext cx="10081895" cy="387927"/>
          </a:xfrm>
          <a:prstGeom prst="rect">
            <a:avLst/>
          </a:prstGeom>
          <a:noFill/>
          <a:ln w="12700">
            <a:noFill/>
            <a:prstDash val="solid"/>
          </a:ln>
        </p:spPr>
        <p:txBody>
          <a:bodyPr vert="horz" wrap="square" lIns="0" tIns="15875" rIns="0" bIns="0" rtlCol="0" anchor="t">
            <a:spAutoFit/>
          </a:bodyPr>
          <a:lstStyle>
            <a:lvl1pPr marL="507365" indent="-317500"/>
            <a:lvl2pPr marL="964565" indent="-317500"/>
            <a:lvl3pPr marL="1421765" indent="-317500"/>
            <a:lvl4pPr marL="1878965" indent="-317500"/>
            <a:lvl5pPr marL="2336165" indent="-317500"/>
            <a:lvl6pPr marL="2793365" indent="-317500"/>
            <a:lvl7pPr marL="3250565" indent="-317500"/>
            <a:lvl8pPr marL="3707765" indent="-317500"/>
            <a:lvl9pPr marL="4164965" indent="-317500"/>
          </a:lstStyle>
          <a:p>
            <a:pPr marL="189865" indent="-189865" algn="l">
              <a:lnSpc>
                <a:spcPts val="2860"/>
              </a:lnSpc>
              <a:spcBef>
                <a:spcPts val="125"/>
              </a:spcBef>
              <a:buClr>
                <a:srgbClr val="2CA1BE"/>
              </a:buClr>
              <a:buSzPct val="69000"/>
              <a:buChar char=""/>
              <a:tabLst>
                <a:tab pos="189865" algn="l"/>
              </a:tabLst>
              <a:defRPr/>
            </a:pPr>
            <a:r>
              <a:rPr lang="en-US" sz="2450" b="0" i="0" u="none" strike="noStrike" spc="70" dirty="0">
                <a:solidFill>
                  <a:srgbClr val="1F2329"/>
                </a:solidFill>
                <a:latin typeface="Times New Roman"/>
                <a:ea typeface="Times New Roman"/>
                <a:cs typeface="Times New Roman"/>
                <a:sym typeface="Times New Roman"/>
              </a:rPr>
              <a:t>The</a:t>
            </a:r>
            <a:r>
              <a:rPr lang="en-US" sz="2450" b="0" i="0" u="none" strike="noStrike" spc="-15" dirty="0">
                <a:solidFill>
                  <a:srgbClr val="1F2329"/>
                </a:solidFill>
                <a:latin typeface="Times New Roman"/>
                <a:ea typeface="Times New Roman"/>
                <a:cs typeface="Times New Roman"/>
                <a:sym typeface="Times New Roman"/>
              </a:rPr>
              <a:t> </a:t>
            </a:r>
            <a:r>
              <a:rPr lang="en-US" sz="2450" b="0" i="0" u="none" strike="noStrike" spc="125" dirty="0">
                <a:solidFill>
                  <a:srgbClr val="0000FF"/>
                </a:solidFill>
                <a:latin typeface="Arial"/>
                <a:ea typeface="Arial"/>
                <a:cs typeface="Arial"/>
                <a:sym typeface="Arial"/>
              </a:rPr>
              <a:t>!</a:t>
            </a:r>
            <a:r>
              <a:rPr lang="en-US" sz="2450" b="0" i="0" u="none" strike="noStrike" spc="-135" dirty="0">
                <a:solidFill>
                  <a:srgbClr val="0000FF"/>
                </a:solidFill>
                <a:latin typeface="Arial"/>
                <a:ea typeface="Arial"/>
                <a:cs typeface="Arial"/>
                <a:sym typeface="Arial"/>
              </a:rPr>
              <a:t> </a:t>
            </a:r>
            <a:r>
              <a:rPr lang="en-US" sz="2450" b="0" i="0" u="none" strike="noStrike" spc="95" dirty="0">
                <a:solidFill>
                  <a:srgbClr val="1F2329"/>
                </a:solidFill>
                <a:latin typeface="Times New Roman"/>
                <a:ea typeface="Times New Roman"/>
                <a:cs typeface="Times New Roman"/>
                <a:sym typeface="Times New Roman"/>
              </a:rPr>
              <a:t>(</a:t>
            </a:r>
            <a:r>
              <a:rPr lang="en-US" sz="2450" b="1" i="0" u="none" strike="noStrike" spc="95" dirty="0">
                <a:solidFill>
                  <a:srgbClr val="0000FF"/>
                </a:solidFill>
                <a:latin typeface="Times New Roman"/>
                <a:ea typeface="Times New Roman"/>
                <a:cs typeface="Times New Roman"/>
                <a:sym typeface="Times New Roman"/>
              </a:rPr>
              <a:t>logical</a:t>
            </a:r>
            <a:r>
              <a:rPr lang="en-US" sz="2450" b="1" i="0" u="none" strike="noStrike" spc="55" dirty="0">
                <a:solidFill>
                  <a:srgbClr val="0000FF"/>
                </a:solidFill>
                <a:latin typeface="Times New Roman"/>
                <a:ea typeface="Times New Roman"/>
                <a:cs typeface="Times New Roman"/>
                <a:sym typeface="Times New Roman"/>
              </a:rPr>
              <a:t> </a:t>
            </a:r>
            <a:r>
              <a:rPr lang="en-US" sz="2450" b="1" i="0" u="none" strike="noStrike" spc="-125" dirty="0">
                <a:solidFill>
                  <a:srgbClr val="0000FF"/>
                </a:solidFill>
                <a:latin typeface="Times New Roman"/>
                <a:ea typeface="Times New Roman"/>
                <a:cs typeface="Times New Roman"/>
                <a:sym typeface="Times New Roman"/>
              </a:rPr>
              <a:t>NOT</a:t>
            </a:r>
            <a:r>
              <a:rPr lang="en-US" sz="2450" b="0" i="0" u="none" strike="noStrike" spc="-125" dirty="0">
                <a:solidFill>
                  <a:srgbClr val="1F2329"/>
                </a:solidFill>
                <a:latin typeface="Times New Roman"/>
                <a:ea typeface="Times New Roman"/>
                <a:cs typeface="Times New Roman"/>
                <a:sym typeface="Times New Roman"/>
              </a:rPr>
              <a:t>,</a:t>
            </a:r>
            <a:r>
              <a:rPr lang="en-US" sz="2450" b="0" i="0" u="none" strike="noStrike" spc="85" dirty="0">
                <a:solidFill>
                  <a:srgbClr val="1F2329"/>
                </a:solidFill>
                <a:latin typeface="Times New Roman"/>
                <a:ea typeface="Times New Roman"/>
                <a:cs typeface="Times New Roman"/>
                <a:sym typeface="Times New Roman"/>
              </a:rPr>
              <a:t> </a:t>
            </a:r>
            <a:r>
              <a:rPr lang="en-US" sz="2450" b="0" i="0" u="none" strike="noStrike" spc="60" dirty="0">
                <a:solidFill>
                  <a:srgbClr val="1F2329"/>
                </a:solidFill>
                <a:latin typeface="Times New Roman"/>
                <a:ea typeface="Times New Roman"/>
                <a:cs typeface="Times New Roman"/>
                <a:sym typeface="Times New Roman"/>
              </a:rPr>
              <a:t>“reverses”</a:t>
            </a:r>
            <a:r>
              <a:rPr lang="en-US" sz="2450" b="0" i="0" u="none" strike="noStrike" spc="50" dirty="0">
                <a:solidFill>
                  <a:srgbClr val="1F2329"/>
                </a:solidFill>
                <a:latin typeface="Times New Roman"/>
                <a:ea typeface="Times New Roman"/>
                <a:cs typeface="Times New Roman"/>
                <a:sym typeface="Times New Roman"/>
              </a:rPr>
              <a:t> </a:t>
            </a:r>
            <a:r>
              <a:rPr lang="en-US" sz="2450" b="0" i="0" u="none" strike="noStrike" spc="125" dirty="0">
                <a:solidFill>
                  <a:srgbClr val="1F2329"/>
                </a:solidFill>
                <a:latin typeface="Times New Roman"/>
                <a:ea typeface="Times New Roman"/>
                <a:cs typeface="Times New Roman"/>
                <a:sym typeface="Times New Roman"/>
              </a:rPr>
              <a:t>the</a:t>
            </a:r>
            <a:r>
              <a:rPr lang="en-US" sz="2450" b="0" i="0" u="none" strike="noStrike" spc="-5" dirty="0">
                <a:solidFill>
                  <a:srgbClr val="1F2329"/>
                </a:solidFill>
                <a:latin typeface="Times New Roman"/>
                <a:ea typeface="Times New Roman"/>
                <a:cs typeface="Times New Roman"/>
                <a:sym typeface="Times New Roman"/>
              </a:rPr>
              <a:t> </a:t>
            </a:r>
            <a:r>
              <a:rPr lang="en-US" sz="2450" b="0" i="0" u="none" strike="noStrike" spc="75" dirty="0">
                <a:solidFill>
                  <a:srgbClr val="1F2329"/>
                </a:solidFill>
                <a:latin typeface="Times New Roman"/>
                <a:ea typeface="Times New Roman"/>
                <a:cs typeface="Times New Roman"/>
                <a:sym typeface="Times New Roman"/>
              </a:rPr>
              <a:t>meaning</a:t>
            </a:r>
            <a:r>
              <a:rPr lang="en-US" sz="2450" b="0" i="0" u="none" strike="noStrike" spc="220" dirty="0">
                <a:solidFill>
                  <a:srgbClr val="1F2329"/>
                </a:solidFill>
                <a:latin typeface="Times New Roman"/>
                <a:ea typeface="Times New Roman"/>
                <a:cs typeface="Times New Roman"/>
                <a:sym typeface="Times New Roman"/>
              </a:rPr>
              <a:t> </a:t>
            </a:r>
            <a:r>
              <a:rPr lang="en-US" sz="2450" b="0" i="0" u="none" strike="noStrike" dirty="0">
                <a:solidFill>
                  <a:srgbClr val="1F2329"/>
                </a:solidFill>
                <a:latin typeface="Times New Roman"/>
                <a:ea typeface="Times New Roman"/>
                <a:cs typeface="Times New Roman"/>
                <a:sym typeface="Times New Roman"/>
              </a:rPr>
              <a:t>of</a:t>
            </a:r>
            <a:r>
              <a:rPr lang="en-US" sz="2450" b="0" i="0" u="none" strike="noStrike" spc="-75" dirty="0">
                <a:solidFill>
                  <a:srgbClr val="1F2329"/>
                </a:solidFill>
                <a:latin typeface="Times New Roman"/>
                <a:ea typeface="Times New Roman"/>
                <a:cs typeface="Times New Roman"/>
                <a:sym typeface="Times New Roman"/>
              </a:rPr>
              <a:t> </a:t>
            </a:r>
            <a:r>
              <a:rPr lang="en-US" sz="2450" b="0" i="0" u="none" strike="noStrike" spc="113" dirty="0">
                <a:solidFill>
                  <a:srgbClr val="1F2329"/>
                </a:solidFill>
                <a:latin typeface="Times New Roman"/>
                <a:ea typeface="Times New Roman"/>
                <a:cs typeface="Times New Roman"/>
                <a:sym typeface="Times New Roman"/>
              </a:rPr>
              <a:t>a</a:t>
            </a:r>
            <a:r>
              <a:rPr lang="en-US" sz="2450" b="0" i="0" u="none" strike="noStrike" spc="-5" dirty="0">
                <a:solidFill>
                  <a:srgbClr val="1F2329"/>
                </a:solidFill>
                <a:latin typeface="Times New Roman"/>
                <a:ea typeface="Times New Roman"/>
                <a:cs typeface="Times New Roman"/>
                <a:sym typeface="Times New Roman"/>
              </a:rPr>
              <a:t> </a:t>
            </a:r>
            <a:r>
              <a:rPr lang="en-US" sz="2450" b="0" i="0" u="none" strike="noStrike" spc="50" dirty="0">
                <a:solidFill>
                  <a:srgbClr val="1F2329"/>
                </a:solidFill>
                <a:latin typeface="Times New Roman"/>
                <a:ea typeface="Times New Roman"/>
                <a:cs typeface="Times New Roman"/>
                <a:sym typeface="Times New Roman"/>
              </a:rPr>
              <a:t>condition.</a:t>
            </a:r>
          </a:p>
        </p:txBody>
      </p:sp>
      <p:sp>
        <p:nvSpPr>
          <p:cNvPr id="4" name="AutoShape 4"/>
          <p:cNvSpPr/>
          <p:nvPr/>
        </p:nvSpPr>
        <p:spPr>
          <a:xfrm>
            <a:off x="4570476" y="6600507"/>
            <a:ext cx="2407285"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spc="-35">
                <a:solidFill>
                  <a:srgbClr val="1F2329"/>
                </a:solidFill>
                <a:latin typeface="Arial"/>
                <a:ea typeface="Arial"/>
                <a:cs typeface="Arial"/>
                <a:sym typeface="Arial"/>
              </a:rPr>
              <a:t>Copyright</a:t>
            </a:r>
            <a:r>
              <a:rPr lang="en-US" sz="750" b="0" i="0" u="none" strike="noStrike" spc="25">
                <a:solidFill>
                  <a:srgbClr val="1F2329"/>
                </a:solidFill>
                <a:latin typeface="Arial"/>
                <a:ea typeface="Arial"/>
                <a:cs typeface="Arial"/>
                <a:sym typeface="Arial"/>
              </a:rPr>
              <a:t> </a:t>
            </a:r>
            <a:r>
              <a:rPr lang="en-US" sz="750" b="0" i="0" u="none" strike="noStrike" spc="75">
                <a:solidFill>
                  <a:srgbClr val="1F2329"/>
                </a:solidFill>
                <a:latin typeface="Arial"/>
                <a:ea typeface="Arial"/>
                <a:cs typeface="Arial"/>
                <a:sym typeface="Arial"/>
              </a:rPr>
              <a:t>©</a:t>
            </a:r>
            <a:r>
              <a:rPr lang="en-US" sz="750" b="0" i="0" u="none" strike="noStrike" spc="-20">
                <a:solidFill>
                  <a:srgbClr val="1F2329"/>
                </a:solidFill>
                <a:latin typeface="Arial"/>
                <a:ea typeface="Arial"/>
                <a:cs typeface="Arial"/>
                <a:sym typeface="Arial"/>
              </a:rPr>
              <a:t> </a:t>
            </a:r>
            <a:r>
              <a:rPr lang="en-US" sz="750" b="0" i="0" u="none" strike="noStrike" spc="-45">
                <a:solidFill>
                  <a:srgbClr val="1F2329"/>
                </a:solidFill>
                <a:latin typeface="Arial"/>
                <a:ea typeface="Arial"/>
                <a:cs typeface="Arial"/>
                <a:sym typeface="Arial"/>
              </a:rPr>
              <a:t>2020</a:t>
            </a:r>
            <a:r>
              <a:rPr lang="en-US" sz="750" b="0" i="0" u="none" strike="noStrike" spc="-60">
                <a:solidFill>
                  <a:srgbClr val="1F2329"/>
                </a:solidFill>
                <a:latin typeface="Arial"/>
                <a:ea typeface="Arial"/>
                <a:cs typeface="Arial"/>
                <a:sym typeface="Arial"/>
              </a:rPr>
              <a:t> </a:t>
            </a:r>
            <a:r>
              <a:rPr lang="en-US" sz="750" b="0" i="0" u="none" strike="noStrike" spc="-55">
                <a:solidFill>
                  <a:srgbClr val="1F2329"/>
                </a:solidFill>
                <a:latin typeface="Arial"/>
                <a:ea typeface="Arial"/>
                <a:cs typeface="Arial"/>
                <a:sym typeface="Arial"/>
              </a:rPr>
              <a:t>Pearson</a:t>
            </a:r>
            <a:r>
              <a:rPr lang="en-US" sz="750" b="0" i="0" u="none" strike="noStrike">
                <a:solidFill>
                  <a:srgbClr val="1F2329"/>
                </a:solidFill>
                <a:latin typeface="Arial"/>
                <a:ea typeface="Arial"/>
                <a:cs typeface="Arial"/>
                <a:sym typeface="Arial"/>
              </a:rPr>
              <a:t> </a:t>
            </a:r>
            <a:r>
              <a:rPr lang="en-US" sz="750" b="0" i="0" u="none" strike="noStrike" spc="-40">
                <a:solidFill>
                  <a:srgbClr val="1F2329"/>
                </a:solidFill>
                <a:latin typeface="Arial"/>
                <a:ea typeface="Arial"/>
                <a:cs typeface="Arial"/>
                <a:sym typeface="Arial"/>
              </a:rPr>
              <a:t>Education</a:t>
            </a:r>
            <a:r>
              <a:rPr lang="en-US" sz="750" b="0" i="0" u="none" strike="noStrike" spc="60">
                <a:solidFill>
                  <a:srgbClr val="1F2329"/>
                </a:solidFill>
                <a:latin typeface="Arial"/>
                <a:ea typeface="Arial"/>
                <a:cs typeface="Arial"/>
                <a:sym typeface="Arial"/>
              </a:rPr>
              <a:t> </a:t>
            </a:r>
            <a:r>
              <a:rPr lang="en-US" sz="750" b="0" i="0" u="none" strike="noStrike" spc="-25">
                <a:solidFill>
                  <a:srgbClr val="1F2329"/>
                </a:solidFill>
                <a:latin typeface="Arial"/>
                <a:ea typeface="Arial"/>
                <a:cs typeface="Arial"/>
                <a:sym typeface="Arial"/>
              </a:rPr>
              <a:t>Ltd.</a:t>
            </a:r>
            <a:r>
              <a:rPr lang="en-US" sz="750" b="0" i="0" u="none" strike="noStrike" spc="35">
                <a:solidFill>
                  <a:srgbClr val="1F2329"/>
                </a:solidFill>
                <a:latin typeface="Arial"/>
                <a:ea typeface="Arial"/>
                <a:cs typeface="Arial"/>
                <a:sym typeface="Arial"/>
              </a:rPr>
              <a:t> </a:t>
            </a:r>
            <a:r>
              <a:rPr lang="en-US" sz="750" b="0" i="0" u="none" strike="noStrike" spc="-10">
                <a:solidFill>
                  <a:srgbClr val="1F2329"/>
                </a:solidFill>
                <a:latin typeface="Arial"/>
                <a:ea typeface="Arial"/>
                <a:cs typeface="Arial"/>
                <a:sym typeface="Arial"/>
              </a:rPr>
              <a:t>All</a:t>
            </a:r>
            <a:r>
              <a:rPr lang="en-US" sz="750" b="0" i="0" u="none" strike="noStrike" spc="-20">
                <a:solidFill>
                  <a:srgbClr val="1F2329"/>
                </a:solidFill>
                <a:latin typeface="Arial"/>
                <a:ea typeface="Arial"/>
                <a:cs typeface="Arial"/>
                <a:sym typeface="Arial"/>
              </a:rPr>
              <a:t> </a:t>
            </a:r>
            <a:r>
              <a:rPr lang="en-US" sz="750" b="0" i="0" u="none" strike="noStrike" spc="-50">
                <a:solidFill>
                  <a:srgbClr val="1F2329"/>
                </a:solidFill>
                <a:latin typeface="Arial"/>
                <a:ea typeface="Arial"/>
                <a:cs typeface="Arial"/>
                <a:sym typeface="Arial"/>
              </a:rPr>
              <a:t>Rights</a:t>
            </a:r>
            <a:r>
              <a:rPr lang="en-US" sz="750" b="0" i="0" u="none" strike="noStrike" spc="15">
                <a:solidFill>
                  <a:srgbClr val="1F2329"/>
                </a:solidFill>
                <a:latin typeface="Arial"/>
                <a:ea typeface="Arial"/>
                <a:cs typeface="Arial"/>
                <a:sym typeface="Arial"/>
              </a:rPr>
              <a:t> </a:t>
            </a:r>
            <a:r>
              <a:rPr lang="en-US" sz="750" b="0" i="0" u="none" strike="noStrike" spc="-30">
                <a:solidFill>
                  <a:srgbClr val="1F2329"/>
                </a:solidFill>
                <a:latin typeface="Arial"/>
                <a:ea typeface="Arial"/>
                <a:cs typeface="Arial"/>
                <a:sym typeface="Arial"/>
              </a:rPr>
              <a:t>Reserved</a:t>
            </a:r>
            <a:endParaRPr lang="en-US" sz="1100"/>
          </a:p>
        </p:txBody>
      </p:sp>
      <p:pic>
        <p:nvPicPr>
          <p:cNvPr id="6" name="Picture 5">
            <a:extLst>
              <a:ext uri="{FF2B5EF4-FFF2-40B4-BE49-F238E27FC236}">
                <a16:creationId xmlns:a16="http://schemas.microsoft.com/office/drawing/2014/main" id="{B3164784-9DE4-A4D8-D47D-55C55687AC75}"/>
              </a:ext>
            </a:extLst>
          </p:cNvPr>
          <p:cNvPicPr>
            <a:picLocks noChangeAspect="1"/>
          </p:cNvPicPr>
          <p:nvPr/>
        </p:nvPicPr>
        <p:blipFill>
          <a:blip r:embed="rId3"/>
          <a:stretch>
            <a:fillRect/>
          </a:stretch>
        </p:blipFill>
        <p:spPr>
          <a:xfrm>
            <a:off x="1351026" y="2253573"/>
            <a:ext cx="6438900" cy="2578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2209800" y="1447800"/>
            <a:ext cx="6562725" cy="4248150"/>
          </a:xfrm>
          <a:prstGeom prst="rect">
            <a:avLst/>
          </a:prstGeom>
          <a:ln w="12700">
            <a:noFill/>
            <a:prstDash val="solid"/>
          </a:ln>
        </p:spPr>
      </p:pic>
      <p:sp>
        <p:nvSpPr>
          <p:cNvPr id="3" name="AutoShape 3"/>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sp>
        <p:nvSpPr>
          <p:cNvPr id="4" name="AutoShape 4"/>
          <p:cNvSpPr/>
          <p:nvPr/>
        </p:nvSpPr>
        <p:spPr>
          <a:xfrm>
            <a:off x="1960245" y="639566"/>
            <a:ext cx="6098058" cy="413318"/>
          </a:xfrm>
          <a:prstGeom prst="rect">
            <a:avLst/>
          </a:prstGeom>
          <a:noFill/>
          <a:ln w="12700">
            <a:noFill/>
            <a:prstDash val="solid"/>
          </a:ln>
        </p:spPr>
        <p:txBody>
          <a:bodyPr wrap="square" lIns="91440" tIns="45720" rIns="91440" bIns="45720" rtlCol="0" anchor="t">
            <a:spAutoFit/>
          </a:bodyPr>
          <a:lstStyle/>
          <a:p>
            <a:pPr marL="0" indent="0" algn="l">
              <a:lnSpc>
                <a:spcPts val="1950"/>
              </a:lnSpc>
              <a:spcBef>
                <a:spcPts val="225"/>
              </a:spcBef>
              <a:defRPr/>
            </a:pPr>
            <a:r>
              <a:rPr lang="en-US" sz="3800" b="0" i="0" u="sng" strike="noStrike">
                <a:solidFill>
                  <a:srgbClr val="000000"/>
                </a:solidFill>
                <a:latin typeface="Google Sans"/>
                <a:ea typeface="Google Sans"/>
                <a:cs typeface="Google Sans"/>
                <a:sym typeface="Google Sans"/>
                <a:hlinkClick r:id="rId3" tooltip="https://en.cppreference.com/w/cpp/language/operator_precedence.html">
                  <a:extLst>
                    <a:ext uri="{A12FA001-AC4F-418D-AE19-62706E023703}">
                      <ahyp:hlinkClr xmlns:ahyp="http://schemas.microsoft.com/office/drawing/2018/hyperlinkcolor" val="tx"/>
                    </a:ext>
                  </a:extLst>
                </a:hlinkClick>
              </a:rPr>
              <a:t>Operator Precedence</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54000"/>
            <a:ext cx="762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rgbClr val="367E88"/>
                </a:solidFill>
              </a:rPr>
              <a:t>Complete Operator Precedence Table</a:t>
            </a:r>
            <a:endParaRPr lang="en-US" sz="1100" dirty="0"/>
          </a:p>
        </p:txBody>
      </p:sp>
      <p:sp>
        <p:nvSpPr>
          <p:cNvPr id="5" name="AutoShape 5"/>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
        <p:nvSpPr>
          <p:cNvPr id="6" name="TextBox 5">
            <a:extLst>
              <a:ext uri="{FF2B5EF4-FFF2-40B4-BE49-F238E27FC236}">
                <a16:creationId xmlns:a16="http://schemas.microsoft.com/office/drawing/2014/main" id="{4CB21F60-6E2A-80DC-FEA2-68619477E328}"/>
              </a:ext>
            </a:extLst>
          </p:cNvPr>
          <p:cNvSpPr txBox="1"/>
          <p:nvPr/>
        </p:nvSpPr>
        <p:spPr>
          <a:xfrm>
            <a:off x="2480153" y="3275111"/>
            <a:ext cx="6099747" cy="307777"/>
          </a:xfrm>
          <a:prstGeom prst="rect">
            <a:avLst/>
          </a:prstGeom>
          <a:noFill/>
        </p:spPr>
        <p:txBody>
          <a:bodyPr wrap="none" rtlCol="0">
            <a:spAutoFit/>
          </a:bodyPr>
          <a:lstStyle/>
          <a:p>
            <a:r>
              <a:rPr lang="en-GB" dirty="0"/>
              <a:t>https://</a:t>
            </a:r>
            <a:r>
              <a:rPr lang="en-GB" dirty="0" err="1"/>
              <a:t>www.cs.bilkent.edu.tr</a:t>
            </a:r>
            <a:r>
              <a:rPr lang="en-GB" dirty="0"/>
              <a:t>/~</a:t>
            </a:r>
            <a:r>
              <a:rPr lang="en-GB" dirty="0" err="1"/>
              <a:t>guvenir</a:t>
            </a:r>
            <a:r>
              <a:rPr lang="en-GB" dirty="0"/>
              <a:t>/courses/CS101/</a:t>
            </a:r>
            <a:r>
              <a:rPr lang="en-GB" dirty="0" err="1"/>
              <a:t>op_precedence.html</a:t>
            </a:r>
            <a:endParaRPr lang="en-DK"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2055114" y="1236005"/>
            <a:ext cx="8081770" cy="4385988"/>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695051" y="417794"/>
            <a:ext cx="3891582" cy="359982"/>
          </a:xfrm>
          <a:prstGeom prst="rect">
            <a:avLst/>
          </a:prstGeom>
          <a:ln w="12700">
            <a:noFill/>
            <a:prstDash val="solid"/>
          </a:ln>
        </p:spPr>
      </p:pic>
      <p:sp>
        <p:nvSpPr>
          <p:cNvPr id="4" name="AutoShape 4"/>
          <p:cNvSpPr>
            <a:spLocks noGrp="1"/>
          </p:cNvSpPr>
          <p:nvPr>
            <p:ph type="body" sz="quarter" idx="22" hasCustomPrompt="1"/>
          </p:nvPr>
        </p:nvSpPr>
        <p:spPr>
          <a:prstGeom prst="rect">
            <a:avLst/>
          </a:prstGeom>
        </p:spPr>
        <p:txBody>
          <a:bodyPr vert="horz" wrap="square" lIns="0" tIns="16510" rIns="0" bIns="0" anchor="t">
            <a:spAutoFit/>
          </a:bodyPr>
          <a:lstStyle>
            <a:lvl1pPr algn="l">
              <a:lnSpc>
                <a:spcPct val="100000"/>
              </a:lnSpc>
              <a:defRPr sz="3050" b="1" i="0" u="none" strike="noStrike" spc="0">
                <a:solidFill>
                  <a:srgbClr val="23B5A0">
                    <a:alpha val="100000"/>
                  </a:srgbClr>
                </a:solidFill>
                <a:latin typeface="Arial"/>
              </a:defRPr>
            </a:lvl1pPr>
          </a:lstStyle>
          <a:p>
            <a:pPr marL="31750" indent="0" algn="l">
              <a:lnSpc>
                <a:spcPct val="100000"/>
              </a:lnSpc>
              <a:spcBef>
                <a:spcPts val="130"/>
              </a:spcBef>
            </a:pPr>
            <a:r>
              <a:rPr lang="en-US" sz="3050" b="1" i="0" u="none" strike="noStrike" spc="-320">
                <a:solidFill>
                  <a:srgbClr val="23B5A0"/>
                </a:solidFill>
                <a:latin typeface="Arial"/>
                <a:ea typeface="Arial"/>
                <a:cs typeface="Arial"/>
                <a:sym typeface="Arial"/>
              </a:rPr>
              <a:t>Test</a:t>
            </a:r>
            <a:r>
              <a:rPr lang="en-US" sz="3050" b="1" i="0" u="none" strike="noStrike" spc="-110">
                <a:solidFill>
                  <a:srgbClr val="23B5A0"/>
                </a:solidFill>
                <a:latin typeface="Arial"/>
                <a:ea typeface="Arial"/>
                <a:cs typeface="Arial"/>
                <a:sym typeface="Arial"/>
              </a:rPr>
              <a:t> what</a:t>
            </a:r>
            <a:r>
              <a:rPr lang="en-US" sz="3050" b="1" i="0" u="none" strike="noStrike" spc="-185">
                <a:solidFill>
                  <a:srgbClr val="23B5A0"/>
                </a:solidFill>
                <a:latin typeface="Arial"/>
                <a:ea typeface="Arial"/>
                <a:cs typeface="Arial"/>
                <a:sym typeface="Arial"/>
              </a:rPr>
              <a:t> </a:t>
            </a:r>
            <a:r>
              <a:rPr lang="en-US" sz="3050" b="1" i="0" u="none" strike="noStrike" spc="-295">
                <a:solidFill>
                  <a:srgbClr val="23B5A0"/>
                </a:solidFill>
                <a:latin typeface="Arial"/>
                <a:ea typeface="Arial"/>
                <a:cs typeface="Arial"/>
                <a:sym typeface="Arial"/>
              </a:rPr>
              <a:t>is</a:t>
            </a:r>
            <a:r>
              <a:rPr lang="en-US" sz="3050" b="1" i="0" u="none" strike="noStrike" spc="-200">
                <a:solidFill>
                  <a:srgbClr val="23B5A0"/>
                </a:solidFill>
                <a:latin typeface="Arial"/>
                <a:ea typeface="Arial"/>
                <a:cs typeface="Arial"/>
                <a:sym typeface="Arial"/>
              </a:rPr>
              <a:t> </a:t>
            </a:r>
            <a:r>
              <a:rPr lang="en-US" sz="3050" b="1" i="0" u="none" strike="noStrike" spc="-130">
                <a:solidFill>
                  <a:srgbClr val="23B5A0"/>
                </a:solidFill>
                <a:latin typeface="Arial"/>
                <a:ea typeface="Arial"/>
                <a:cs typeface="Arial"/>
                <a:sym typeface="Arial"/>
              </a:rPr>
              <a:t>the</a:t>
            </a:r>
            <a:r>
              <a:rPr lang="en-US" sz="3050" b="1" i="0" u="none" strike="noStrike" spc="-150">
                <a:solidFill>
                  <a:srgbClr val="23B5A0"/>
                </a:solidFill>
                <a:latin typeface="Arial"/>
                <a:ea typeface="Arial"/>
                <a:cs typeface="Arial"/>
                <a:sym typeface="Arial"/>
              </a:rPr>
              <a:t> </a:t>
            </a:r>
            <a:r>
              <a:rPr lang="en-US" sz="3050" b="1" i="0" u="none" strike="noStrike" spc="-155">
                <a:solidFill>
                  <a:srgbClr val="23B5A0"/>
                </a:solidFill>
                <a:latin typeface="Arial"/>
                <a:ea typeface="Arial"/>
                <a:cs typeface="Arial"/>
                <a:sym typeface="Arial"/>
              </a:rPr>
              <a:t>output?</a:t>
            </a:r>
          </a:p>
        </p:txBody>
      </p:sp>
      <p:sp>
        <p:nvSpPr>
          <p:cNvPr id="5" name="AutoShape 5"/>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291" y="514162"/>
            <a:ext cx="2595693" cy="690809"/>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4343400" y="0"/>
            <a:ext cx="6858000" cy="6857999"/>
          </a:xfrm>
          <a:prstGeom prst="rect">
            <a:avLst/>
          </a:prstGeom>
          <a:ln w="12700">
            <a:noFill/>
            <a:prstDash val="solid"/>
          </a:ln>
        </p:spPr>
      </p:pic>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297" y="723547"/>
            <a:ext cx="3186231" cy="272039"/>
          </a:xfrm>
          <a:prstGeom prst="rect">
            <a:avLst/>
          </a:prstGeom>
          <a:ln w="12700">
            <a:noFill/>
            <a:prstDash val="solid"/>
          </a:ln>
        </p:spPr>
      </p:pic>
      <p:sp>
        <p:nvSpPr>
          <p:cNvPr id="3" name="AutoShape 3"/>
          <p:cNvSpPr/>
          <p:nvPr/>
        </p:nvSpPr>
        <p:spPr>
          <a:xfrm>
            <a:off x="774700" y="1468181"/>
            <a:ext cx="7216775" cy="432170"/>
          </a:xfrm>
          <a:prstGeom prst="rect">
            <a:avLst/>
          </a:prstGeom>
          <a:noFill/>
          <a:ln w="12700">
            <a:noFill/>
            <a:prstDash val="solid"/>
          </a:ln>
        </p:spPr>
        <p:txBody>
          <a:bodyPr vert="horz" wrap="square" lIns="0" tIns="54610" rIns="0" bIns="0" rtlCol="0" anchor="t">
            <a:spAutoFit/>
          </a:bodyPr>
          <a:lstStyle>
            <a:lvl1pPr marL="520065" indent="-317500"/>
            <a:lvl2pPr marL="977265" indent="-317500"/>
            <a:lvl3pPr marL="1434465" indent="-317500"/>
            <a:lvl4pPr marL="1891665" indent="-317500"/>
            <a:lvl5pPr marL="2348865" indent="-317500"/>
            <a:lvl6pPr marL="2806065" indent="-317500"/>
            <a:lvl7pPr marL="3263265" indent="-317500"/>
            <a:lvl8pPr marL="3720465" indent="-317500"/>
            <a:lvl9pPr marL="4177665" indent="-317500"/>
          </a:lstStyle>
          <a:p>
            <a:pPr marL="202565" indent="-189865" algn="l">
              <a:lnSpc>
                <a:spcPct val="100000"/>
              </a:lnSpc>
              <a:spcBef>
                <a:spcPts val="430"/>
              </a:spcBef>
              <a:buClr>
                <a:srgbClr val="2CA1BE"/>
              </a:buClr>
              <a:buSzPct val="69000"/>
              <a:buChar char=""/>
              <a:tabLst>
                <a:tab pos="202565" algn="l"/>
              </a:tabLst>
              <a:defRPr/>
            </a:pPr>
            <a:r>
              <a:rPr lang="en-US" sz="2450" b="0" i="0" u="none" strike="noStrike" spc="-110" dirty="0">
                <a:solidFill>
                  <a:srgbClr val="FF0000"/>
                </a:solidFill>
                <a:latin typeface="Monaco"/>
                <a:ea typeface="Monaco"/>
                <a:cs typeface="Monaco"/>
                <a:sym typeface="Monaco"/>
              </a:rPr>
              <a:t>if</a:t>
            </a:r>
            <a:r>
              <a:rPr lang="en-US" sz="2450" b="0" i="0" u="none" strike="noStrike" spc="-110" dirty="0">
                <a:solidFill>
                  <a:srgbClr val="FF0000"/>
                </a:solidFill>
                <a:latin typeface="Times New Roman"/>
                <a:ea typeface="Times New Roman"/>
                <a:cs typeface="Times New Roman"/>
                <a:sym typeface="Times New Roman"/>
              </a:rPr>
              <a:t>,</a:t>
            </a:r>
            <a:r>
              <a:rPr lang="en-US" sz="2450" b="0" i="0" u="none" strike="noStrike" spc="-45" dirty="0">
                <a:solidFill>
                  <a:srgbClr val="FF0000"/>
                </a:solidFill>
                <a:latin typeface="Times New Roman"/>
                <a:ea typeface="Times New Roman"/>
                <a:cs typeface="Times New Roman"/>
                <a:sym typeface="Times New Roman"/>
              </a:rPr>
              <a:t> </a:t>
            </a:r>
            <a:r>
              <a:rPr lang="en-US" sz="2450" b="0" i="0" u="none" strike="noStrike" spc="-120" dirty="0">
                <a:solidFill>
                  <a:srgbClr val="FF0000"/>
                </a:solidFill>
                <a:latin typeface="Monaco"/>
                <a:ea typeface="Monaco"/>
                <a:cs typeface="Monaco"/>
                <a:sym typeface="Monaco"/>
              </a:rPr>
              <a:t>else</a:t>
            </a:r>
            <a:r>
              <a:rPr lang="en-US" sz="2450" b="0" i="0" u="none" strike="noStrike" spc="-120" dirty="0">
                <a:solidFill>
                  <a:srgbClr val="FF0000"/>
                </a:solidFill>
                <a:latin typeface="Times New Roman"/>
                <a:ea typeface="Times New Roman"/>
                <a:cs typeface="Times New Roman"/>
                <a:sym typeface="Times New Roman"/>
              </a:rPr>
              <a:t>,</a:t>
            </a:r>
            <a:r>
              <a:rPr lang="en-US" sz="2450" b="0" i="0" u="none" strike="noStrike" spc="-30" dirty="0">
                <a:solidFill>
                  <a:srgbClr val="FF0000"/>
                </a:solidFill>
                <a:latin typeface="Times New Roman"/>
                <a:ea typeface="Times New Roman"/>
                <a:cs typeface="Times New Roman"/>
                <a:sym typeface="Times New Roman"/>
              </a:rPr>
              <a:t> </a:t>
            </a:r>
            <a:r>
              <a:rPr lang="en-US" sz="2450" b="0" i="0" u="none" strike="noStrike" spc="-120" dirty="0">
                <a:solidFill>
                  <a:srgbClr val="FF0000"/>
                </a:solidFill>
                <a:latin typeface="Monaco"/>
                <a:ea typeface="Monaco"/>
                <a:cs typeface="Monaco"/>
                <a:sym typeface="Monaco"/>
              </a:rPr>
              <a:t>switch</a:t>
            </a:r>
            <a:r>
              <a:rPr lang="en-US" sz="2450" b="0" i="0" u="none" strike="noStrike" spc="-120" dirty="0">
                <a:solidFill>
                  <a:srgbClr val="1F2329"/>
                </a:solidFill>
                <a:latin typeface="Times New Roman"/>
                <a:ea typeface="Times New Roman"/>
                <a:cs typeface="Times New Roman"/>
                <a:sym typeface="Times New Roman"/>
              </a:rPr>
              <a:t>,</a:t>
            </a:r>
            <a:r>
              <a:rPr lang="en-US" sz="2450" b="0" i="0" u="none" strike="noStrike" spc="40" dirty="0">
                <a:solidFill>
                  <a:srgbClr val="1F2329"/>
                </a:solidFill>
                <a:latin typeface="Times New Roman"/>
                <a:ea typeface="Times New Roman"/>
                <a:cs typeface="Times New Roman"/>
                <a:sym typeface="Times New Roman"/>
              </a:rPr>
              <a:t> </a:t>
            </a:r>
            <a:r>
              <a:rPr lang="en-US" sz="2450" b="0" i="0" u="none" strike="noStrike" spc="-110" dirty="0">
                <a:solidFill>
                  <a:srgbClr val="1F2329"/>
                </a:solidFill>
                <a:latin typeface="Monaco"/>
                <a:ea typeface="Monaco"/>
                <a:cs typeface="Monaco"/>
                <a:sym typeface="Monaco"/>
              </a:rPr>
              <a:t>while</a:t>
            </a:r>
            <a:r>
              <a:rPr lang="en-US" sz="2450" b="0" i="0" u="none" strike="noStrike" spc="-110" dirty="0">
                <a:solidFill>
                  <a:srgbClr val="1F2329"/>
                </a:solidFill>
                <a:latin typeface="Times New Roman"/>
                <a:ea typeface="Times New Roman"/>
                <a:cs typeface="Times New Roman"/>
                <a:sym typeface="Times New Roman"/>
              </a:rPr>
              <a:t>,</a:t>
            </a:r>
            <a:r>
              <a:rPr lang="en-US" sz="2450" b="0" i="0" u="none" strike="noStrike" spc="50" dirty="0">
                <a:solidFill>
                  <a:srgbClr val="1F2329"/>
                </a:solidFill>
                <a:latin typeface="Times New Roman"/>
                <a:ea typeface="Times New Roman"/>
                <a:cs typeface="Times New Roman"/>
                <a:sym typeface="Times New Roman"/>
              </a:rPr>
              <a:t> </a:t>
            </a:r>
            <a:r>
              <a:rPr lang="en-US" sz="2450" b="0" i="0" u="none" strike="noStrike" spc="-135" dirty="0">
                <a:solidFill>
                  <a:srgbClr val="1F2329"/>
                </a:solidFill>
                <a:latin typeface="Monaco"/>
                <a:ea typeface="Monaco"/>
                <a:cs typeface="Monaco"/>
                <a:sym typeface="Monaco"/>
              </a:rPr>
              <a:t>do</a:t>
            </a:r>
            <a:r>
              <a:rPr lang="en-US" sz="2450" b="0" i="0" u="none" strike="noStrike" spc="-885" dirty="0">
                <a:solidFill>
                  <a:srgbClr val="1F2329"/>
                </a:solidFill>
                <a:latin typeface="Monaco"/>
                <a:ea typeface="Monaco"/>
                <a:cs typeface="Monaco"/>
                <a:sym typeface="Monaco"/>
              </a:rPr>
              <a:t> </a:t>
            </a:r>
            <a:r>
              <a:rPr lang="en-US" sz="2450" b="0" i="0" u="none" strike="noStrike" spc="120" dirty="0">
                <a:solidFill>
                  <a:srgbClr val="1F2329"/>
                </a:solidFill>
                <a:latin typeface="Times New Roman"/>
                <a:ea typeface="Times New Roman"/>
                <a:cs typeface="Times New Roman"/>
                <a:sym typeface="Times New Roman"/>
              </a:rPr>
              <a:t>and</a:t>
            </a:r>
            <a:r>
              <a:rPr lang="en-US" sz="2450" b="0" i="0" u="none" strike="noStrike" spc="15" dirty="0">
                <a:solidFill>
                  <a:srgbClr val="1F2329"/>
                </a:solidFill>
                <a:latin typeface="Times New Roman"/>
                <a:ea typeface="Times New Roman"/>
                <a:cs typeface="Times New Roman"/>
                <a:sym typeface="Times New Roman"/>
              </a:rPr>
              <a:t> </a:t>
            </a:r>
            <a:r>
              <a:rPr lang="en-US" sz="2450" b="0" i="0" u="none" strike="noStrike" spc="-130" dirty="0">
                <a:solidFill>
                  <a:srgbClr val="1F2329"/>
                </a:solidFill>
                <a:latin typeface="Monaco"/>
                <a:ea typeface="Monaco"/>
                <a:cs typeface="Monaco"/>
                <a:sym typeface="Monaco"/>
              </a:rPr>
              <a:t>for</a:t>
            </a:r>
            <a:r>
              <a:rPr lang="en-US" sz="2450" b="0" i="0" u="none" strike="noStrike" spc="-885" dirty="0">
                <a:solidFill>
                  <a:srgbClr val="1F2329"/>
                </a:solidFill>
                <a:latin typeface="Monaco"/>
                <a:ea typeface="Monaco"/>
                <a:cs typeface="Monaco"/>
                <a:sym typeface="Monaco"/>
              </a:rPr>
              <a:t> </a:t>
            </a:r>
            <a:r>
              <a:rPr lang="en-US" sz="2450" b="0" i="0" u="none" strike="noStrike" spc="150" dirty="0">
                <a:solidFill>
                  <a:srgbClr val="1F2329"/>
                </a:solidFill>
                <a:latin typeface="Times New Roman"/>
                <a:ea typeface="Times New Roman"/>
                <a:cs typeface="Times New Roman"/>
                <a:sym typeface="Times New Roman"/>
              </a:rPr>
              <a:t>are</a:t>
            </a:r>
            <a:r>
              <a:rPr lang="en-US" sz="2450" b="0" i="0" u="none" strike="noStrike" spc="-50" dirty="0">
                <a:solidFill>
                  <a:srgbClr val="1F2329"/>
                </a:solidFill>
                <a:latin typeface="Times New Roman"/>
                <a:ea typeface="Times New Roman"/>
                <a:cs typeface="Times New Roman"/>
                <a:sym typeface="Times New Roman"/>
              </a:rPr>
              <a:t> </a:t>
            </a:r>
            <a:r>
              <a:rPr lang="en-US" sz="2450" b="0" i="0" u="none" strike="noStrike" spc="70" dirty="0">
                <a:solidFill>
                  <a:srgbClr val="1F2329"/>
                </a:solidFill>
                <a:latin typeface="Times New Roman"/>
                <a:ea typeface="Times New Roman"/>
                <a:cs typeface="Times New Roman"/>
                <a:sym typeface="Times New Roman"/>
              </a:rPr>
              <a:t>keywords.</a:t>
            </a:r>
            <a:endParaRPr lang="en-US" sz="1100" dirty="0"/>
          </a:p>
        </p:txBody>
      </p:sp>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297" y="723547"/>
            <a:ext cx="3186231" cy="272039"/>
          </a:xfrm>
          <a:prstGeom prst="rect">
            <a:avLst/>
          </a:prstGeom>
          <a:ln w="12700">
            <a:noFill/>
            <a:prstDash val="solid"/>
          </a:ln>
        </p:spPr>
      </p:pic>
      <p:sp>
        <p:nvSpPr>
          <p:cNvPr id="3" name="AutoShape 3"/>
          <p:cNvSpPr/>
          <p:nvPr/>
        </p:nvSpPr>
        <p:spPr>
          <a:xfrm>
            <a:off x="774700" y="1430591"/>
            <a:ext cx="10187305" cy="666750"/>
          </a:xfrm>
          <a:prstGeom prst="rect">
            <a:avLst/>
          </a:prstGeom>
          <a:noFill/>
          <a:ln w="12700">
            <a:noFill/>
            <a:prstDash val="solid"/>
          </a:ln>
        </p:spPr>
        <p:txBody>
          <a:bodyPr vert="horz" wrap="square" lIns="0" tIns="79375" rIns="0" bIns="0" rtlCol="0" anchor="t">
            <a:spAutoFit/>
          </a:bodyPr>
          <a:lstStyle>
            <a:lvl1pPr marL="495300" indent="-292100"/>
            <a:lvl2pPr marL="952500" indent="-292100"/>
            <a:lvl3pPr marL="1409700" indent="-292100"/>
            <a:lvl4pPr marL="1866900" indent="-292100"/>
            <a:lvl5pPr marL="2324100" indent="-292100"/>
            <a:lvl6pPr marL="2781300" indent="-292100"/>
            <a:lvl7pPr marL="3238500" indent="-292100"/>
            <a:lvl8pPr marL="3695700" indent="-292100"/>
            <a:lvl9pPr marL="4152900" indent="-292100"/>
          </a:lstStyle>
          <a:p>
            <a:pPr marL="203200" marR="5080" indent="-190500" algn="l">
              <a:lnSpc>
                <a:spcPts val="2250"/>
              </a:lnSpc>
              <a:spcBef>
                <a:spcPts val="625"/>
              </a:spcBef>
              <a:buClr>
                <a:srgbClr val="2CA1BE"/>
              </a:buClr>
              <a:buSzPct val="67000"/>
              <a:buChar char=""/>
              <a:tabLst>
                <a:tab pos="203200" algn="l"/>
              </a:tabLst>
              <a:defRPr/>
            </a:pPr>
            <a:r>
              <a:rPr lang="en-US" sz="2300" b="0" i="0" u="none" strike="noStrike" spc="60">
                <a:solidFill>
                  <a:srgbClr val="0000FF"/>
                </a:solidFill>
                <a:latin typeface="Times New Roman"/>
                <a:ea typeface="Times New Roman"/>
                <a:cs typeface="Times New Roman"/>
                <a:sym typeface="Times New Roman"/>
              </a:rPr>
              <a:t>Sequential</a:t>
            </a:r>
            <a:r>
              <a:rPr lang="en-US" sz="2300" b="0" i="0" u="none" strike="noStrike" spc="-70">
                <a:solidFill>
                  <a:srgbClr val="0000FF"/>
                </a:solidFill>
                <a:latin typeface="Times New Roman"/>
                <a:ea typeface="Times New Roman"/>
                <a:cs typeface="Times New Roman"/>
                <a:sym typeface="Times New Roman"/>
              </a:rPr>
              <a:t> </a:t>
            </a:r>
            <a:r>
              <a:rPr lang="en-US" sz="2300" b="0" i="0" u="none" strike="noStrike" spc="45">
                <a:solidFill>
                  <a:srgbClr val="0000FF"/>
                </a:solidFill>
                <a:latin typeface="Times New Roman"/>
                <a:ea typeface="Times New Roman"/>
                <a:cs typeface="Times New Roman"/>
                <a:sym typeface="Times New Roman"/>
              </a:rPr>
              <a:t>execution</a:t>
            </a:r>
            <a:r>
              <a:rPr lang="en-US" sz="2300" b="0" i="0" u="none" strike="noStrike" spc="45">
                <a:solidFill>
                  <a:srgbClr val="1F2329"/>
                </a:solidFill>
                <a:latin typeface="Times New Roman"/>
                <a:ea typeface="Times New Roman"/>
                <a:cs typeface="Times New Roman"/>
                <a:sym typeface="Times New Roman"/>
              </a:rPr>
              <a:t>:</a:t>
            </a:r>
            <a:r>
              <a:rPr lang="en-US" sz="2300" b="0" i="0" u="none" strike="noStrike" spc="-50">
                <a:solidFill>
                  <a:srgbClr val="1F2329"/>
                </a:solidFill>
                <a:latin typeface="Times New Roman"/>
                <a:ea typeface="Times New Roman"/>
                <a:cs typeface="Times New Roman"/>
                <a:sym typeface="Times New Roman"/>
              </a:rPr>
              <a:t> </a:t>
            </a:r>
            <a:r>
              <a:rPr lang="en-US" sz="2300" b="0" i="0" u="none" strike="noStrike" spc="75">
                <a:solidFill>
                  <a:srgbClr val="1F2329"/>
                </a:solidFill>
                <a:latin typeface="Times New Roman"/>
                <a:ea typeface="Times New Roman"/>
                <a:cs typeface="Times New Roman"/>
                <a:sym typeface="Times New Roman"/>
              </a:rPr>
              <a:t>Statements</a:t>
            </a:r>
            <a:r>
              <a:rPr lang="en-US" sz="2300" b="0" i="0" u="none" strike="noStrike" spc="-70">
                <a:solidFill>
                  <a:srgbClr val="1F2329"/>
                </a:solidFill>
                <a:latin typeface="Times New Roman"/>
                <a:ea typeface="Times New Roman"/>
                <a:cs typeface="Times New Roman"/>
                <a:sym typeface="Times New Roman"/>
              </a:rPr>
              <a:t> </a:t>
            </a:r>
            <a:r>
              <a:rPr lang="en-US" sz="2300" b="0" i="0" u="none" strike="noStrike" spc="80">
                <a:solidFill>
                  <a:srgbClr val="1F2329"/>
                </a:solidFill>
                <a:latin typeface="Times New Roman"/>
                <a:ea typeface="Times New Roman"/>
                <a:cs typeface="Times New Roman"/>
                <a:sym typeface="Times New Roman"/>
              </a:rPr>
              <a:t>in</a:t>
            </a:r>
            <a:r>
              <a:rPr lang="en-US" sz="2300" b="0" i="0" u="none" strike="noStrike" spc="-60">
                <a:solidFill>
                  <a:srgbClr val="1F2329"/>
                </a:solidFill>
                <a:latin typeface="Times New Roman"/>
                <a:ea typeface="Times New Roman"/>
                <a:cs typeface="Times New Roman"/>
                <a:sym typeface="Times New Roman"/>
              </a:rPr>
              <a:t> </a:t>
            </a:r>
            <a:r>
              <a:rPr lang="en-US" sz="2300" b="0" i="0" u="none" strike="noStrike" spc="100">
                <a:solidFill>
                  <a:srgbClr val="1F2329"/>
                </a:solidFill>
                <a:latin typeface="Times New Roman"/>
                <a:ea typeface="Times New Roman"/>
                <a:cs typeface="Times New Roman"/>
                <a:sym typeface="Times New Roman"/>
              </a:rPr>
              <a:t>a</a:t>
            </a:r>
            <a:r>
              <a:rPr lang="en-US" sz="2300" b="0" i="0" u="none" strike="noStrike" spc="-55">
                <a:solidFill>
                  <a:srgbClr val="1F2329"/>
                </a:solidFill>
                <a:latin typeface="Times New Roman"/>
                <a:ea typeface="Times New Roman"/>
                <a:cs typeface="Times New Roman"/>
                <a:sym typeface="Times New Roman"/>
              </a:rPr>
              <a:t> </a:t>
            </a:r>
            <a:r>
              <a:rPr lang="en-US" sz="2300" b="0" i="0" u="none" strike="noStrike" spc="100">
                <a:solidFill>
                  <a:srgbClr val="1F2329"/>
                </a:solidFill>
                <a:latin typeface="Times New Roman"/>
                <a:ea typeface="Times New Roman"/>
                <a:cs typeface="Times New Roman"/>
                <a:sym typeface="Times New Roman"/>
              </a:rPr>
              <a:t>program</a:t>
            </a:r>
            <a:r>
              <a:rPr lang="en-US" sz="2300" b="0" i="0" u="none" strike="noStrike" spc="-100">
                <a:solidFill>
                  <a:srgbClr val="1F2329"/>
                </a:solidFill>
                <a:latin typeface="Times New Roman"/>
                <a:ea typeface="Times New Roman"/>
                <a:cs typeface="Times New Roman"/>
                <a:sym typeface="Times New Roman"/>
              </a:rPr>
              <a:t> </a:t>
            </a:r>
            <a:r>
              <a:rPr lang="en-US" sz="2300" b="0" i="0" u="none" strike="noStrike" spc="55">
                <a:solidFill>
                  <a:srgbClr val="1F2329"/>
                </a:solidFill>
                <a:latin typeface="Times New Roman"/>
                <a:ea typeface="Times New Roman"/>
                <a:cs typeface="Times New Roman"/>
                <a:sym typeface="Times New Roman"/>
              </a:rPr>
              <a:t>execute</a:t>
            </a:r>
            <a:r>
              <a:rPr lang="en-US" sz="2300" b="0" i="0" u="none" strike="noStrike" spc="-130">
                <a:solidFill>
                  <a:srgbClr val="1F2329"/>
                </a:solidFill>
                <a:latin typeface="Times New Roman"/>
                <a:ea typeface="Times New Roman"/>
                <a:cs typeface="Times New Roman"/>
                <a:sym typeface="Times New Roman"/>
              </a:rPr>
              <a:t> </a:t>
            </a:r>
            <a:r>
              <a:rPr lang="en-US" sz="2300" b="0" i="0" u="none" strike="noStrike" spc="85">
                <a:solidFill>
                  <a:srgbClr val="1F2329"/>
                </a:solidFill>
                <a:latin typeface="Times New Roman"/>
                <a:ea typeface="Times New Roman"/>
                <a:cs typeface="Times New Roman"/>
                <a:sym typeface="Times New Roman"/>
              </a:rPr>
              <a:t>one</a:t>
            </a:r>
            <a:r>
              <a:rPr lang="en-US" sz="2300" b="0" i="0" u="none" strike="noStrike" spc="-50">
                <a:solidFill>
                  <a:srgbClr val="1F2329"/>
                </a:solidFill>
                <a:latin typeface="Times New Roman"/>
                <a:ea typeface="Times New Roman"/>
                <a:cs typeface="Times New Roman"/>
                <a:sym typeface="Times New Roman"/>
              </a:rPr>
              <a:t> </a:t>
            </a:r>
            <a:r>
              <a:rPr lang="en-US" sz="2300" b="0" i="0" u="none" strike="noStrike" spc="75">
                <a:solidFill>
                  <a:srgbClr val="1F2329"/>
                </a:solidFill>
                <a:latin typeface="Times New Roman"/>
                <a:ea typeface="Times New Roman"/>
                <a:cs typeface="Times New Roman"/>
                <a:sym typeface="Times New Roman"/>
              </a:rPr>
              <a:t>after</a:t>
            </a:r>
            <a:r>
              <a:rPr lang="en-US" sz="2300" b="0" i="0" u="none" strike="noStrike" spc="-35">
                <a:solidFill>
                  <a:srgbClr val="1F2329"/>
                </a:solidFill>
                <a:latin typeface="Times New Roman"/>
                <a:ea typeface="Times New Roman"/>
                <a:cs typeface="Times New Roman"/>
                <a:sym typeface="Times New Roman"/>
              </a:rPr>
              <a:t> </a:t>
            </a:r>
            <a:r>
              <a:rPr lang="en-US" sz="2300" b="0" i="0" u="none" strike="noStrike" spc="105">
                <a:solidFill>
                  <a:srgbClr val="1F2329"/>
                </a:solidFill>
                <a:latin typeface="Times New Roman"/>
                <a:ea typeface="Times New Roman"/>
                <a:cs typeface="Times New Roman"/>
                <a:sym typeface="Times New Roman"/>
              </a:rPr>
              <a:t>the</a:t>
            </a:r>
            <a:r>
              <a:rPr lang="en-US" sz="2300" b="0" i="0" u="none" strike="noStrike" spc="-50">
                <a:solidFill>
                  <a:srgbClr val="1F2329"/>
                </a:solidFill>
                <a:latin typeface="Times New Roman"/>
                <a:ea typeface="Times New Roman"/>
                <a:cs typeface="Times New Roman"/>
                <a:sym typeface="Times New Roman"/>
              </a:rPr>
              <a:t> </a:t>
            </a:r>
            <a:r>
              <a:rPr lang="en-US" sz="2300" b="0" i="0" u="none" strike="noStrike" spc="110">
                <a:solidFill>
                  <a:srgbClr val="1F2329"/>
                </a:solidFill>
                <a:latin typeface="Times New Roman"/>
                <a:ea typeface="Times New Roman"/>
                <a:cs typeface="Times New Roman"/>
                <a:sym typeface="Times New Roman"/>
              </a:rPr>
              <a:t>other</a:t>
            </a:r>
            <a:r>
              <a:rPr lang="en-US" sz="2300" b="0" i="0" u="none" strike="noStrike" spc="45">
                <a:solidFill>
                  <a:srgbClr val="1F2329"/>
                </a:solidFill>
                <a:latin typeface="Times New Roman"/>
                <a:ea typeface="Times New Roman"/>
                <a:cs typeface="Times New Roman"/>
                <a:sym typeface="Times New Roman"/>
              </a:rPr>
              <a:t> </a:t>
            </a:r>
            <a:r>
              <a:rPr lang="en-US" sz="2300" b="0" i="0" u="none" strike="noStrike" spc="80">
                <a:solidFill>
                  <a:srgbClr val="1F2329"/>
                </a:solidFill>
                <a:latin typeface="Times New Roman"/>
                <a:ea typeface="Times New Roman"/>
                <a:cs typeface="Times New Roman"/>
                <a:sym typeface="Times New Roman"/>
              </a:rPr>
              <a:t>in</a:t>
            </a:r>
            <a:r>
              <a:rPr lang="en-US" sz="2300" b="0" i="0" u="none" strike="noStrike" spc="-140">
                <a:solidFill>
                  <a:srgbClr val="1F2329"/>
                </a:solidFill>
                <a:latin typeface="Times New Roman"/>
                <a:ea typeface="Times New Roman"/>
                <a:cs typeface="Times New Roman"/>
                <a:sym typeface="Times New Roman"/>
              </a:rPr>
              <a:t> </a:t>
            </a:r>
            <a:r>
              <a:rPr lang="en-US" sz="2300" b="0" i="0" u="none" strike="noStrike" spc="80">
                <a:solidFill>
                  <a:srgbClr val="1F2329"/>
                </a:solidFill>
                <a:latin typeface="Times New Roman"/>
                <a:ea typeface="Times New Roman"/>
                <a:cs typeface="Times New Roman"/>
                <a:sym typeface="Times New Roman"/>
              </a:rPr>
              <a:t>the </a:t>
            </a:r>
            <a:r>
              <a:rPr lang="en-US" sz="2300" b="0" i="0" u="none" strike="noStrike" spc="130">
                <a:solidFill>
                  <a:srgbClr val="1F2329"/>
                </a:solidFill>
                <a:latin typeface="Times New Roman"/>
                <a:ea typeface="Times New Roman"/>
                <a:cs typeface="Times New Roman"/>
                <a:sym typeface="Times New Roman"/>
              </a:rPr>
              <a:t>order</a:t>
            </a:r>
            <a:r>
              <a:rPr lang="en-US" sz="2300" b="0" i="0" u="none" strike="noStrike" spc="-105">
                <a:solidFill>
                  <a:srgbClr val="1F2329"/>
                </a:solidFill>
                <a:latin typeface="Times New Roman"/>
                <a:ea typeface="Times New Roman"/>
                <a:cs typeface="Times New Roman"/>
                <a:sym typeface="Times New Roman"/>
              </a:rPr>
              <a:t> </a:t>
            </a:r>
            <a:r>
              <a:rPr lang="en-US" sz="2300" b="0" i="0" u="none" strike="noStrike" spc="80">
                <a:solidFill>
                  <a:srgbClr val="1F2329"/>
                </a:solidFill>
                <a:latin typeface="Times New Roman"/>
                <a:ea typeface="Times New Roman"/>
                <a:cs typeface="Times New Roman"/>
                <a:sym typeface="Times New Roman"/>
              </a:rPr>
              <a:t>in</a:t>
            </a:r>
            <a:r>
              <a:rPr lang="en-US" sz="2300" b="0" i="0" u="none" strike="noStrike" spc="-60">
                <a:solidFill>
                  <a:srgbClr val="1F2329"/>
                </a:solidFill>
                <a:latin typeface="Times New Roman"/>
                <a:ea typeface="Times New Roman"/>
                <a:cs typeface="Times New Roman"/>
                <a:sym typeface="Times New Roman"/>
              </a:rPr>
              <a:t> </a:t>
            </a:r>
            <a:r>
              <a:rPr lang="en-US" sz="2300" b="0" i="0" u="none" strike="noStrike" spc="85">
                <a:solidFill>
                  <a:srgbClr val="1F2329"/>
                </a:solidFill>
                <a:latin typeface="Times New Roman"/>
                <a:ea typeface="Times New Roman"/>
                <a:cs typeface="Times New Roman"/>
                <a:sym typeface="Times New Roman"/>
              </a:rPr>
              <a:t>which</a:t>
            </a:r>
            <a:r>
              <a:rPr lang="en-US" sz="2300" b="0" i="0" u="none" strike="noStrike" spc="-195">
                <a:solidFill>
                  <a:srgbClr val="1F2329"/>
                </a:solidFill>
                <a:latin typeface="Times New Roman"/>
                <a:ea typeface="Times New Roman"/>
                <a:cs typeface="Times New Roman"/>
                <a:sym typeface="Times New Roman"/>
              </a:rPr>
              <a:t> </a:t>
            </a:r>
            <a:r>
              <a:rPr lang="en-US" sz="2300" b="0" i="0" u="none" strike="noStrike" spc="80">
                <a:solidFill>
                  <a:srgbClr val="1F2329"/>
                </a:solidFill>
                <a:latin typeface="Times New Roman"/>
                <a:ea typeface="Times New Roman"/>
                <a:cs typeface="Times New Roman"/>
                <a:sym typeface="Times New Roman"/>
              </a:rPr>
              <a:t>they</a:t>
            </a:r>
            <a:r>
              <a:rPr lang="en-US" sz="2300" b="0" i="0" u="none" strike="noStrike" spc="-85">
                <a:solidFill>
                  <a:srgbClr val="1F2329"/>
                </a:solidFill>
                <a:latin typeface="Times New Roman"/>
                <a:ea typeface="Times New Roman"/>
                <a:cs typeface="Times New Roman"/>
                <a:sym typeface="Times New Roman"/>
              </a:rPr>
              <a:t> </a:t>
            </a:r>
            <a:r>
              <a:rPr lang="en-US" sz="2300" b="0" i="0" u="none" strike="noStrike" spc="130">
                <a:solidFill>
                  <a:srgbClr val="1F2329"/>
                </a:solidFill>
                <a:latin typeface="Times New Roman"/>
                <a:ea typeface="Times New Roman"/>
                <a:cs typeface="Times New Roman"/>
                <a:sym typeface="Times New Roman"/>
              </a:rPr>
              <a:t>are</a:t>
            </a:r>
            <a:r>
              <a:rPr lang="en-US" sz="2300" b="0" i="0" u="none" strike="noStrike" spc="-125">
                <a:solidFill>
                  <a:srgbClr val="1F2329"/>
                </a:solidFill>
                <a:latin typeface="Times New Roman"/>
                <a:ea typeface="Times New Roman"/>
                <a:cs typeface="Times New Roman"/>
                <a:sym typeface="Times New Roman"/>
              </a:rPr>
              <a:t> </a:t>
            </a:r>
            <a:r>
              <a:rPr lang="en-US" sz="2300" b="0" i="0" u="none" strike="noStrike" spc="75">
                <a:solidFill>
                  <a:srgbClr val="1F2329"/>
                </a:solidFill>
                <a:latin typeface="Times New Roman"/>
                <a:ea typeface="Times New Roman"/>
                <a:cs typeface="Times New Roman"/>
                <a:sym typeface="Times New Roman"/>
              </a:rPr>
              <a:t>written.</a:t>
            </a:r>
            <a:endParaRPr lang="en-US" sz="1100"/>
          </a:p>
        </p:txBody>
      </p:sp>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304" y="714073"/>
            <a:ext cx="4224442" cy="338613"/>
          </a:xfrm>
          <a:prstGeom prst="rect">
            <a:avLst/>
          </a:prstGeom>
          <a:ln w="12700">
            <a:noFill/>
            <a:prstDash val="solid"/>
          </a:ln>
        </p:spPr>
      </p:pic>
      <p:sp>
        <p:nvSpPr>
          <p:cNvPr id="3" name="AutoShape 3"/>
          <p:cNvSpPr/>
          <p:nvPr/>
        </p:nvSpPr>
        <p:spPr>
          <a:xfrm>
            <a:off x="1098867" y="1062816"/>
            <a:ext cx="10627360" cy="2066591"/>
          </a:xfrm>
          <a:prstGeom prst="rect">
            <a:avLst/>
          </a:prstGeom>
          <a:noFill/>
          <a:ln w="12700">
            <a:noFill/>
            <a:prstDash val="solid"/>
          </a:ln>
        </p:spPr>
        <p:txBody>
          <a:bodyPr vert="horz" wrap="square" lIns="0" tIns="45085" rIns="0" bIns="0" rtlCol="0" anchor="t">
            <a:spAutoFit/>
          </a:bodyPr>
          <a:lstStyle>
            <a:lvl1pPr marL="456565" indent="-254000"/>
            <a:lvl2pPr marL="608965" indent="-215900"/>
            <a:lvl3pPr marL="761365" indent="-215900"/>
            <a:lvl4pPr marL="913765" indent="-215900"/>
            <a:lvl5pPr marL="1066165" indent="-215900"/>
            <a:lvl6pPr marL="1218565" indent="-215900"/>
            <a:lvl7pPr marL="1370965" indent="-215900"/>
            <a:lvl8pPr marL="1523365" indent="-215900"/>
            <a:lvl9pPr marL="1675765" indent="-215900"/>
          </a:lstStyle>
          <a:p>
            <a:pPr marL="202565" indent="-189865" algn="l">
              <a:lnSpc>
                <a:spcPct val="100000"/>
              </a:lnSpc>
              <a:spcBef>
                <a:spcPts val="355"/>
              </a:spcBef>
              <a:tabLst>
                <a:tab pos="202565" algn="l"/>
              </a:tabLst>
            </a:pPr>
            <a:endParaRPr sz="2000" dirty="0"/>
          </a:p>
          <a:p>
            <a:pPr marL="393065" lvl="1" indent="-171450" algn="l">
              <a:lnSpc>
                <a:spcPct val="100000"/>
              </a:lnSpc>
              <a:spcBef>
                <a:spcPts val="229"/>
              </a:spcBef>
              <a:buClr>
                <a:srgbClr val="2CA1BE"/>
              </a:buClr>
              <a:buChar char="◦"/>
              <a:tabLst>
                <a:tab pos="393065" algn="l"/>
              </a:tabLst>
            </a:pPr>
            <a:r>
              <a:rPr lang="en-US" sz="1700" b="0" i="0" u="none" strike="noStrike" dirty="0">
                <a:solidFill>
                  <a:srgbClr val="1F2329"/>
                </a:solidFill>
                <a:latin typeface="Times New Roman"/>
                <a:ea typeface="Times New Roman"/>
                <a:cs typeface="Times New Roman"/>
                <a:sym typeface="Times New Roman"/>
              </a:rPr>
              <a:t>Built </a:t>
            </a:r>
            <a:r>
              <a:rPr lang="en-US" sz="1700" b="0" i="0" u="none" strike="noStrike" spc="65" dirty="0">
                <a:solidFill>
                  <a:srgbClr val="1F2329"/>
                </a:solidFill>
                <a:latin typeface="Times New Roman"/>
                <a:ea typeface="Times New Roman"/>
                <a:cs typeface="Times New Roman"/>
                <a:sym typeface="Times New Roman"/>
              </a:rPr>
              <a:t>into</a:t>
            </a:r>
            <a:r>
              <a:rPr lang="en-US" sz="1700" b="0" i="0" u="none" strike="noStrike" spc="-35" dirty="0">
                <a:solidFill>
                  <a:srgbClr val="1F2329"/>
                </a:solidFill>
                <a:latin typeface="Times New Roman"/>
                <a:ea typeface="Times New Roman"/>
                <a:cs typeface="Times New Roman"/>
                <a:sym typeface="Times New Roman"/>
              </a:rPr>
              <a:t> </a:t>
            </a:r>
            <a:r>
              <a:rPr lang="en-US" sz="1700" b="0" i="0" u="none" strike="noStrike" spc="-20" dirty="0">
                <a:solidFill>
                  <a:srgbClr val="1F2329"/>
                </a:solidFill>
                <a:latin typeface="Times New Roman"/>
                <a:ea typeface="Times New Roman"/>
                <a:cs typeface="Times New Roman"/>
                <a:sym typeface="Times New Roman"/>
              </a:rPr>
              <a:t>Java.</a:t>
            </a:r>
          </a:p>
          <a:p>
            <a:pPr marL="393065" lvl="1" indent="-171450" algn="l">
              <a:lnSpc>
                <a:spcPts val="2035"/>
              </a:lnSpc>
              <a:spcBef>
                <a:spcPts val="290"/>
              </a:spcBef>
              <a:buClr>
                <a:srgbClr val="2CA1BE"/>
              </a:buClr>
              <a:buChar char="◦"/>
              <a:tabLst>
                <a:tab pos="393065" algn="l"/>
              </a:tabLst>
            </a:pPr>
            <a:r>
              <a:rPr lang="en-US" sz="1700" b="0" i="0" u="none" strike="noStrike" dirty="0">
                <a:solidFill>
                  <a:srgbClr val="1F2329"/>
                </a:solidFill>
                <a:latin typeface="Times New Roman"/>
                <a:ea typeface="Times New Roman"/>
                <a:cs typeface="Times New Roman"/>
                <a:sym typeface="Times New Roman"/>
              </a:rPr>
              <a:t>Unless</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spc="75" dirty="0">
                <a:solidFill>
                  <a:srgbClr val="1F2329"/>
                </a:solidFill>
                <a:latin typeface="Times New Roman"/>
                <a:ea typeface="Times New Roman"/>
                <a:cs typeface="Times New Roman"/>
                <a:sym typeface="Times New Roman"/>
              </a:rPr>
              <a:t>directed</a:t>
            </a:r>
            <a:r>
              <a:rPr lang="en-US" sz="1700" b="0" i="0" u="none" strike="noStrike" spc="-80" dirty="0">
                <a:solidFill>
                  <a:srgbClr val="1F2329"/>
                </a:solidFill>
                <a:latin typeface="Times New Roman"/>
                <a:ea typeface="Times New Roman"/>
                <a:cs typeface="Times New Roman"/>
                <a:sym typeface="Times New Roman"/>
              </a:rPr>
              <a:t> </a:t>
            </a:r>
            <a:r>
              <a:rPr lang="en-US" sz="1700" b="0" i="0" u="none" strike="noStrike" spc="65" dirty="0">
                <a:solidFill>
                  <a:srgbClr val="1F2329"/>
                </a:solidFill>
                <a:latin typeface="Times New Roman"/>
                <a:ea typeface="Times New Roman"/>
                <a:cs typeface="Times New Roman"/>
                <a:sym typeface="Times New Roman"/>
              </a:rPr>
              <a:t>otherwise,</a:t>
            </a:r>
            <a:r>
              <a:rPr lang="en-US" sz="1700" b="0" i="0" u="none" strike="noStrike" spc="-85" dirty="0">
                <a:solidFill>
                  <a:srgbClr val="1F2329"/>
                </a:solidFill>
                <a:latin typeface="Times New Roman"/>
                <a:ea typeface="Times New Roman"/>
                <a:cs typeface="Times New Roman"/>
                <a:sym typeface="Times New Roman"/>
              </a:rPr>
              <a:t> </a:t>
            </a:r>
            <a:r>
              <a:rPr lang="en-US" sz="1700" b="0" i="0" u="none" strike="noStrike" spc="105" dirty="0">
                <a:solidFill>
                  <a:srgbClr val="1F2329"/>
                </a:solidFill>
                <a:latin typeface="Times New Roman"/>
                <a:ea typeface="Times New Roman"/>
                <a:cs typeface="Times New Roman"/>
                <a:sym typeface="Times New Roman"/>
              </a:rPr>
              <a:t>the</a:t>
            </a:r>
            <a:r>
              <a:rPr lang="en-US" sz="1700" b="0" i="0" u="none" strike="noStrike" spc="-30" dirty="0">
                <a:solidFill>
                  <a:srgbClr val="1F2329"/>
                </a:solidFill>
                <a:latin typeface="Times New Roman"/>
                <a:ea typeface="Times New Roman"/>
                <a:cs typeface="Times New Roman"/>
                <a:sym typeface="Times New Roman"/>
              </a:rPr>
              <a:t> </a:t>
            </a:r>
            <a:r>
              <a:rPr lang="en-US" sz="1700" b="0" i="0" u="none" strike="noStrike" spc="85" dirty="0">
                <a:solidFill>
                  <a:srgbClr val="1F2329"/>
                </a:solidFill>
                <a:latin typeface="Times New Roman"/>
                <a:ea typeface="Times New Roman"/>
                <a:cs typeface="Times New Roman"/>
                <a:sym typeface="Times New Roman"/>
              </a:rPr>
              <a:t>computer</a:t>
            </a:r>
            <a:r>
              <a:rPr lang="en-US" sz="1700" b="0" i="0" u="none" strike="noStrike" spc="-60" dirty="0">
                <a:solidFill>
                  <a:srgbClr val="1F2329"/>
                </a:solidFill>
                <a:latin typeface="Times New Roman"/>
                <a:ea typeface="Times New Roman"/>
                <a:cs typeface="Times New Roman"/>
                <a:sym typeface="Times New Roman"/>
              </a:rPr>
              <a:t> </a:t>
            </a:r>
            <a:r>
              <a:rPr lang="en-US" sz="1700" b="0" i="0" u="none" strike="noStrike" spc="50" dirty="0">
                <a:solidFill>
                  <a:srgbClr val="1F2329"/>
                </a:solidFill>
                <a:latin typeface="Times New Roman"/>
                <a:ea typeface="Times New Roman"/>
                <a:cs typeface="Times New Roman"/>
                <a:sym typeface="Times New Roman"/>
              </a:rPr>
              <a:t>executes</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dirty="0">
                <a:solidFill>
                  <a:srgbClr val="1F2329"/>
                </a:solidFill>
                <a:latin typeface="Times New Roman"/>
                <a:ea typeface="Times New Roman"/>
                <a:cs typeface="Times New Roman"/>
                <a:sym typeface="Times New Roman"/>
              </a:rPr>
              <a:t>Java</a:t>
            </a:r>
            <a:r>
              <a:rPr lang="en-US" sz="1700" b="0" i="0" u="none" strike="noStrike" spc="-113" dirty="0">
                <a:solidFill>
                  <a:srgbClr val="1F2329"/>
                </a:solidFill>
                <a:latin typeface="Times New Roman"/>
                <a:ea typeface="Times New Roman"/>
                <a:cs typeface="Times New Roman"/>
                <a:sym typeface="Times New Roman"/>
              </a:rPr>
              <a:t> </a:t>
            </a:r>
            <a:r>
              <a:rPr lang="en-US" sz="1700" b="0" i="0" u="none" strike="noStrike" spc="90" dirty="0">
                <a:solidFill>
                  <a:srgbClr val="1F2329"/>
                </a:solidFill>
                <a:latin typeface="Times New Roman"/>
                <a:ea typeface="Times New Roman"/>
                <a:cs typeface="Times New Roman"/>
                <a:sym typeface="Times New Roman"/>
              </a:rPr>
              <a:t>statements</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spc="80" dirty="0">
                <a:solidFill>
                  <a:srgbClr val="1F2329"/>
                </a:solidFill>
                <a:latin typeface="Times New Roman"/>
                <a:ea typeface="Times New Roman"/>
                <a:cs typeface="Times New Roman"/>
                <a:sym typeface="Times New Roman"/>
              </a:rPr>
              <a:t>one</a:t>
            </a:r>
            <a:r>
              <a:rPr lang="en-US" sz="1700" b="0" i="0" u="none" strike="noStrike" spc="-35" dirty="0">
                <a:solidFill>
                  <a:srgbClr val="1F2329"/>
                </a:solidFill>
                <a:latin typeface="Times New Roman"/>
                <a:ea typeface="Times New Roman"/>
                <a:cs typeface="Times New Roman"/>
                <a:sym typeface="Times New Roman"/>
              </a:rPr>
              <a:t> </a:t>
            </a:r>
            <a:r>
              <a:rPr lang="en-US" sz="1700" b="0" i="0" u="none" strike="noStrike" spc="70" dirty="0">
                <a:solidFill>
                  <a:srgbClr val="1F2329"/>
                </a:solidFill>
                <a:latin typeface="Times New Roman"/>
                <a:ea typeface="Times New Roman"/>
                <a:cs typeface="Times New Roman"/>
                <a:sym typeface="Times New Roman"/>
              </a:rPr>
              <a:t>after</a:t>
            </a:r>
            <a:r>
              <a:rPr lang="en-US" sz="1700" b="0" i="0" u="none" strike="noStrike" spc="-55" dirty="0">
                <a:solidFill>
                  <a:srgbClr val="1F2329"/>
                </a:solidFill>
                <a:latin typeface="Times New Roman"/>
                <a:ea typeface="Times New Roman"/>
                <a:cs typeface="Times New Roman"/>
                <a:sym typeface="Times New Roman"/>
              </a:rPr>
              <a:t> </a:t>
            </a:r>
            <a:r>
              <a:rPr lang="en-US" sz="1700" b="0" i="0" u="none" strike="noStrike" spc="105" dirty="0">
                <a:solidFill>
                  <a:srgbClr val="1F2329"/>
                </a:solidFill>
                <a:latin typeface="Times New Roman"/>
                <a:ea typeface="Times New Roman"/>
                <a:cs typeface="Times New Roman"/>
                <a:sym typeface="Times New Roman"/>
              </a:rPr>
              <a:t>the</a:t>
            </a:r>
            <a:r>
              <a:rPr lang="en-US" sz="1700" b="0" i="0" u="none" strike="noStrike" spc="-35" dirty="0">
                <a:solidFill>
                  <a:srgbClr val="1F2329"/>
                </a:solidFill>
                <a:latin typeface="Times New Roman"/>
                <a:ea typeface="Times New Roman"/>
                <a:cs typeface="Times New Roman"/>
                <a:sym typeface="Times New Roman"/>
              </a:rPr>
              <a:t> </a:t>
            </a:r>
            <a:r>
              <a:rPr lang="en-US" sz="1700" b="0" i="0" u="none" strike="noStrike" spc="95" dirty="0">
                <a:solidFill>
                  <a:srgbClr val="1F2329"/>
                </a:solidFill>
                <a:latin typeface="Times New Roman"/>
                <a:ea typeface="Times New Roman"/>
                <a:cs typeface="Times New Roman"/>
                <a:sym typeface="Times New Roman"/>
              </a:rPr>
              <a:t>other</a:t>
            </a:r>
            <a:r>
              <a:rPr lang="en-US" sz="1700" b="0" i="0" u="none" strike="noStrike" spc="-55" dirty="0">
                <a:solidFill>
                  <a:srgbClr val="1F2329"/>
                </a:solidFill>
                <a:latin typeface="Times New Roman"/>
                <a:ea typeface="Times New Roman"/>
                <a:cs typeface="Times New Roman"/>
                <a:sym typeface="Times New Roman"/>
              </a:rPr>
              <a:t> </a:t>
            </a:r>
            <a:r>
              <a:rPr lang="en-US" sz="1700" b="0" i="0" u="none" strike="noStrike" dirty="0">
                <a:solidFill>
                  <a:srgbClr val="1F2329"/>
                </a:solidFill>
                <a:latin typeface="Times New Roman"/>
                <a:ea typeface="Times New Roman"/>
                <a:cs typeface="Times New Roman"/>
                <a:sym typeface="Times New Roman"/>
              </a:rPr>
              <a:t>in</a:t>
            </a:r>
            <a:r>
              <a:rPr lang="en-US" sz="1700" b="0" i="0" u="none" strike="noStrike" spc="70" dirty="0">
                <a:solidFill>
                  <a:srgbClr val="1F2329"/>
                </a:solidFill>
                <a:latin typeface="Times New Roman"/>
                <a:ea typeface="Times New Roman"/>
                <a:cs typeface="Times New Roman"/>
                <a:sym typeface="Times New Roman"/>
              </a:rPr>
              <a:t> </a:t>
            </a:r>
            <a:r>
              <a:rPr lang="en-US" sz="1700" b="0" i="0" u="none" strike="noStrike" spc="105" dirty="0">
                <a:solidFill>
                  <a:srgbClr val="1F2329"/>
                </a:solidFill>
                <a:latin typeface="Times New Roman"/>
                <a:ea typeface="Times New Roman"/>
                <a:cs typeface="Times New Roman"/>
                <a:sym typeface="Times New Roman"/>
              </a:rPr>
              <a:t>the</a:t>
            </a:r>
            <a:r>
              <a:rPr lang="en-US" sz="1700" b="0" i="0" u="none" strike="noStrike" spc="-120" dirty="0">
                <a:solidFill>
                  <a:srgbClr val="1F2329"/>
                </a:solidFill>
                <a:latin typeface="Times New Roman"/>
                <a:ea typeface="Times New Roman"/>
                <a:cs typeface="Times New Roman"/>
                <a:sym typeface="Times New Roman"/>
              </a:rPr>
              <a:t> </a:t>
            </a:r>
            <a:r>
              <a:rPr lang="en-US" sz="1700" b="0" i="0" u="none" strike="noStrike" spc="110" dirty="0">
                <a:solidFill>
                  <a:srgbClr val="1F2329"/>
                </a:solidFill>
                <a:latin typeface="Times New Roman"/>
                <a:ea typeface="Times New Roman"/>
                <a:cs typeface="Times New Roman"/>
                <a:sym typeface="Times New Roman"/>
              </a:rPr>
              <a:t>order</a:t>
            </a:r>
            <a:r>
              <a:rPr lang="en-US" sz="1700" b="0" i="0" u="none" strike="noStrike" spc="-55" dirty="0">
                <a:solidFill>
                  <a:srgbClr val="1F2329"/>
                </a:solidFill>
                <a:latin typeface="Times New Roman"/>
                <a:ea typeface="Times New Roman"/>
                <a:cs typeface="Times New Roman"/>
                <a:sym typeface="Times New Roman"/>
              </a:rPr>
              <a:t> </a:t>
            </a:r>
            <a:r>
              <a:rPr lang="en-US" sz="1700" b="0" i="0" u="none" strike="noStrike" dirty="0">
                <a:solidFill>
                  <a:srgbClr val="1F2329"/>
                </a:solidFill>
                <a:latin typeface="Times New Roman"/>
                <a:ea typeface="Times New Roman"/>
                <a:cs typeface="Times New Roman"/>
                <a:sym typeface="Times New Roman"/>
              </a:rPr>
              <a:t>in</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spc="35" dirty="0">
                <a:solidFill>
                  <a:srgbClr val="1F2329"/>
                </a:solidFill>
                <a:latin typeface="Times New Roman"/>
                <a:ea typeface="Times New Roman"/>
                <a:cs typeface="Times New Roman"/>
                <a:sym typeface="Times New Roman"/>
              </a:rPr>
              <a:t>which</a:t>
            </a:r>
          </a:p>
          <a:p>
            <a:pPr marL="393700" indent="0" algn="l">
              <a:lnSpc>
                <a:spcPts val="2035"/>
              </a:lnSpc>
            </a:pPr>
            <a:r>
              <a:rPr lang="en-US" sz="1700" b="0" i="0" u="none" strike="noStrike" spc="60" dirty="0">
                <a:solidFill>
                  <a:srgbClr val="1F2329"/>
                </a:solidFill>
                <a:latin typeface="Times New Roman"/>
                <a:ea typeface="Times New Roman"/>
                <a:cs typeface="Times New Roman"/>
                <a:sym typeface="Times New Roman"/>
              </a:rPr>
              <a:t>they’re</a:t>
            </a:r>
            <a:r>
              <a:rPr lang="en-US" sz="1700" b="0" i="0" u="none" strike="noStrike" spc="-145" dirty="0">
                <a:solidFill>
                  <a:srgbClr val="1F2329"/>
                </a:solidFill>
                <a:latin typeface="Times New Roman"/>
                <a:ea typeface="Times New Roman"/>
                <a:cs typeface="Times New Roman"/>
                <a:sym typeface="Times New Roman"/>
              </a:rPr>
              <a:t> </a:t>
            </a:r>
            <a:r>
              <a:rPr lang="en-US" sz="1700" b="0" i="0" u="none" strike="noStrike" spc="65" dirty="0">
                <a:solidFill>
                  <a:srgbClr val="1F2329"/>
                </a:solidFill>
                <a:latin typeface="Times New Roman"/>
                <a:ea typeface="Times New Roman"/>
                <a:cs typeface="Times New Roman"/>
                <a:sym typeface="Times New Roman"/>
              </a:rPr>
              <a:t>written.</a:t>
            </a:r>
          </a:p>
          <a:p>
            <a:pPr marL="393065" lvl="1" indent="-171450" algn="l">
              <a:lnSpc>
                <a:spcPct val="100000"/>
              </a:lnSpc>
              <a:spcBef>
                <a:spcPts val="285"/>
              </a:spcBef>
              <a:buClr>
                <a:srgbClr val="2CA1BE"/>
              </a:buClr>
              <a:buChar char="◦"/>
              <a:tabLst>
                <a:tab pos="393065" algn="l"/>
              </a:tabLst>
            </a:pPr>
            <a:r>
              <a:rPr lang="en-US" sz="1700" b="0" i="0" u="none" strike="noStrike" spc="65" dirty="0">
                <a:solidFill>
                  <a:srgbClr val="1F2329"/>
                </a:solidFill>
                <a:latin typeface="Times New Roman"/>
                <a:ea typeface="Times New Roman"/>
                <a:cs typeface="Times New Roman"/>
                <a:sym typeface="Times New Roman"/>
              </a:rPr>
              <a:t>The</a:t>
            </a:r>
            <a:r>
              <a:rPr lang="en-US" sz="1700" b="0" i="0" u="none" strike="noStrike" spc="-95" dirty="0">
                <a:solidFill>
                  <a:srgbClr val="1F2329"/>
                </a:solidFill>
                <a:latin typeface="Times New Roman"/>
                <a:ea typeface="Times New Roman"/>
                <a:cs typeface="Times New Roman"/>
                <a:sym typeface="Times New Roman"/>
              </a:rPr>
              <a:t> </a:t>
            </a:r>
            <a:r>
              <a:rPr lang="en-US" sz="1700" b="0" i="0" u="none" strike="noStrike" spc="10" dirty="0">
                <a:solidFill>
                  <a:srgbClr val="0000FF"/>
                </a:solidFill>
                <a:latin typeface="Times New Roman"/>
                <a:ea typeface="Times New Roman"/>
                <a:cs typeface="Times New Roman"/>
                <a:sym typeface="Times New Roman"/>
              </a:rPr>
              <a:t>flow chart </a:t>
            </a:r>
            <a:r>
              <a:rPr lang="en-US" sz="1700" b="0" i="0" u="none" strike="noStrike" spc="70" dirty="0">
                <a:solidFill>
                  <a:srgbClr val="1F2329"/>
                </a:solidFill>
                <a:latin typeface="Times New Roman"/>
                <a:ea typeface="Times New Roman"/>
                <a:cs typeface="Times New Roman"/>
                <a:sym typeface="Times New Roman"/>
              </a:rPr>
              <a:t>illustrates</a:t>
            </a:r>
            <a:r>
              <a:rPr lang="en-US" sz="1700" b="0" i="0" u="none" strike="noStrike" spc="-65" dirty="0">
                <a:solidFill>
                  <a:srgbClr val="1F2329"/>
                </a:solidFill>
                <a:latin typeface="Times New Roman"/>
                <a:ea typeface="Times New Roman"/>
                <a:cs typeface="Times New Roman"/>
                <a:sym typeface="Times New Roman"/>
              </a:rPr>
              <a:t> </a:t>
            </a:r>
            <a:r>
              <a:rPr lang="en-US" sz="1700" b="0" i="0" u="none" strike="noStrike" spc="90" dirty="0">
                <a:solidFill>
                  <a:srgbClr val="1F2329"/>
                </a:solidFill>
                <a:latin typeface="Times New Roman"/>
                <a:ea typeface="Times New Roman"/>
                <a:cs typeface="Times New Roman"/>
                <a:sym typeface="Times New Roman"/>
              </a:rPr>
              <a:t>a</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spc="45" dirty="0">
                <a:solidFill>
                  <a:srgbClr val="1F2329"/>
                </a:solidFill>
                <a:latin typeface="Times New Roman"/>
                <a:ea typeface="Times New Roman"/>
                <a:cs typeface="Times New Roman"/>
                <a:sym typeface="Times New Roman"/>
              </a:rPr>
              <a:t>typical</a:t>
            </a:r>
            <a:r>
              <a:rPr lang="en-US" sz="1700" b="0" i="0" u="none" strike="noStrike" spc="-5" dirty="0">
                <a:solidFill>
                  <a:srgbClr val="1F2329"/>
                </a:solidFill>
                <a:latin typeface="Times New Roman"/>
                <a:ea typeface="Times New Roman"/>
                <a:cs typeface="Times New Roman"/>
                <a:sym typeface="Times New Roman"/>
              </a:rPr>
              <a:t> </a:t>
            </a:r>
            <a:r>
              <a:rPr lang="en-US" sz="1700" b="0" i="0" u="none" strike="noStrike" spc="80" dirty="0">
                <a:solidFill>
                  <a:srgbClr val="1F2329"/>
                </a:solidFill>
                <a:latin typeface="Times New Roman"/>
                <a:ea typeface="Times New Roman"/>
                <a:cs typeface="Times New Roman"/>
                <a:sym typeface="Times New Roman"/>
              </a:rPr>
              <a:t>sequence</a:t>
            </a:r>
            <a:r>
              <a:rPr lang="en-US" sz="1700" b="0" i="0" u="none" strike="noStrike" dirty="0">
                <a:solidFill>
                  <a:srgbClr val="1F2329"/>
                </a:solidFill>
                <a:latin typeface="Times New Roman"/>
                <a:ea typeface="Times New Roman"/>
                <a:cs typeface="Times New Roman"/>
                <a:sym typeface="Times New Roman"/>
              </a:rPr>
              <a:t> </a:t>
            </a:r>
            <a:r>
              <a:rPr lang="en-US" sz="1700" b="0" i="0" u="none" strike="noStrike" spc="113" dirty="0">
                <a:solidFill>
                  <a:srgbClr val="1F2329"/>
                </a:solidFill>
                <a:latin typeface="Times New Roman"/>
                <a:ea typeface="Times New Roman"/>
                <a:cs typeface="Times New Roman"/>
                <a:sym typeface="Times New Roman"/>
              </a:rPr>
              <a:t>structure</a:t>
            </a:r>
            <a:r>
              <a:rPr lang="en-US" sz="1700" b="0" i="0" u="none" strike="noStrike" spc="-185" dirty="0">
                <a:solidFill>
                  <a:srgbClr val="1F2329"/>
                </a:solidFill>
                <a:latin typeface="Times New Roman"/>
                <a:ea typeface="Times New Roman"/>
                <a:cs typeface="Times New Roman"/>
                <a:sym typeface="Times New Roman"/>
              </a:rPr>
              <a:t> </a:t>
            </a:r>
            <a:r>
              <a:rPr lang="en-US" sz="1700" b="0" i="0" u="none" strike="noStrike" spc="10" dirty="0">
                <a:solidFill>
                  <a:srgbClr val="1F2329"/>
                </a:solidFill>
                <a:latin typeface="Times New Roman"/>
                <a:ea typeface="Times New Roman"/>
                <a:cs typeface="Times New Roman"/>
                <a:sym typeface="Times New Roman"/>
              </a:rPr>
              <a:t> </a:t>
            </a:r>
            <a:r>
              <a:rPr lang="en-US" sz="1700" b="0" i="0" u="none" strike="noStrike" spc="50" dirty="0">
                <a:solidFill>
                  <a:srgbClr val="1F2329"/>
                </a:solidFill>
                <a:latin typeface="Times New Roman"/>
                <a:ea typeface="Times New Roman"/>
                <a:cs typeface="Times New Roman"/>
                <a:sym typeface="Times New Roman"/>
              </a:rPr>
              <a:t>.</a:t>
            </a:r>
          </a:p>
          <a:p>
            <a:pPr marL="393065" lvl="1" indent="-171450" algn="l">
              <a:lnSpc>
                <a:spcPct val="100000"/>
              </a:lnSpc>
              <a:spcBef>
                <a:spcPts val="215"/>
              </a:spcBef>
              <a:buClr>
                <a:srgbClr val="2CA1BE"/>
              </a:buClr>
              <a:buChar char="◦"/>
              <a:tabLst>
                <a:tab pos="393065" algn="l"/>
              </a:tabLst>
            </a:pPr>
            <a:r>
              <a:rPr lang="en-US" sz="1700" b="0" i="0" u="none" strike="noStrike" dirty="0">
                <a:solidFill>
                  <a:srgbClr val="1F2329"/>
                </a:solidFill>
                <a:latin typeface="Times New Roman"/>
                <a:ea typeface="Times New Roman"/>
                <a:cs typeface="Times New Roman"/>
                <a:sym typeface="Times New Roman"/>
              </a:rPr>
              <a:t>Java</a:t>
            </a:r>
            <a:r>
              <a:rPr lang="en-US" sz="1700" b="0" i="0" u="none" strike="noStrike" spc="-130" dirty="0">
                <a:solidFill>
                  <a:srgbClr val="1F2329"/>
                </a:solidFill>
                <a:latin typeface="Times New Roman"/>
                <a:ea typeface="Times New Roman"/>
                <a:cs typeface="Times New Roman"/>
                <a:sym typeface="Times New Roman"/>
              </a:rPr>
              <a:t> </a:t>
            </a:r>
            <a:r>
              <a:rPr lang="en-US" sz="1700" b="0" i="0" u="none" strike="noStrike" spc="55" dirty="0">
                <a:solidFill>
                  <a:srgbClr val="1F2329"/>
                </a:solidFill>
                <a:latin typeface="Times New Roman"/>
                <a:ea typeface="Times New Roman"/>
                <a:cs typeface="Times New Roman"/>
                <a:sym typeface="Times New Roman"/>
              </a:rPr>
              <a:t>lets</a:t>
            </a:r>
            <a:r>
              <a:rPr lang="en-US" sz="1700" b="0" i="0" u="none" strike="noStrike" spc="-20" dirty="0">
                <a:solidFill>
                  <a:srgbClr val="1F2329"/>
                </a:solidFill>
                <a:latin typeface="Times New Roman"/>
                <a:ea typeface="Times New Roman"/>
                <a:cs typeface="Times New Roman"/>
                <a:sym typeface="Times New Roman"/>
              </a:rPr>
              <a:t> </a:t>
            </a:r>
            <a:r>
              <a:rPr lang="en-US" sz="1700" b="0" i="0" u="none" strike="noStrike" spc="55" dirty="0">
                <a:solidFill>
                  <a:srgbClr val="1F2329"/>
                </a:solidFill>
                <a:latin typeface="Times New Roman"/>
                <a:ea typeface="Times New Roman"/>
                <a:cs typeface="Times New Roman"/>
                <a:sym typeface="Times New Roman"/>
              </a:rPr>
              <a:t>you</a:t>
            </a:r>
            <a:r>
              <a:rPr lang="en-US" sz="1700" b="0" i="0" u="none" strike="noStrike" spc="-90" dirty="0">
                <a:solidFill>
                  <a:srgbClr val="1F2329"/>
                </a:solidFill>
                <a:latin typeface="Times New Roman"/>
                <a:ea typeface="Times New Roman"/>
                <a:cs typeface="Times New Roman"/>
                <a:sym typeface="Times New Roman"/>
              </a:rPr>
              <a:t> </a:t>
            </a:r>
            <a:r>
              <a:rPr lang="en-US" sz="1700" b="0" i="0" u="none" strike="noStrike" spc="75" dirty="0">
                <a:solidFill>
                  <a:srgbClr val="1F2329"/>
                </a:solidFill>
                <a:latin typeface="Times New Roman"/>
                <a:ea typeface="Times New Roman"/>
                <a:cs typeface="Times New Roman"/>
                <a:sym typeface="Times New Roman"/>
              </a:rPr>
              <a:t>have</a:t>
            </a:r>
            <a:r>
              <a:rPr lang="en-US" sz="1700" b="0" i="0" u="none" strike="noStrike" spc="-130" dirty="0">
                <a:solidFill>
                  <a:srgbClr val="1F2329"/>
                </a:solidFill>
                <a:latin typeface="Times New Roman"/>
                <a:ea typeface="Times New Roman"/>
                <a:cs typeface="Times New Roman"/>
                <a:sym typeface="Times New Roman"/>
              </a:rPr>
              <a:t> </a:t>
            </a:r>
            <a:r>
              <a:rPr lang="en-US" sz="1700" b="0" i="0" u="none" strike="noStrike" spc="70" dirty="0">
                <a:solidFill>
                  <a:srgbClr val="1F2329"/>
                </a:solidFill>
                <a:latin typeface="Times New Roman"/>
                <a:ea typeface="Times New Roman"/>
                <a:cs typeface="Times New Roman"/>
                <a:sym typeface="Times New Roman"/>
              </a:rPr>
              <a:t>as</a:t>
            </a:r>
            <a:r>
              <a:rPr lang="en-US" sz="1700" b="0" i="0" u="none" strike="noStrike" spc="-20" dirty="0">
                <a:solidFill>
                  <a:srgbClr val="1F2329"/>
                </a:solidFill>
                <a:latin typeface="Times New Roman"/>
                <a:ea typeface="Times New Roman"/>
                <a:cs typeface="Times New Roman"/>
                <a:sym typeface="Times New Roman"/>
              </a:rPr>
              <a:t> </a:t>
            </a:r>
            <a:r>
              <a:rPr lang="en-US" sz="1700" b="0" i="0" u="none" strike="noStrike" spc="70" dirty="0">
                <a:solidFill>
                  <a:srgbClr val="1F2329"/>
                </a:solidFill>
                <a:latin typeface="Times New Roman"/>
                <a:ea typeface="Times New Roman"/>
                <a:cs typeface="Times New Roman"/>
                <a:sym typeface="Times New Roman"/>
              </a:rPr>
              <a:t>many</a:t>
            </a:r>
            <a:r>
              <a:rPr lang="en-US" sz="1700" b="0" i="0" u="none" strike="noStrike" spc="-80" dirty="0">
                <a:solidFill>
                  <a:srgbClr val="1F2329"/>
                </a:solidFill>
                <a:latin typeface="Times New Roman"/>
                <a:ea typeface="Times New Roman"/>
                <a:cs typeface="Times New Roman"/>
                <a:sym typeface="Times New Roman"/>
              </a:rPr>
              <a:t> </a:t>
            </a:r>
            <a:r>
              <a:rPr lang="en-US" sz="1700" b="0" i="0" u="none" strike="noStrike" spc="55" dirty="0">
                <a:solidFill>
                  <a:srgbClr val="1F2329"/>
                </a:solidFill>
                <a:latin typeface="Times New Roman"/>
                <a:ea typeface="Times New Roman"/>
                <a:cs typeface="Times New Roman"/>
                <a:sym typeface="Times New Roman"/>
              </a:rPr>
              <a:t>actions</a:t>
            </a:r>
            <a:r>
              <a:rPr lang="en-US" sz="1700" b="0" i="0" u="none" strike="noStrike" spc="50" dirty="0">
                <a:solidFill>
                  <a:srgbClr val="1F2329"/>
                </a:solidFill>
                <a:latin typeface="Times New Roman"/>
                <a:ea typeface="Times New Roman"/>
                <a:cs typeface="Times New Roman"/>
                <a:sym typeface="Times New Roman"/>
              </a:rPr>
              <a:t> </a:t>
            </a:r>
            <a:r>
              <a:rPr lang="en-US" sz="1700" b="0" i="0" u="none" strike="noStrike" spc="70" dirty="0">
                <a:solidFill>
                  <a:srgbClr val="1F2329"/>
                </a:solidFill>
                <a:latin typeface="Times New Roman"/>
                <a:ea typeface="Times New Roman"/>
                <a:cs typeface="Times New Roman"/>
                <a:sym typeface="Times New Roman"/>
              </a:rPr>
              <a:t>as</a:t>
            </a:r>
            <a:r>
              <a:rPr lang="en-US" sz="1700" b="0" i="0" u="none" strike="noStrike" spc="-20" dirty="0">
                <a:solidFill>
                  <a:srgbClr val="1F2329"/>
                </a:solidFill>
                <a:latin typeface="Times New Roman"/>
                <a:ea typeface="Times New Roman"/>
                <a:cs typeface="Times New Roman"/>
                <a:sym typeface="Times New Roman"/>
              </a:rPr>
              <a:t> </a:t>
            </a:r>
            <a:r>
              <a:rPr lang="en-US" sz="1700" b="0" i="0" u="none" strike="noStrike" spc="55" dirty="0">
                <a:solidFill>
                  <a:srgbClr val="1F2329"/>
                </a:solidFill>
                <a:latin typeface="Times New Roman"/>
                <a:ea typeface="Times New Roman"/>
                <a:cs typeface="Times New Roman"/>
                <a:sym typeface="Times New Roman"/>
              </a:rPr>
              <a:t>you</a:t>
            </a:r>
            <a:r>
              <a:rPr lang="en-US" sz="1700" b="0" i="0" u="none" strike="noStrike" spc="-90" dirty="0">
                <a:solidFill>
                  <a:srgbClr val="1F2329"/>
                </a:solidFill>
                <a:latin typeface="Times New Roman"/>
                <a:ea typeface="Times New Roman"/>
                <a:cs typeface="Times New Roman"/>
                <a:sym typeface="Times New Roman"/>
              </a:rPr>
              <a:t> </a:t>
            </a:r>
            <a:r>
              <a:rPr lang="en-US" sz="1700" b="0" i="0" u="none" strike="noStrike" spc="100" dirty="0">
                <a:solidFill>
                  <a:srgbClr val="1F2329"/>
                </a:solidFill>
                <a:latin typeface="Times New Roman"/>
                <a:ea typeface="Times New Roman"/>
                <a:cs typeface="Times New Roman"/>
                <a:sym typeface="Times New Roman"/>
              </a:rPr>
              <a:t>want</a:t>
            </a:r>
            <a:r>
              <a:rPr lang="en-US" sz="1700" b="0" i="0" u="none" strike="noStrike" spc="-100" dirty="0">
                <a:solidFill>
                  <a:srgbClr val="1F2329"/>
                </a:solidFill>
                <a:latin typeface="Times New Roman"/>
                <a:ea typeface="Times New Roman"/>
                <a:cs typeface="Times New Roman"/>
                <a:sym typeface="Times New Roman"/>
              </a:rPr>
              <a:t> </a:t>
            </a:r>
            <a:r>
              <a:rPr lang="en-US" sz="1700" b="0" i="0" u="none" strike="noStrike" dirty="0">
                <a:solidFill>
                  <a:srgbClr val="1F2329"/>
                </a:solidFill>
                <a:latin typeface="Times New Roman"/>
                <a:ea typeface="Times New Roman"/>
                <a:cs typeface="Times New Roman"/>
                <a:sym typeface="Times New Roman"/>
              </a:rPr>
              <a:t>in</a:t>
            </a:r>
            <a:r>
              <a:rPr lang="en-US" sz="1700" b="0" i="0" u="none" strike="noStrike" spc="-20" dirty="0">
                <a:solidFill>
                  <a:srgbClr val="1F2329"/>
                </a:solidFill>
                <a:latin typeface="Times New Roman"/>
                <a:ea typeface="Times New Roman"/>
                <a:cs typeface="Times New Roman"/>
                <a:sym typeface="Times New Roman"/>
              </a:rPr>
              <a:t> </a:t>
            </a:r>
            <a:r>
              <a:rPr lang="en-US" sz="1700" b="0" i="0" u="none" strike="noStrike" spc="90" dirty="0">
                <a:solidFill>
                  <a:srgbClr val="1F2329"/>
                </a:solidFill>
                <a:latin typeface="Times New Roman"/>
                <a:ea typeface="Times New Roman"/>
                <a:cs typeface="Times New Roman"/>
                <a:sym typeface="Times New Roman"/>
              </a:rPr>
              <a:t>a</a:t>
            </a:r>
            <a:r>
              <a:rPr lang="en-US" sz="1700" b="0" i="0" u="none" strike="noStrike" spc="-50" dirty="0">
                <a:solidFill>
                  <a:srgbClr val="1F2329"/>
                </a:solidFill>
                <a:latin typeface="Times New Roman"/>
                <a:ea typeface="Times New Roman"/>
                <a:cs typeface="Times New Roman"/>
                <a:sym typeface="Times New Roman"/>
              </a:rPr>
              <a:t> </a:t>
            </a:r>
            <a:r>
              <a:rPr lang="en-US" sz="1700" b="0" i="0" u="none" strike="noStrike" spc="80" dirty="0">
                <a:solidFill>
                  <a:srgbClr val="1F2329"/>
                </a:solidFill>
                <a:latin typeface="Times New Roman"/>
                <a:ea typeface="Times New Roman"/>
                <a:cs typeface="Times New Roman"/>
                <a:sym typeface="Times New Roman"/>
              </a:rPr>
              <a:t>sequence</a:t>
            </a:r>
            <a:r>
              <a:rPr lang="en-US" sz="1700" b="0" i="0" u="none" strike="noStrike" spc="-45" dirty="0">
                <a:solidFill>
                  <a:srgbClr val="1F2329"/>
                </a:solidFill>
                <a:latin typeface="Times New Roman"/>
                <a:ea typeface="Times New Roman"/>
                <a:cs typeface="Times New Roman"/>
                <a:sym typeface="Times New Roman"/>
              </a:rPr>
              <a:t> </a:t>
            </a:r>
            <a:r>
              <a:rPr lang="en-US" sz="1700" b="0" i="0" u="none" strike="noStrike" spc="75" dirty="0">
                <a:solidFill>
                  <a:srgbClr val="1F2329"/>
                </a:solidFill>
                <a:latin typeface="Times New Roman"/>
                <a:ea typeface="Times New Roman"/>
                <a:cs typeface="Times New Roman"/>
                <a:sym typeface="Times New Roman"/>
              </a:rPr>
              <a:t>structure.</a:t>
            </a:r>
          </a:p>
          <a:p>
            <a:pPr marL="393065" lvl="1" indent="-171450" algn="l">
              <a:lnSpc>
                <a:spcPct val="100000"/>
              </a:lnSpc>
              <a:spcBef>
                <a:spcPts val="210"/>
              </a:spcBef>
              <a:buClr>
                <a:srgbClr val="2CA1BE"/>
              </a:buClr>
              <a:buChar char="◦"/>
              <a:tabLst>
                <a:tab pos="393065" algn="l"/>
              </a:tabLst>
            </a:pPr>
            <a:endParaRPr lang="en-US" sz="1700" b="0" i="0" u="none" strike="noStrike" spc="50" dirty="0">
              <a:solidFill>
                <a:srgbClr val="1F2329"/>
              </a:solidFill>
              <a:latin typeface="Times New Roman"/>
              <a:ea typeface="Times New Roman"/>
              <a:cs typeface="Times New Roman"/>
              <a:sym typeface="Times New Roman"/>
            </a:endParaRPr>
          </a:p>
        </p:txBody>
      </p:sp>
      <p:sp>
        <p:nvSpPr>
          <p:cNvPr id="5" name="AutoShape 5"/>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pic>
        <p:nvPicPr>
          <p:cNvPr id="7" name="Picture 6">
            <a:extLst>
              <a:ext uri="{FF2B5EF4-FFF2-40B4-BE49-F238E27FC236}">
                <a16:creationId xmlns:a16="http://schemas.microsoft.com/office/drawing/2014/main" id="{E1176EE7-41B5-F42F-B64F-ED1C8BC6D2EE}"/>
              </a:ext>
            </a:extLst>
          </p:cNvPr>
          <p:cNvPicPr>
            <a:picLocks noChangeAspect="1"/>
          </p:cNvPicPr>
          <p:nvPr/>
        </p:nvPicPr>
        <p:blipFill>
          <a:blip r:embed="rId3"/>
          <a:stretch>
            <a:fillRect/>
          </a:stretch>
        </p:blipFill>
        <p:spPr>
          <a:xfrm>
            <a:off x="1033546" y="3484775"/>
            <a:ext cx="5944214" cy="34965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297" y="723547"/>
            <a:ext cx="3186231" cy="272039"/>
          </a:xfrm>
          <a:prstGeom prst="rect">
            <a:avLst/>
          </a:prstGeom>
          <a:ln w="12700">
            <a:noFill/>
            <a:prstDash val="solid"/>
          </a:ln>
        </p:spPr>
      </p:pic>
      <p:sp>
        <p:nvSpPr>
          <p:cNvPr id="3" name="AutoShape 3"/>
          <p:cNvSpPr/>
          <p:nvPr/>
        </p:nvSpPr>
        <p:spPr>
          <a:xfrm>
            <a:off x="774700" y="1430591"/>
            <a:ext cx="2161540" cy="403225"/>
          </a:xfrm>
          <a:prstGeom prst="rect">
            <a:avLst/>
          </a:prstGeom>
          <a:noFill/>
          <a:ln w="12700">
            <a:noFill/>
            <a:prstDash val="solid"/>
          </a:ln>
        </p:spPr>
        <p:txBody>
          <a:bodyPr vert="horz" wrap="square" lIns="0" tIns="15875" rIns="0" bIns="0" rtlCol="0" anchor="t">
            <a:spAutoFit/>
          </a:bodyPr>
          <a:lstStyle>
            <a:lvl1pPr marL="520065" indent="-317500"/>
            <a:lvl2pPr marL="977265" indent="-317500"/>
            <a:lvl3pPr marL="1434465" indent="-317500"/>
            <a:lvl4pPr marL="1891665" indent="-317500"/>
            <a:lvl5pPr marL="2348865" indent="-317500"/>
            <a:lvl6pPr marL="2806065" indent="-317500"/>
            <a:lvl7pPr marL="3263265" indent="-317500"/>
            <a:lvl8pPr marL="3720465" indent="-317500"/>
            <a:lvl9pPr marL="4177665" indent="-317500"/>
          </a:lstStyle>
          <a:p>
            <a:pPr marL="202565" indent="-189865" algn="l">
              <a:lnSpc>
                <a:spcPct val="100000"/>
              </a:lnSpc>
              <a:spcBef>
                <a:spcPts val="125"/>
              </a:spcBef>
              <a:buClr>
                <a:srgbClr val="2CA1BE"/>
              </a:buClr>
              <a:buSzPct val="69000"/>
              <a:buChar char=""/>
              <a:tabLst>
                <a:tab pos="202565" algn="l"/>
              </a:tabLst>
              <a:defRPr/>
            </a:pPr>
            <a:r>
              <a:rPr lang="en-US" sz="2450" b="0" i="0" u="none" strike="noStrike" spc="113">
                <a:solidFill>
                  <a:srgbClr val="1F2329"/>
                </a:solidFill>
                <a:latin typeface="Times New Roman"/>
                <a:ea typeface="Times New Roman"/>
                <a:cs typeface="Times New Roman"/>
                <a:sym typeface="Times New Roman"/>
              </a:rPr>
              <a:t>Three</a:t>
            </a:r>
            <a:r>
              <a:rPr lang="en-US" sz="2450" b="0" i="0" u="none" strike="noStrike" spc="-25">
                <a:solidFill>
                  <a:srgbClr val="1F2329"/>
                </a:solidFill>
                <a:latin typeface="Times New Roman"/>
                <a:ea typeface="Times New Roman"/>
                <a:cs typeface="Times New Roman"/>
                <a:sym typeface="Times New Roman"/>
              </a:rPr>
              <a:t> </a:t>
            </a:r>
            <a:r>
              <a:rPr lang="en-US" sz="2450" b="0" i="0" u="none" strike="noStrike" spc="105">
                <a:solidFill>
                  <a:srgbClr val="1F2329"/>
                </a:solidFill>
                <a:latin typeface="Times New Roman"/>
                <a:ea typeface="Times New Roman"/>
                <a:cs typeface="Times New Roman"/>
                <a:sym typeface="Times New Roman"/>
              </a:rPr>
              <a:t>types</a:t>
            </a:r>
            <a:r>
              <a:rPr lang="en-US" sz="2450" b="0" i="0" u="none" strike="noStrike" spc="-30">
                <a:solidFill>
                  <a:srgbClr val="1F2329"/>
                </a:solidFill>
                <a:latin typeface="Times New Roman"/>
                <a:ea typeface="Times New Roman"/>
                <a:cs typeface="Times New Roman"/>
                <a:sym typeface="Times New Roman"/>
              </a:rPr>
              <a:t> </a:t>
            </a:r>
            <a:r>
              <a:rPr lang="en-US" sz="2450" b="0" i="0" u="none" strike="noStrike" spc="-25">
                <a:solidFill>
                  <a:srgbClr val="1F2329"/>
                </a:solidFill>
                <a:latin typeface="Times New Roman"/>
                <a:ea typeface="Times New Roman"/>
                <a:cs typeface="Times New Roman"/>
                <a:sym typeface="Times New Roman"/>
              </a:rPr>
              <a:t>of</a:t>
            </a:r>
            <a:endParaRPr lang="en-US" sz="1100"/>
          </a:p>
        </p:txBody>
      </p:sp>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5" name="AutoShape 5"/>
          <p:cNvSpPr/>
          <p:nvPr/>
        </p:nvSpPr>
        <p:spPr>
          <a:xfrm>
            <a:off x="2987039" y="1450721"/>
            <a:ext cx="2832100" cy="381000"/>
          </a:xfrm>
          <a:prstGeom prst="rect">
            <a:avLst/>
          </a:prstGeom>
          <a:solidFill>
            <a:srgbClr val="FFFF00">
              <a:alpha val="100000"/>
            </a:srgbClr>
          </a:solidFill>
          <a:ln w="12700">
            <a:noFill/>
            <a:prstDash val="solid"/>
          </a:ln>
        </p:spPr>
        <p:txBody>
          <a:bodyPr vert="horz" wrap="square" lIns="0" tIns="0" rIns="0" bIns="0" rtlCol="0" anchor="t">
            <a:spAutoFit/>
          </a:bodyPr>
          <a:lstStyle/>
          <a:p>
            <a:pPr marL="1905" indent="0" algn="l">
              <a:lnSpc>
                <a:spcPts val="2910"/>
              </a:lnSpc>
              <a:defRPr/>
            </a:pPr>
            <a:r>
              <a:rPr lang="en-US" sz="2450" b="0" i="0" u="none" strike="noStrike" spc="80">
                <a:solidFill>
                  <a:srgbClr val="0000FF"/>
                </a:solidFill>
                <a:latin typeface="Times New Roman"/>
                <a:ea typeface="Times New Roman"/>
                <a:cs typeface="Times New Roman"/>
                <a:sym typeface="Times New Roman"/>
              </a:rPr>
              <a:t>selection</a:t>
            </a:r>
            <a:r>
              <a:rPr lang="en-US" sz="2450" b="0" i="0" u="none" strike="noStrike" spc="55">
                <a:solidFill>
                  <a:srgbClr val="0000FF"/>
                </a:solidFill>
                <a:latin typeface="Times New Roman"/>
                <a:ea typeface="Times New Roman"/>
                <a:cs typeface="Times New Roman"/>
                <a:sym typeface="Times New Roman"/>
              </a:rPr>
              <a:t> </a:t>
            </a:r>
            <a:r>
              <a:rPr lang="en-US" sz="2450" b="0" i="0" u="none" strike="noStrike" spc="85">
                <a:solidFill>
                  <a:srgbClr val="0000FF"/>
                </a:solidFill>
                <a:latin typeface="Times New Roman"/>
                <a:ea typeface="Times New Roman"/>
                <a:cs typeface="Times New Roman"/>
                <a:sym typeface="Times New Roman"/>
              </a:rPr>
              <a:t>statements</a:t>
            </a:r>
            <a:r>
              <a:rPr lang="en-US" sz="2450" b="0" i="0" u="none" strike="noStrike" spc="85">
                <a:solidFill>
                  <a:srgbClr val="1F2329"/>
                </a:solidFill>
                <a:latin typeface="Times New Roman"/>
                <a:ea typeface="Times New Roman"/>
                <a:cs typeface="Times New Roman"/>
                <a:sym typeface="Times New Roman"/>
              </a:rPr>
              <a:t>.</a:t>
            </a:r>
            <a:endParaRPr lang="en-US" sz="1100"/>
          </a:p>
        </p:txBody>
      </p:sp>
      <p:sp>
        <p:nvSpPr>
          <p:cNvPr id="6" name="AutoShape 6"/>
          <p:cNvSpPr/>
          <p:nvPr/>
        </p:nvSpPr>
        <p:spPr>
          <a:xfrm>
            <a:off x="774700" y="1773555"/>
            <a:ext cx="10743565" cy="3046095"/>
          </a:xfrm>
          <a:prstGeom prst="rect">
            <a:avLst/>
          </a:prstGeom>
          <a:noFill/>
          <a:ln w="12700">
            <a:noFill/>
            <a:prstDash val="solid"/>
          </a:ln>
        </p:spPr>
        <p:txBody>
          <a:bodyPr vert="horz" wrap="square" lIns="0" tIns="16510" rIns="0" bIns="0" rtlCol="0" anchor="t">
            <a:spAutoFit/>
          </a:bodyPr>
          <a:lstStyle>
            <a:lvl1pPr marL="520065" indent="-317500"/>
            <a:lvl2pPr marL="659765" indent="-266700"/>
            <a:lvl3pPr marL="799465" indent="-266700"/>
            <a:lvl4pPr marL="939165" indent="-266700"/>
            <a:lvl5pPr marL="1078865" indent="-266700"/>
            <a:lvl6pPr marL="1218565" indent="-266700"/>
            <a:lvl7pPr marL="1358265" indent="-266700"/>
            <a:lvl8pPr marL="1497965" indent="-266700"/>
            <a:lvl9pPr marL="1637665" indent="-266700"/>
          </a:lstStyle>
          <a:p>
            <a:pPr marL="202565" indent="-189865" algn="l">
              <a:lnSpc>
                <a:spcPts val="2810"/>
              </a:lnSpc>
              <a:spcBef>
                <a:spcPts val="130"/>
              </a:spcBef>
              <a:buClr>
                <a:srgbClr val="2CA1BE"/>
              </a:buClr>
              <a:buSzPct val="69000"/>
              <a:buChar char=""/>
              <a:tabLst>
                <a:tab pos="202565" algn="l"/>
              </a:tabLst>
              <a:defRPr/>
            </a:pPr>
            <a:r>
              <a:rPr lang="en-US" sz="2450" b="0" i="0" u="none" strike="noStrike" spc="-135">
                <a:solidFill>
                  <a:srgbClr val="1F2329"/>
                </a:solidFill>
                <a:latin typeface="Monaco"/>
                <a:ea typeface="Monaco"/>
                <a:cs typeface="Monaco"/>
                <a:sym typeface="Monaco"/>
              </a:rPr>
              <a:t>if</a:t>
            </a:r>
            <a:r>
              <a:rPr lang="en-US" sz="2450" b="0" i="0" u="none" strike="noStrike" spc="-869">
                <a:solidFill>
                  <a:srgbClr val="1F2329"/>
                </a:solidFill>
                <a:latin typeface="Monaco"/>
                <a:ea typeface="Monaco"/>
                <a:cs typeface="Monaco"/>
                <a:sym typeface="Monaco"/>
              </a:rPr>
              <a:t> </a:t>
            </a:r>
            <a:r>
              <a:rPr lang="en-US" sz="2450" b="0" i="0" u="none" strike="noStrike" spc="95">
                <a:solidFill>
                  <a:srgbClr val="1F2329"/>
                </a:solidFill>
                <a:latin typeface="Times New Roman"/>
                <a:ea typeface="Times New Roman"/>
                <a:cs typeface="Times New Roman"/>
                <a:sym typeface="Times New Roman"/>
              </a:rPr>
              <a:t>statement:</a:t>
            </a:r>
            <a:endParaRPr lang="en-US" sz="1100"/>
          </a:p>
          <a:p>
            <a:pPr marL="393065" lvl="1" indent="-170815" algn="l">
              <a:lnSpc>
                <a:spcPts val="2255"/>
              </a:lnSpc>
              <a:buClr>
                <a:srgbClr val="2CA1BE"/>
              </a:buClr>
              <a:buChar char="◦"/>
              <a:tabLst>
                <a:tab pos="393065" algn="l"/>
              </a:tabLst>
            </a:pPr>
            <a:r>
              <a:rPr lang="en-US" sz="2100" b="0" i="0" u="none" strike="noStrike" spc="65">
                <a:solidFill>
                  <a:srgbClr val="1F2329"/>
                </a:solidFill>
                <a:latin typeface="Times New Roman"/>
                <a:ea typeface="Times New Roman"/>
                <a:cs typeface="Times New Roman"/>
                <a:sym typeface="Times New Roman"/>
              </a:rPr>
              <a:t>Performs</a:t>
            </a:r>
            <a:r>
              <a:rPr lang="en-US" sz="2100" b="0" i="0" u="none" strike="noStrike" spc="-120">
                <a:solidFill>
                  <a:srgbClr val="1F2329"/>
                </a:solidFill>
                <a:latin typeface="Times New Roman"/>
                <a:ea typeface="Times New Roman"/>
                <a:cs typeface="Times New Roman"/>
                <a:sym typeface="Times New Roman"/>
              </a:rPr>
              <a:t> </a:t>
            </a:r>
            <a:r>
              <a:rPr lang="en-US" sz="2100" b="0" i="0" u="none" strike="noStrike" spc="105">
                <a:solidFill>
                  <a:srgbClr val="1F2329"/>
                </a:solidFill>
                <a:latin typeface="Times New Roman"/>
                <a:ea typeface="Times New Roman"/>
                <a:cs typeface="Times New Roman"/>
                <a:sym typeface="Times New Roman"/>
              </a:rPr>
              <a:t>an</a:t>
            </a:r>
            <a:r>
              <a:rPr lang="en-US" sz="2100" b="0" i="0" u="none" strike="noStrike" spc="-1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action,</a:t>
            </a:r>
            <a:r>
              <a:rPr lang="en-US" sz="2100" b="0" i="0" u="none" strike="noStrike" spc="-20">
                <a:solidFill>
                  <a:srgbClr val="1F2329"/>
                </a:solidFill>
                <a:latin typeface="Times New Roman"/>
                <a:ea typeface="Times New Roman"/>
                <a:cs typeface="Times New Roman"/>
                <a:sym typeface="Times New Roman"/>
              </a:rPr>
              <a:t> </a:t>
            </a:r>
            <a:r>
              <a:rPr lang="en-US" sz="2100" b="0" i="0" u="none" strike="noStrike" spc="-30">
                <a:solidFill>
                  <a:srgbClr val="1F2329"/>
                </a:solidFill>
                <a:latin typeface="Times New Roman"/>
                <a:ea typeface="Times New Roman"/>
                <a:cs typeface="Times New Roman"/>
                <a:sym typeface="Times New Roman"/>
              </a:rPr>
              <a:t>if</a:t>
            </a:r>
            <a:r>
              <a:rPr lang="en-US" sz="2100" b="0" i="0" u="none" strike="noStrike" spc="-7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a</a:t>
            </a:r>
            <a:r>
              <a:rPr lang="en-US" sz="2100" b="0" i="0" u="none" strike="noStrike" spc="-1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condition</a:t>
            </a:r>
            <a:r>
              <a:rPr lang="en-US" sz="2100" b="0" i="0" u="none" strike="noStrike" spc="-9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is</a:t>
            </a:r>
            <a:r>
              <a:rPr lang="en-US" sz="2100" b="0" i="0" u="none" strike="noStrike" spc="-4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true;</a:t>
            </a:r>
            <a:r>
              <a:rPr lang="en-US" sz="2100" b="0" i="0" u="none" strike="noStrike" spc="10">
                <a:solidFill>
                  <a:srgbClr val="1F2329"/>
                </a:solidFill>
                <a:latin typeface="Times New Roman"/>
                <a:ea typeface="Times New Roman"/>
                <a:cs typeface="Times New Roman"/>
                <a:sym typeface="Times New Roman"/>
              </a:rPr>
              <a:t> </a:t>
            </a:r>
            <a:r>
              <a:rPr lang="en-US" sz="2100" b="0" i="0" u="none" strike="noStrike" spc="70">
                <a:solidFill>
                  <a:srgbClr val="1F2329"/>
                </a:solidFill>
                <a:latin typeface="Times New Roman"/>
                <a:ea typeface="Times New Roman"/>
                <a:cs typeface="Times New Roman"/>
                <a:sym typeface="Times New Roman"/>
              </a:rPr>
              <a:t>skips</a:t>
            </a:r>
            <a:r>
              <a:rPr lang="en-US" sz="2100" b="0" i="0" u="none" strike="noStrike" spc="-113">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it,</a:t>
            </a:r>
            <a:r>
              <a:rPr lang="en-US" sz="2100" b="0" i="0" u="none" strike="noStrike" spc="60">
                <a:solidFill>
                  <a:srgbClr val="1F2329"/>
                </a:solidFill>
                <a:latin typeface="Times New Roman"/>
                <a:ea typeface="Times New Roman"/>
                <a:cs typeface="Times New Roman"/>
                <a:sym typeface="Times New Roman"/>
              </a:rPr>
              <a:t> </a:t>
            </a:r>
            <a:r>
              <a:rPr lang="en-US" sz="2100" b="0" i="0" u="none" strike="noStrike" spc="-30">
                <a:solidFill>
                  <a:srgbClr val="1F2329"/>
                </a:solidFill>
                <a:latin typeface="Times New Roman"/>
                <a:ea typeface="Times New Roman"/>
                <a:cs typeface="Times New Roman"/>
                <a:sym typeface="Times New Roman"/>
              </a:rPr>
              <a:t>if</a:t>
            </a:r>
            <a:r>
              <a:rPr lang="en-US" sz="2100" b="0" i="0" u="none" strike="noStrike" spc="-75">
                <a:solidFill>
                  <a:srgbClr val="1F2329"/>
                </a:solidFill>
                <a:latin typeface="Times New Roman"/>
                <a:ea typeface="Times New Roman"/>
                <a:cs typeface="Times New Roman"/>
                <a:sym typeface="Times New Roman"/>
              </a:rPr>
              <a:t> </a:t>
            </a:r>
            <a:r>
              <a:rPr lang="en-US" sz="2100" b="0" i="0" u="none" strike="noStrike" spc="-10">
                <a:solidFill>
                  <a:srgbClr val="1F2329"/>
                </a:solidFill>
                <a:latin typeface="Times New Roman"/>
                <a:ea typeface="Times New Roman"/>
                <a:cs typeface="Times New Roman"/>
                <a:sym typeface="Times New Roman"/>
              </a:rPr>
              <a:t>false.</a:t>
            </a:r>
          </a:p>
          <a:p>
            <a:pPr marL="393065" lvl="1" indent="-170815" algn="l">
              <a:lnSpc>
                <a:spcPts val="2230"/>
              </a:lnSpc>
              <a:buClr>
                <a:srgbClr val="2CA1BE"/>
              </a:buClr>
              <a:buChar char="◦"/>
              <a:tabLst>
                <a:tab pos="393065" algn="l"/>
              </a:tabLst>
            </a:pPr>
            <a:r>
              <a:rPr lang="en-US" sz="2100" b="0" i="0" u="none" strike="noStrike">
                <a:solidFill>
                  <a:srgbClr val="0000FF"/>
                </a:solidFill>
                <a:latin typeface="Times New Roman"/>
                <a:ea typeface="Times New Roman"/>
                <a:cs typeface="Times New Roman"/>
                <a:sym typeface="Times New Roman"/>
              </a:rPr>
              <a:t>Single-</a:t>
            </a:r>
            <a:r>
              <a:rPr lang="en-US" sz="2100" b="0" i="0" u="none" strike="noStrike" spc="55">
                <a:solidFill>
                  <a:srgbClr val="0000FF"/>
                </a:solidFill>
                <a:latin typeface="Times New Roman"/>
                <a:ea typeface="Times New Roman"/>
                <a:cs typeface="Times New Roman"/>
                <a:sym typeface="Times New Roman"/>
              </a:rPr>
              <a:t>selection</a:t>
            </a:r>
            <a:r>
              <a:rPr lang="en-US" sz="2100" b="0" i="0" u="none" strike="noStrike" spc="-185">
                <a:solidFill>
                  <a:srgbClr val="0000FF"/>
                </a:solidFill>
                <a:latin typeface="Times New Roman"/>
                <a:ea typeface="Times New Roman"/>
                <a:cs typeface="Times New Roman"/>
                <a:sym typeface="Times New Roman"/>
              </a:rPr>
              <a:t> </a:t>
            </a:r>
            <a:r>
              <a:rPr lang="en-US" sz="2100" b="0" i="0" u="none" strike="noStrike" spc="85">
                <a:solidFill>
                  <a:srgbClr val="0000FF"/>
                </a:solidFill>
                <a:latin typeface="Times New Roman"/>
                <a:ea typeface="Times New Roman"/>
                <a:cs typeface="Times New Roman"/>
                <a:sym typeface="Times New Roman"/>
              </a:rPr>
              <a:t>statement</a:t>
            </a:r>
            <a:r>
              <a:rPr lang="en-US" sz="2100" b="0" i="0" u="none" strike="noStrike" spc="85">
                <a:solidFill>
                  <a:srgbClr val="1F2329"/>
                </a:solidFill>
                <a:latin typeface="Times New Roman"/>
                <a:ea typeface="Times New Roman"/>
                <a:cs typeface="Times New Roman"/>
                <a:sym typeface="Times New Roman"/>
              </a:rPr>
              <a:t>—</a:t>
            </a:r>
            <a:r>
              <a:rPr lang="en-US" sz="2100" b="0" i="0" u="none" strike="noStrike" spc="60">
                <a:solidFill>
                  <a:srgbClr val="1F2329"/>
                </a:solidFill>
                <a:latin typeface="Times New Roman"/>
                <a:ea typeface="Times New Roman"/>
                <a:cs typeface="Times New Roman"/>
                <a:sym typeface="Times New Roman"/>
              </a:rPr>
              <a:t>selects</a:t>
            </a:r>
            <a:r>
              <a:rPr lang="en-US" sz="2100" b="0" i="0" u="none" strike="noStrike" spc="-50">
                <a:solidFill>
                  <a:srgbClr val="1F2329"/>
                </a:solidFill>
                <a:latin typeface="Times New Roman"/>
                <a:ea typeface="Times New Roman"/>
                <a:cs typeface="Times New Roman"/>
                <a:sym typeface="Times New Roman"/>
              </a:rPr>
              <a:t> </a:t>
            </a:r>
            <a:r>
              <a:rPr lang="en-US" sz="2100" b="0" i="0" u="none" strike="noStrike" spc="113">
                <a:solidFill>
                  <a:srgbClr val="1F2329"/>
                </a:solidFill>
                <a:latin typeface="Times New Roman"/>
                <a:ea typeface="Times New Roman"/>
                <a:cs typeface="Times New Roman"/>
                <a:sym typeface="Times New Roman"/>
              </a:rPr>
              <a:t>or</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ignores</a:t>
            </a:r>
            <a:r>
              <a:rPr lang="en-US" sz="2100" b="0" i="0" u="none" strike="noStrike" spc="-210">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a</a:t>
            </a:r>
            <a:r>
              <a:rPr lang="en-US" sz="2100" b="0" i="0" u="none" strike="noStrike" spc="-30">
                <a:solidFill>
                  <a:srgbClr val="1F2329"/>
                </a:solidFill>
                <a:latin typeface="Times New Roman"/>
                <a:ea typeface="Times New Roman"/>
                <a:cs typeface="Times New Roman"/>
                <a:sym typeface="Times New Roman"/>
              </a:rPr>
              <a:t> </a:t>
            </a:r>
            <a:r>
              <a:rPr lang="en-US" sz="2100" b="0" i="0" u="none" strike="noStrike" spc="50">
                <a:solidFill>
                  <a:srgbClr val="1F2329"/>
                </a:solidFill>
                <a:latin typeface="Times New Roman"/>
                <a:ea typeface="Times New Roman"/>
                <a:cs typeface="Times New Roman"/>
                <a:sym typeface="Times New Roman"/>
              </a:rPr>
              <a:t>single</a:t>
            </a:r>
            <a:r>
              <a:rPr lang="en-US" sz="2100" b="0" i="0" u="none" strike="noStrike" spc="-185">
                <a:solidFill>
                  <a:srgbClr val="1F2329"/>
                </a:solidFill>
                <a:latin typeface="Times New Roman"/>
                <a:ea typeface="Times New Roman"/>
                <a:cs typeface="Times New Roman"/>
                <a:sym typeface="Times New Roman"/>
              </a:rPr>
              <a:t> </a:t>
            </a:r>
            <a:r>
              <a:rPr lang="en-US" sz="2100" b="0" i="0" u="none" strike="noStrike" spc="50">
                <a:solidFill>
                  <a:srgbClr val="1F2329"/>
                </a:solidFill>
                <a:latin typeface="Times New Roman"/>
                <a:ea typeface="Times New Roman"/>
                <a:cs typeface="Times New Roman"/>
                <a:sym typeface="Times New Roman"/>
              </a:rPr>
              <a:t>action</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113">
                <a:solidFill>
                  <a:srgbClr val="1F2329"/>
                </a:solidFill>
                <a:latin typeface="Times New Roman"/>
                <a:ea typeface="Times New Roman"/>
                <a:cs typeface="Times New Roman"/>
                <a:sym typeface="Times New Roman"/>
              </a:rPr>
              <a:t>(or</a:t>
            </a:r>
            <a:r>
              <a:rPr lang="en-US" sz="2100" b="0" i="0" u="none" strike="noStrike" spc="-105">
                <a:solidFill>
                  <a:srgbClr val="1F2329"/>
                </a:solidFill>
                <a:latin typeface="Times New Roman"/>
                <a:ea typeface="Times New Roman"/>
                <a:cs typeface="Times New Roman"/>
                <a:sym typeface="Times New Roman"/>
              </a:rPr>
              <a:t> </a:t>
            </a:r>
            <a:r>
              <a:rPr lang="en-US" sz="2100" b="0" i="0" u="none" strike="noStrike" spc="85">
                <a:solidFill>
                  <a:srgbClr val="1F2329"/>
                </a:solidFill>
                <a:latin typeface="Times New Roman"/>
                <a:ea typeface="Times New Roman"/>
                <a:cs typeface="Times New Roman"/>
                <a:sym typeface="Times New Roman"/>
              </a:rPr>
              <a:t>group</a:t>
            </a:r>
            <a:r>
              <a:rPr lang="en-US" sz="2100" b="0" i="0" u="none" strike="noStrike" spc="-10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of</a:t>
            </a:r>
            <a:r>
              <a:rPr lang="en-US" sz="2100" b="0" i="0" u="none" strike="noStrike" spc="-10">
                <a:solidFill>
                  <a:srgbClr val="1F2329"/>
                </a:solidFill>
                <a:latin typeface="Times New Roman"/>
                <a:ea typeface="Times New Roman"/>
                <a:cs typeface="Times New Roman"/>
                <a:sym typeface="Times New Roman"/>
              </a:rPr>
              <a:t> </a:t>
            </a:r>
            <a:r>
              <a:rPr lang="en-US" sz="2100" b="0" i="0" u="none" strike="noStrike" spc="40">
                <a:solidFill>
                  <a:srgbClr val="1F2329"/>
                </a:solidFill>
                <a:latin typeface="Times New Roman"/>
                <a:ea typeface="Times New Roman"/>
                <a:cs typeface="Times New Roman"/>
                <a:sym typeface="Times New Roman"/>
              </a:rPr>
              <a:t>actions).</a:t>
            </a:r>
          </a:p>
          <a:p>
            <a:pPr marL="202565" indent="-189865" algn="l">
              <a:lnSpc>
                <a:spcPts val="2650"/>
              </a:lnSpc>
              <a:buClr>
                <a:srgbClr val="2CA1BE"/>
              </a:buClr>
              <a:buSzPct val="69000"/>
              <a:buChar char=""/>
              <a:tabLst>
                <a:tab pos="202565" algn="l"/>
              </a:tabLst>
            </a:pPr>
            <a:r>
              <a:rPr lang="en-US" sz="2450" b="0" i="0" u="none" strike="noStrike" spc="-200">
                <a:solidFill>
                  <a:srgbClr val="1F2329"/>
                </a:solidFill>
                <a:latin typeface="Monaco"/>
                <a:ea typeface="Monaco"/>
                <a:cs typeface="Monaco"/>
                <a:sym typeface="Monaco"/>
              </a:rPr>
              <a:t>if</a:t>
            </a:r>
            <a:r>
              <a:rPr lang="en-US" sz="2450" b="0" i="0" u="none" strike="noStrike" spc="-200">
                <a:solidFill>
                  <a:srgbClr val="1F2329"/>
                </a:solidFill>
                <a:latin typeface="Times New Roman"/>
                <a:ea typeface="Times New Roman"/>
                <a:cs typeface="Times New Roman"/>
                <a:sym typeface="Times New Roman"/>
              </a:rPr>
              <a:t>…</a:t>
            </a:r>
            <a:r>
              <a:rPr lang="en-US" sz="2450" b="0" i="0" u="none" strike="noStrike" spc="-200">
                <a:solidFill>
                  <a:srgbClr val="1F2329"/>
                </a:solidFill>
                <a:latin typeface="Monaco"/>
                <a:ea typeface="Monaco"/>
                <a:cs typeface="Monaco"/>
                <a:sym typeface="Monaco"/>
              </a:rPr>
              <a:t>else</a:t>
            </a:r>
            <a:r>
              <a:rPr lang="en-US" sz="2450" b="0" i="0" u="none" strike="noStrike" spc="-760">
                <a:solidFill>
                  <a:srgbClr val="1F2329"/>
                </a:solidFill>
                <a:latin typeface="Monaco"/>
                <a:ea typeface="Monaco"/>
                <a:cs typeface="Monaco"/>
                <a:sym typeface="Monaco"/>
              </a:rPr>
              <a:t> </a:t>
            </a:r>
            <a:r>
              <a:rPr lang="en-US" sz="2450" b="0" i="0" u="none" strike="noStrike" spc="95">
                <a:solidFill>
                  <a:srgbClr val="1F2329"/>
                </a:solidFill>
                <a:latin typeface="Times New Roman"/>
                <a:ea typeface="Times New Roman"/>
                <a:cs typeface="Times New Roman"/>
                <a:sym typeface="Times New Roman"/>
              </a:rPr>
              <a:t>statement:</a:t>
            </a:r>
          </a:p>
          <a:p>
            <a:pPr marL="393065" lvl="1" indent="-170815" algn="l">
              <a:lnSpc>
                <a:spcPts val="2145"/>
              </a:lnSpc>
              <a:buClr>
                <a:srgbClr val="2CA1BE"/>
              </a:buClr>
              <a:buChar char="◦"/>
              <a:tabLst>
                <a:tab pos="393065" algn="l"/>
              </a:tabLst>
            </a:pPr>
            <a:r>
              <a:rPr lang="en-US" sz="2100" b="0" i="0" u="none" strike="noStrike" spc="65">
                <a:solidFill>
                  <a:srgbClr val="1F2329"/>
                </a:solidFill>
                <a:latin typeface="Times New Roman"/>
                <a:ea typeface="Times New Roman"/>
                <a:cs typeface="Times New Roman"/>
                <a:sym typeface="Times New Roman"/>
              </a:rPr>
              <a:t>Performs</a:t>
            </a:r>
            <a:r>
              <a:rPr lang="en-US" sz="2100" b="0" i="0" u="none" strike="noStrike" spc="-145">
                <a:solidFill>
                  <a:srgbClr val="1F2329"/>
                </a:solidFill>
                <a:latin typeface="Times New Roman"/>
                <a:ea typeface="Times New Roman"/>
                <a:cs typeface="Times New Roman"/>
                <a:sym typeface="Times New Roman"/>
              </a:rPr>
              <a:t> </a:t>
            </a:r>
            <a:r>
              <a:rPr lang="en-US" sz="2100" b="0" i="0" u="none" strike="noStrike" spc="105">
                <a:solidFill>
                  <a:srgbClr val="1F2329"/>
                </a:solidFill>
                <a:latin typeface="Times New Roman"/>
                <a:ea typeface="Times New Roman"/>
                <a:cs typeface="Times New Roman"/>
                <a:sym typeface="Times New Roman"/>
              </a:rPr>
              <a:t>an</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55">
                <a:solidFill>
                  <a:srgbClr val="1F2329"/>
                </a:solidFill>
                <a:latin typeface="Times New Roman"/>
                <a:ea typeface="Times New Roman"/>
                <a:cs typeface="Times New Roman"/>
                <a:sym typeface="Times New Roman"/>
              </a:rPr>
              <a:t>action</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30">
                <a:solidFill>
                  <a:srgbClr val="1F2329"/>
                </a:solidFill>
                <a:latin typeface="Times New Roman"/>
                <a:ea typeface="Times New Roman"/>
                <a:cs typeface="Times New Roman"/>
                <a:sym typeface="Times New Roman"/>
              </a:rPr>
              <a:t>if</a:t>
            </a:r>
            <a:r>
              <a:rPr lang="en-US" sz="2100" b="0" i="0" u="none" strike="noStrike" spc="-100">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a</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condition</a:t>
            </a:r>
            <a:r>
              <a:rPr lang="en-US" sz="2100" b="0" i="0" u="none" strike="noStrike" spc="-113">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is</a:t>
            </a:r>
            <a:r>
              <a:rPr lang="en-US" sz="2100" b="0" i="0" u="none" strike="noStrike" spc="-70">
                <a:solidFill>
                  <a:srgbClr val="1F2329"/>
                </a:solidFill>
                <a:latin typeface="Times New Roman"/>
                <a:ea typeface="Times New Roman"/>
                <a:cs typeface="Times New Roman"/>
                <a:sym typeface="Times New Roman"/>
              </a:rPr>
              <a:t> </a:t>
            </a:r>
            <a:r>
              <a:rPr lang="en-US" sz="2100" b="0" i="0" u="none" strike="noStrike" spc="105">
                <a:solidFill>
                  <a:srgbClr val="1F2329"/>
                </a:solidFill>
                <a:latin typeface="Times New Roman"/>
                <a:ea typeface="Times New Roman"/>
                <a:cs typeface="Times New Roman"/>
                <a:sym typeface="Times New Roman"/>
              </a:rPr>
              <a:t>true</a:t>
            </a:r>
            <a:r>
              <a:rPr lang="en-US" sz="2100" b="0" i="0" u="none" strike="noStrike" spc="30">
                <a:solidFill>
                  <a:srgbClr val="1F2329"/>
                </a:solidFill>
                <a:latin typeface="Times New Roman"/>
                <a:ea typeface="Times New Roman"/>
                <a:cs typeface="Times New Roman"/>
                <a:sym typeface="Times New Roman"/>
              </a:rPr>
              <a:t> </a:t>
            </a:r>
            <a:r>
              <a:rPr lang="en-US" sz="2100" b="0" i="0" u="none" strike="noStrike" spc="113">
                <a:solidFill>
                  <a:srgbClr val="1F2329"/>
                </a:solidFill>
                <a:latin typeface="Times New Roman"/>
                <a:ea typeface="Times New Roman"/>
                <a:cs typeface="Times New Roman"/>
                <a:sym typeface="Times New Roman"/>
              </a:rPr>
              <a:t>and</a:t>
            </a:r>
            <a:r>
              <a:rPr lang="en-US" sz="2100" b="0" i="0" u="none" strike="noStrike" spc="-110">
                <a:solidFill>
                  <a:srgbClr val="1F2329"/>
                </a:solidFill>
                <a:latin typeface="Times New Roman"/>
                <a:ea typeface="Times New Roman"/>
                <a:cs typeface="Times New Roman"/>
                <a:sym typeface="Times New Roman"/>
              </a:rPr>
              <a:t> </a:t>
            </a:r>
            <a:r>
              <a:rPr lang="en-US" sz="2100" b="0" i="0" u="none" strike="noStrike" spc="90">
                <a:solidFill>
                  <a:srgbClr val="1F2329"/>
                </a:solidFill>
                <a:latin typeface="Times New Roman"/>
                <a:ea typeface="Times New Roman"/>
                <a:cs typeface="Times New Roman"/>
                <a:sym typeface="Times New Roman"/>
              </a:rPr>
              <a:t>performs</a:t>
            </a:r>
            <a:r>
              <a:rPr lang="en-US" sz="2100" b="0" i="0" u="none" strike="noStrike" spc="-220">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a</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65">
                <a:solidFill>
                  <a:srgbClr val="1F2329"/>
                </a:solidFill>
                <a:latin typeface="Times New Roman"/>
                <a:ea typeface="Times New Roman"/>
                <a:cs typeface="Times New Roman"/>
                <a:sym typeface="Times New Roman"/>
              </a:rPr>
              <a:t>different</a:t>
            </a:r>
            <a:r>
              <a:rPr lang="en-US" sz="2100" b="0" i="0" u="none" strike="noStrike" spc="-175">
                <a:solidFill>
                  <a:srgbClr val="1F2329"/>
                </a:solidFill>
                <a:latin typeface="Times New Roman"/>
                <a:ea typeface="Times New Roman"/>
                <a:cs typeface="Times New Roman"/>
                <a:sym typeface="Times New Roman"/>
              </a:rPr>
              <a:t> </a:t>
            </a:r>
            <a:r>
              <a:rPr lang="en-US" sz="2100" b="0" i="0" u="none" strike="noStrike" spc="55">
                <a:solidFill>
                  <a:srgbClr val="1F2329"/>
                </a:solidFill>
                <a:latin typeface="Times New Roman"/>
                <a:ea typeface="Times New Roman"/>
                <a:cs typeface="Times New Roman"/>
                <a:sym typeface="Times New Roman"/>
              </a:rPr>
              <a:t>action</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if</a:t>
            </a:r>
            <a:r>
              <a:rPr lang="en-US" sz="2100" b="0" i="0" u="none" strike="noStrike" spc="-30">
                <a:solidFill>
                  <a:srgbClr val="1F2329"/>
                </a:solidFill>
                <a:latin typeface="Times New Roman"/>
                <a:ea typeface="Times New Roman"/>
                <a:cs typeface="Times New Roman"/>
                <a:sym typeface="Times New Roman"/>
              </a:rPr>
              <a:t> </a:t>
            </a:r>
            <a:r>
              <a:rPr lang="en-US" sz="2100" b="0" i="0" u="none" strike="noStrike" spc="75">
                <a:solidFill>
                  <a:srgbClr val="1F2329"/>
                </a:solidFill>
                <a:latin typeface="Times New Roman"/>
                <a:ea typeface="Times New Roman"/>
                <a:cs typeface="Times New Roman"/>
                <a:sym typeface="Times New Roman"/>
              </a:rPr>
              <a:t>the</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condition</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25">
                <a:solidFill>
                  <a:srgbClr val="1F2329"/>
                </a:solidFill>
                <a:latin typeface="Times New Roman"/>
                <a:ea typeface="Times New Roman"/>
                <a:cs typeface="Times New Roman"/>
                <a:sym typeface="Times New Roman"/>
              </a:rPr>
              <a:t>is</a:t>
            </a:r>
          </a:p>
          <a:p>
            <a:pPr marL="393700" indent="0" algn="l">
              <a:lnSpc>
                <a:spcPts val="2140"/>
              </a:lnSpc>
            </a:pPr>
            <a:r>
              <a:rPr lang="en-US" sz="2100" b="0" i="0" u="none" strike="noStrike" spc="-10">
                <a:solidFill>
                  <a:srgbClr val="1F2329"/>
                </a:solidFill>
                <a:latin typeface="Times New Roman"/>
                <a:ea typeface="Times New Roman"/>
                <a:cs typeface="Times New Roman"/>
                <a:sym typeface="Times New Roman"/>
              </a:rPr>
              <a:t>false.</a:t>
            </a:r>
          </a:p>
          <a:p>
            <a:pPr marL="393065" lvl="1" indent="-170815" algn="l">
              <a:lnSpc>
                <a:spcPts val="2230"/>
              </a:lnSpc>
              <a:buClr>
                <a:srgbClr val="2CA1BE"/>
              </a:buClr>
              <a:buChar char="◦"/>
              <a:tabLst>
                <a:tab pos="393065" algn="l"/>
              </a:tabLst>
            </a:pPr>
            <a:r>
              <a:rPr lang="en-US" sz="2100" b="0" i="0" u="none" strike="noStrike">
                <a:solidFill>
                  <a:srgbClr val="0000FF"/>
                </a:solidFill>
                <a:latin typeface="Times New Roman"/>
                <a:ea typeface="Times New Roman"/>
                <a:cs typeface="Times New Roman"/>
                <a:sym typeface="Times New Roman"/>
              </a:rPr>
              <a:t>Double-</a:t>
            </a:r>
            <a:r>
              <a:rPr lang="en-US" sz="2100" b="0" i="0" u="none" strike="noStrike" spc="55">
                <a:solidFill>
                  <a:srgbClr val="0000FF"/>
                </a:solidFill>
                <a:latin typeface="Times New Roman"/>
                <a:ea typeface="Times New Roman"/>
                <a:cs typeface="Times New Roman"/>
                <a:sym typeface="Times New Roman"/>
              </a:rPr>
              <a:t>selection</a:t>
            </a:r>
            <a:r>
              <a:rPr lang="en-US" sz="2100" b="0" i="0" u="none" strike="noStrike" spc="-95">
                <a:solidFill>
                  <a:srgbClr val="0000FF"/>
                </a:solidFill>
                <a:latin typeface="Times New Roman"/>
                <a:ea typeface="Times New Roman"/>
                <a:cs typeface="Times New Roman"/>
                <a:sym typeface="Times New Roman"/>
              </a:rPr>
              <a:t> </a:t>
            </a:r>
            <a:r>
              <a:rPr lang="en-US" sz="2100" b="0" i="0" u="none" strike="noStrike" spc="85">
                <a:solidFill>
                  <a:srgbClr val="0000FF"/>
                </a:solidFill>
                <a:latin typeface="Times New Roman"/>
                <a:ea typeface="Times New Roman"/>
                <a:cs typeface="Times New Roman"/>
                <a:sym typeface="Times New Roman"/>
              </a:rPr>
              <a:t>statement</a:t>
            </a:r>
            <a:r>
              <a:rPr lang="en-US" sz="2100" b="0" i="0" u="none" strike="noStrike" spc="85">
                <a:solidFill>
                  <a:srgbClr val="1F2329"/>
                </a:solidFill>
                <a:latin typeface="Times New Roman"/>
                <a:ea typeface="Times New Roman"/>
                <a:cs typeface="Times New Roman"/>
                <a:sym typeface="Times New Roman"/>
              </a:rPr>
              <a:t>—</a:t>
            </a:r>
            <a:r>
              <a:rPr lang="en-US" sz="2100" b="0" i="0" u="none" strike="noStrike" spc="60">
                <a:solidFill>
                  <a:srgbClr val="1F2329"/>
                </a:solidFill>
                <a:latin typeface="Times New Roman"/>
                <a:ea typeface="Times New Roman"/>
                <a:cs typeface="Times New Roman"/>
                <a:sym typeface="Times New Roman"/>
              </a:rPr>
              <a:t>selects</a:t>
            </a:r>
            <a:r>
              <a:rPr lang="en-US" sz="2100" b="0" i="0" u="none" strike="noStrike" spc="-35">
                <a:solidFill>
                  <a:srgbClr val="1F2329"/>
                </a:solidFill>
                <a:latin typeface="Times New Roman"/>
                <a:ea typeface="Times New Roman"/>
                <a:cs typeface="Times New Roman"/>
                <a:sym typeface="Times New Roman"/>
              </a:rPr>
              <a:t> </a:t>
            </a:r>
            <a:r>
              <a:rPr lang="en-US" sz="2100" b="0" i="0" u="none" strike="noStrike" spc="100">
                <a:solidFill>
                  <a:srgbClr val="1F2329"/>
                </a:solidFill>
                <a:latin typeface="Times New Roman"/>
                <a:ea typeface="Times New Roman"/>
                <a:cs typeface="Times New Roman"/>
                <a:sym typeface="Times New Roman"/>
              </a:rPr>
              <a:t>between</a:t>
            </a:r>
            <a:r>
              <a:rPr lang="en-US" sz="2100" b="0" i="0" u="none" strike="noStrike" spc="-95">
                <a:solidFill>
                  <a:srgbClr val="1F2329"/>
                </a:solidFill>
                <a:latin typeface="Times New Roman"/>
                <a:ea typeface="Times New Roman"/>
                <a:cs typeface="Times New Roman"/>
                <a:sym typeface="Times New Roman"/>
              </a:rPr>
              <a:t> </a:t>
            </a:r>
            <a:r>
              <a:rPr lang="en-US" sz="2100" b="0" i="0" u="none" strike="noStrike" spc="90">
                <a:solidFill>
                  <a:srgbClr val="1F2329"/>
                </a:solidFill>
                <a:latin typeface="Times New Roman"/>
                <a:ea typeface="Times New Roman"/>
                <a:cs typeface="Times New Roman"/>
                <a:sym typeface="Times New Roman"/>
              </a:rPr>
              <a:t>two</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65">
                <a:solidFill>
                  <a:srgbClr val="1F2329"/>
                </a:solidFill>
                <a:latin typeface="Times New Roman"/>
                <a:ea typeface="Times New Roman"/>
                <a:cs typeface="Times New Roman"/>
                <a:sym typeface="Times New Roman"/>
              </a:rPr>
              <a:t>different</a:t>
            </a:r>
            <a:r>
              <a:rPr lang="en-US" sz="2100" b="0" i="0" u="none" strike="noStrike" spc="-16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actions</a:t>
            </a:r>
            <a:r>
              <a:rPr lang="en-US" sz="2100" b="0" i="0" u="none" strike="noStrike" spc="-35">
                <a:solidFill>
                  <a:srgbClr val="1F2329"/>
                </a:solidFill>
                <a:latin typeface="Times New Roman"/>
                <a:ea typeface="Times New Roman"/>
                <a:cs typeface="Times New Roman"/>
                <a:sym typeface="Times New Roman"/>
              </a:rPr>
              <a:t> </a:t>
            </a:r>
            <a:r>
              <a:rPr lang="en-US" sz="2100" b="0" i="0" u="none" strike="noStrike" spc="113">
                <a:solidFill>
                  <a:srgbClr val="1F2329"/>
                </a:solidFill>
                <a:latin typeface="Times New Roman"/>
                <a:ea typeface="Times New Roman"/>
                <a:cs typeface="Times New Roman"/>
                <a:sym typeface="Times New Roman"/>
              </a:rPr>
              <a:t>(or</a:t>
            </a:r>
            <a:r>
              <a:rPr lang="en-US" sz="2100" b="0" i="0" u="none" strike="noStrike" spc="-8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groups</a:t>
            </a:r>
            <a:r>
              <a:rPr lang="en-US" sz="2100" b="0" i="0" u="none" strike="noStrike" spc="-12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of</a:t>
            </a:r>
            <a:r>
              <a:rPr lang="en-US" sz="2100" b="0" i="0" u="none" strike="noStrike" spc="5">
                <a:solidFill>
                  <a:srgbClr val="1F2329"/>
                </a:solidFill>
                <a:latin typeface="Times New Roman"/>
                <a:ea typeface="Times New Roman"/>
                <a:cs typeface="Times New Roman"/>
                <a:sym typeface="Times New Roman"/>
              </a:rPr>
              <a:t> </a:t>
            </a:r>
            <a:r>
              <a:rPr lang="en-US" sz="2100" b="0" i="0" u="none" strike="noStrike" spc="40">
                <a:solidFill>
                  <a:srgbClr val="1F2329"/>
                </a:solidFill>
                <a:latin typeface="Times New Roman"/>
                <a:ea typeface="Times New Roman"/>
                <a:cs typeface="Times New Roman"/>
                <a:sym typeface="Times New Roman"/>
              </a:rPr>
              <a:t>actions).</a:t>
            </a:r>
          </a:p>
          <a:p>
            <a:pPr marL="202565" indent="-189865" algn="l">
              <a:lnSpc>
                <a:spcPts val="2650"/>
              </a:lnSpc>
              <a:buClr>
                <a:srgbClr val="2CA1BE"/>
              </a:buClr>
              <a:buSzPct val="69000"/>
              <a:buChar char=""/>
              <a:tabLst>
                <a:tab pos="202565" algn="l"/>
              </a:tabLst>
            </a:pPr>
            <a:r>
              <a:rPr lang="en-US" sz="2450" b="0" i="0" u="none" strike="noStrike" spc="-140">
                <a:solidFill>
                  <a:srgbClr val="1F2329"/>
                </a:solidFill>
                <a:latin typeface="Monaco"/>
                <a:ea typeface="Monaco"/>
                <a:cs typeface="Monaco"/>
                <a:sym typeface="Monaco"/>
              </a:rPr>
              <a:t>switch</a:t>
            </a:r>
            <a:r>
              <a:rPr lang="en-US" sz="2450" b="0" i="0" u="none" strike="noStrike" spc="-760">
                <a:solidFill>
                  <a:srgbClr val="1F2329"/>
                </a:solidFill>
                <a:latin typeface="Monaco"/>
                <a:ea typeface="Monaco"/>
                <a:cs typeface="Monaco"/>
                <a:sym typeface="Monaco"/>
              </a:rPr>
              <a:t> </a:t>
            </a:r>
            <a:r>
              <a:rPr lang="en-US" sz="2450" b="0" i="0" u="none" strike="noStrike" spc="110">
                <a:solidFill>
                  <a:srgbClr val="1F2329"/>
                </a:solidFill>
                <a:latin typeface="Times New Roman"/>
                <a:ea typeface="Times New Roman"/>
                <a:cs typeface="Times New Roman"/>
                <a:sym typeface="Times New Roman"/>
              </a:rPr>
              <a:t>statement</a:t>
            </a:r>
          </a:p>
          <a:p>
            <a:pPr marL="393065" lvl="1" indent="-170815" algn="l">
              <a:lnSpc>
                <a:spcPts val="2255"/>
              </a:lnSpc>
              <a:buClr>
                <a:srgbClr val="2CA1BE"/>
              </a:buClr>
              <a:buChar char="◦"/>
              <a:tabLst>
                <a:tab pos="393065" algn="l"/>
              </a:tabLst>
            </a:pPr>
            <a:r>
              <a:rPr lang="en-US" sz="2100" b="0" i="0" u="none" strike="noStrike" spc="65">
                <a:solidFill>
                  <a:srgbClr val="1F2329"/>
                </a:solidFill>
                <a:latin typeface="Times New Roman"/>
                <a:ea typeface="Times New Roman"/>
                <a:cs typeface="Times New Roman"/>
                <a:sym typeface="Times New Roman"/>
              </a:rPr>
              <a:t>Performs</a:t>
            </a:r>
            <a:r>
              <a:rPr lang="en-US" sz="2100" b="0" i="0" u="none" strike="noStrike" spc="-110">
                <a:solidFill>
                  <a:srgbClr val="1F2329"/>
                </a:solidFill>
                <a:latin typeface="Times New Roman"/>
                <a:ea typeface="Times New Roman"/>
                <a:cs typeface="Times New Roman"/>
                <a:sym typeface="Times New Roman"/>
              </a:rPr>
              <a:t> </a:t>
            </a:r>
            <a:r>
              <a:rPr lang="en-US" sz="2100" b="0" i="0" u="none" strike="noStrike" spc="90">
                <a:solidFill>
                  <a:srgbClr val="1F2329"/>
                </a:solidFill>
                <a:latin typeface="Times New Roman"/>
                <a:ea typeface="Times New Roman"/>
                <a:cs typeface="Times New Roman"/>
                <a:sym typeface="Times New Roman"/>
              </a:rPr>
              <a:t>one</a:t>
            </a:r>
            <a:r>
              <a:rPr lang="en-US" sz="2100" b="0" i="0" u="none" strike="noStrike" spc="5">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of</a:t>
            </a:r>
            <a:r>
              <a:rPr lang="en-US" sz="2100" b="0" i="0" u="none" strike="noStrike" spc="-60">
                <a:solidFill>
                  <a:srgbClr val="1F2329"/>
                </a:solidFill>
                <a:latin typeface="Times New Roman"/>
                <a:ea typeface="Times New Roman"/>
                <a:cs typeface="Times New Roman"/>
                <a:sym typeface="Times New Roman"/>
              </a:rPr>
              <a:t> </a:t>
            </a:r>
            <a:r>
              <a:rPr lang="en-US" sz="2100" b="0" i="0" u="none" strike="noStrike" spc="70">
                <a:solidFill>
                  <a:srgbClr val="1F2329"/>
                </a:solidFill>
                <a:latin typeface="Times New Roman"/>
                <a:ea typeface="Times New Roman"/>
                <a:cs typeface="Times New Roman"/>
                <a:sym typeface="Times New Roman"/>
              </a:rPr>
              <a:t>several</a:t>
            </a:r>
            <a:r>
              <a:rPr lang="en-US" sz="2100" b="0" i="0" u="none" strike="noStrike" spc="-75">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actions,</a:t>
            </a:r>
            <a:r>
              <a:rPr lang="en-US" sz="2100" b="0" i="0" u="none" strike="noStrike" spc="-90">
                <a:solidFill>
                  <a:srgbClr val="1F2329"/>
                </a:solidFill>
                <a:latin typeface="Times New Roman"/>
                <a:ea typeface="Times New Roman"/>
                <a:cs typeface="Times New Roman"/>
                <a:sym typeface="Times New Roman"/>
              </a:rPr>
              <a:t> </a:t>
            </a:r>
            <a:r>
              <a:rPr lang="en-US" sz="2100" b="0" i="0" u="none" strike="noStrike" spc="90">
                <a:solidFill>
                  <a:srgbClr val="1F2329"/>
                </a:solidFill>
                <a:latin typeface="Times New Roman"/>
                <a:ea typeface="Times New Roman"/>
                <a:cs typeface="Times New Roman"/>
                <a:sym typeface="Times New Roman"/>
              </a:rPr>
              <a:t>based</a:t>
            </a:r>
            <a:r>
              <a:rPr lang="en-US" sz="2100" b="0" i="0" u="none" strike="noStrike" spc="15">
                <a:solidFill>
                  <a:srgbClr val="1F2329"/>
                </a:solidFill>
                <a:latin typeface="Times New Roman"/>
                <a:ea typeface="Times New Roman"/>
                <a:cs typeface="Times New Roman"/>
                <a:sym typeface="Times New Roman"/>
              </a:rPr>
              <a:t> </a:t>
            </a:r>
            <a:r>
              <a:rPr lang="en-US" sz="2100" b="0" i="0" u="none" strike="noStrike" spc="85">
                <a:solidFill>
                  <a:srgbClr val="1F2329"/>
                </a:solidFill>
                <a:latin typeface="Times New Roman"/>
                <a:ea typeface="Times New Roman"/>
                <a:cs typeface="Times New Roman"/>
                <a:sym typeface="Times New Roman"/>
              </a:rPr>
              <a:t>on</a:t>
            </a:r>
            <a:r>
              <a:rPr lang="en-US" sz="2100" b="0" i="0" u="none" strike="noStrike" spc="-75">
                <a:solidFill>
                  <a:srgbClr val="1F2329"/>
                </a:solidFill>
                <a:latin typeface="Times New Roman"/>
                <a:ea typeface="Times New Roman"/>
                <a:cs typeface="Times New Roman"/>
                <a:sym typeface="Times New Roman"/>
              </a:rPr>
              <a:t> </a:t>
            </a:r>
            <a:r>
              <a:rPr lang="en-US" sz="2100" b="0" i="0" u="none" strike="noStrike" spc="75">
                <a:solidFill>
                  <a:srgbClr val="1F2329"/>
                </a:solidFill>
                <a:latin typeface="Times New Roman"/>
                <a:ea typeface="Times New Roman"/>
                <a:cs typeface="Times New Roman"/>
                <a:sym typeface="Times New Roman"/>
              </a:rPr>
              <a:t>the</a:t>
            </a:r>
            <a:r>
              <a:rPr lang="en-US" sz="2100" b="0" i="0" u="none" strike="noStrike" spc="85">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value</a:t>
            </a:r>
            <a:r>
              <a:rPr lang="en-US" sz="2100" b="0" i="0" u="none" strike="noStrike" spc="5">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of</a:t>
            </a:r>
            <a:r>
              <a:rPr lang="en-US" sz="2100" b="0" i="0" u="none" strike="noStrike" spc="15">
                <a:solidFill>
                  <a:srgbClr val="1F2329"/>
                </a:solidFill>
                <a:latin typeface="Times New Roman"/>
                <a:ea typeface="Times New Roman"/>
                <a:cs typeface="Times New Roman"/>
                <a:sym typeface="Times New Roman"/>
              </a:rPr>
              <a:t> </a:t>
            </a:r>
            <a:r>
              <a:rPr lang="en-US" sz="2100" b="0" i="0" u="none" strike="noStrike" spc="105">
                <a:solidFill>
                  <a:srgbClr val="1F2329"/>
                </a:solidFill>
                <a:latin typeface="Times New Roman"/>
                <a:ea typeface="Times New Roman"/>
                <a:cs typeface="Times New Roman"/>
                <a:sym typeface="Times New Roman"/>
              </a:rPr>
              <a:t>an</a:t>
            </a:r>
            <a:r>
              <a:rPr lang="en-US" sz="2100" b="0" i="0" u="none" strike="noStrike" spc="-8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expression.</a:t>
            </a:r>
          </a:p>
          <a:p>
            <a:pPr marL="393065" lvl="1" indent="-170815" algn="l">
              <a:lnSpc>
                <a:spcPts val="2390"/>
              </a:lnSpc>
              <a:buClr>
                <a:srgbClr val="2CA1BE"/>
              </a:buClr>
              <a:buChar char="◦"/>
              <a:tabLst>
                <a:tab pos="393065" algn="l"/>
              </a:tabLst>
            </a:pPr>
            <a:r>
              <a:rPr lang="en-US" sz="2100" b="0" i="0" u="none" strike="noStrike">
                <a:solidFill>
                  <a:srgbClr val="0000FF"/>
                </a:solidFill>
                <a:latin typeface="Times New Roman"/>
                <a:ea typeface="Times New Roman"/>
                <a:cs typeface="Times New Roman"/>
                <a:sym typeface="Times New Roman"/>
              </a:rPr>
              <a:t>Multiple-</a:t>
            </a:r>
            <a:r>
              <a:rPr lang="en-US" sz="2100" b="0" i="0" u="none" strike="noStrike" spc="60">
                <a:solidFill>
                  <a:srgbClr val="0000FF"/>
                </a:solidFill>
                <a:latin typeface="Times New Roman"/>
                <a:ea typeface="Times New Roman"/>
                <a:cs typeface="Times New Roman"/>
                <a:sym typeface="Times New Roman"/>
              </a:rPr>
              <a:t>selection</a:t>
            </a:r>
            <a:r>
              <a:rPr lang="en-US" sz="2100" b="0" i="0" u="none" strike="noStrike" spc="-75">
                <a:solidFill>
                  <a:srgbClr val="0000FF"/>
                </a:solidFill>
                <a:latin typeface="Times New Roman"/>
                <a:ea typeface="Times New Roman"/>
                <a:cs typeface="Times New Roman"/>
                <a:sym typeface="Times New Roman"/>
              </a:rPr>
              <a:t> </a:t>
            </a:r>
            <a:r>
              <a:rPr lang="en-US" sz="2100" b="0" i="0" u="none" strike="noStrike" spc="85">
                <a:solidFill>
                  <a:srgbClr val="0000FF"/>
                </a:solidFill>
                <a:latin typeface="Times New Roman"/>
                <a:ea typeface="Times New Roman"/>
                <a:cs typeface="Times New Roman"/>
                <a:sym typeface="Times New Roman"/>
              </a:rPr>
              <a:t>statement</a:t>
            </a:r>
            <a:r>
              <a:rPr lang="en-US" sz="2100" b="0" i="0" u="none" strike="noStrike" spc="85">
                <a:solidFill>
                  <a:srgbClr val="1F2329"/>
                </a:solidFill>
                <a:latin typeface="Times New Roman"/>
                <a:ea typeface="Times New Roman"/>
                <a:cs typeface="Times New Roman"/>
                <a:sym typeface="Times New Roman"/>
              </a:rPr>
              <a:t>—</a:t>
            </a:r>
            <a:r>
              <a:rPr lang="en-US" sz="2100" b="0" i="0" u="none" strike="noStrike" spc="60">
                <a:solidFill>
                  <a:srgbClr val="1F2329"/>
                </a:solidFill>
                <a:latin typeface="Times New Roman"/>
                <a:ea typeface="Times New Roman"/>
                <a:cs typeface="Times New Roman"/>
                <a:sym typeface="Times New Roman"/>
              </a:rPr>
              <a:t>selects</a:t>
            </a:r>
            <a:r>
              <a:rPr lang="en-US" sz="2100" b="0" i="0" u="none" strike="noStrike" spc="-30">
                <a:solidFill>
                  <a:srgbClr val="1F2329"/>
                </a:solidFill>
                <a:latin typeface="Times New Roman"/>
                <a:ea typeface="Times New Roman"/>
                <a:cs typeface="Times New Roman"/>
                <a:sym typeface="Times New Roman"/>
              </a:rPr>
              <a:t> </a:t>
            </a:r>
            <a:r>
              <a:rPr lang="en-US" sz="2100" b="0" i="0" u="none" strike="noStrike" spc="70">
                <a:solidFill>
                  <a:srgbClr val="1F2329"/>
                </a:solidFill>
                <a:latin typeface="Times New Roman"/>
                <a:ea typeface="Times New Roman"/>
                <a:cs typeface="Times New Roman"/>
                <a:sym typeface="Times New Roman"/>
              </a:rPr>
              <a:t>among</a:t>
            </a:r>
            <a:r>
              <a:rPr lang="en-US" sz="2100" b="0" i="0" u="none" strike="noStrike" spc="-1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many</a:t>
            </a:r>
            <a:r>
              <a:rPr lang="en-US" sz="2100" b="0" i="0" u="none" strike="noStrike" spc="-30">
                <a:solidFill>
                  <a:srgbClr val="1F2329"/>
                </a:solidFill>
                <a:latin typeface="Times New Roman"/>
                <a:ea typeface="Times New Roman"/>
                <a:cs typeface="Times New Roman"/>
                <a:sym typeface="Times New Roman"/>
              </a:rPr>
              <a:t> </a:t>
            </a:r>
            <a:r>
              <a:rPr lang="en-US" sz="2100" b="0" i="0" u="none" strike="noStrike" spc="65">
                <a:solidFill>
                  <a:srgbClr val="1F2329"/>
                </a:solidFill>
                <a:latin typeface="Times New Roman"/>
                <a:ea typeface="Times New Roman"/>
                <a:cs typeface="Times New Roman"/>
                <a:sym typeface="Times New Roman"/>
              </a:rPr>
              <a:t>different</a:t>
            </a:r>
            <a:r>
              <a:rPr lang="en-US" sz="2100" b="0" i="0" u="none" strike="noStrike" spc="-150">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actions</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113">
                <a:solidFill>
                  <a:srgbClr val="1F2329"/>
                </a:solidFill>
                <a:latin typeface="Times New Roman"/>
                <a:ea typeface="Times New Roman"/>
                <a:cs typeface="Times New Roman"/>
                <a:sym typeface="Times New Roman"/>
              </a:rPr>
              <a:t>(or</a:t>
            </a:r>
            <a:r>
              <a:rPr lang="en-US" sz="2100" b="0" i="0" u="none" strike="noStrike" spc="-75">
                <a:solidFill>
                  <a:srgbClr val="1F2329"/>
                </a:solidFill>
                <a:latin typeface="Times New Roman"/>
                <a:ea typeface="Times New Roman"/>
                <a:cs typeface="Times New Roman"/>
                <a:sym typeface="Times New Roman"/>
              </a:rPr>
              <a:t> </a:t>
            </a:r>
            <a:r>
              <a:rPr lang="en-US" sz="2100" b="0" i="0" u="none" strike="noStrike" spc="90">
                <a:solidFill>
                  <a:srgbClr val="1F2329"/>
                </a:solidFill>
                <a:latin typeface="Times New Roman"/>
                <a:ea typeface="Times New Roman"/>
                <a:cs typeface="Times New Roman"/>
                <a:sym typeface="Times New Roman"/>
              </a:rPr>
              <a:t>groups</a:t>
            </a:r>
            <a:r>
              <a:rPr lang="en-US" sz="2100" b="0" i="0" u="none" strike="noStrike" spc="-110">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of</a:t>
            </a:r>
            <a:r>
              <a:rPr lang="en-US" sz="2100" b="0" i="0" u="none" strike="noStrike" spc="-60">
                <a:solidFill>
                  <a:srgbClr val="1F2329"/>
                </a:solidFill>
                <a:latin typeface="Times New Roman"/>
                <a:ea typeface="Times New Roman"/>
                <a:cs typeface="Times New Roman"/>
                <a:sym typeface="Times New Roman"/>
              </a:rPr>
              <a:t> </a:t>
            </a:r>
            <a:r>
              <a:rPr lang="en-US" sz="2100" b="0" i="0" u="none" strike="noStrike" spc="40">
                <a:solidFill>
                  <a:srgbClr val="1F2329"/>
                </a:solidFill>
                <a:latin typeface="Times New Roman"/>
                <a:ea typeface="Times New Roman"/>
                <a:cs typeface="Times New Roman"/>
                <a:sym typeface="Times New Roman"/>
              </a:rPr>
              <a:t>actions).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AutoShape 2"/>
          <p:cNvSpPr/>
          <p:nvPr/>
        </p:nvSpPr>
        <p:spPr>
          <a:xfrm>
            <a:off x="688975" y="405066"/>
            <a:ext cx="3154680" cy="30035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1800" b="0" i="0" u="none" strike="noStrike">
                <a:solidFill>
                  <a:srgbClr val="23B5A0"/>
                </a:solidFill>
                <a:latin typeface="Arial"/>
                <a:ea typeface="Arial"/>
                <a:cs typeface="Arial"/>
                <a:sym typeface="Arial"/>
              </a:rPr>
              <a:t>3.4</a:t>
            </a:r>
            <a:r>
              <a:rPr lang="en-US" sz="1800" b="0" i="0" u="none" strike="noStrike" spc="90">
                <a:solidFill>
                  <a:srgbClr val="23B5A0"/>
                </a:solidFill>
                <a:latin typeface="Arial"/>
                <a:ea typeface="Arial"/>
                <a:cs typeface="Arial"/>
                <a:sym typeface="Arial"/>
              </a:rPr>
              <a:t> </a:t>
            </a:r>
            <a:r>
              <a:rPr lang="en-US" sz="1800" b="0" i="0" u="none" strike="noStrike" spc="-55">
                <a:solidFill>
                  <a:srgbClr val="3380E6"/>
                </a:solidFill>
                <a:latin typeface="Arial"/>
                <a:ea typeface="Arial"/>
                <a:cs typeface="Arial"/>
                <a:sym typeface="Arial"/>
              </a:rPr>
              <a:t>Control</a:t>
            </a:r>
            <a:r>
              <a:rPr lang="en-US" sz="1800" b="0" i="0" u="none" strike="noStrike" spc="-170">
                <a:solidFill>
                  <a:srgbClr val="3380E6"/>
                </a:solidFill>
                <a:latin typeface="Arial"/>
                <a:ea typeface="Arial"/>
                <a:cs typeface="Arial"/>
                <a:sym typeface="Arial"/>
              </a:rPr>
              <a:t> </a:t>
            </a:r>
            <a:r>
              <a:rPr lang="en-US" sz="1800" b="0" i="0" u="none" strike="noStrike" spc="-55">
                <a:solidFill>
                  <a:srgbClr val="3380E6"/>
                </a:solidFill>
                <a:latin typeface="Arial"/>
                <a:ea typeface="Arial"/>
                <a:cs typeface="Arial"/>
                <a:sym typeface="Arial"/>
              </a:rPr>
              <a:t>Structures</a:t>
            </a:r>
            <a:r>
              <a:rPr lang="en-US" sz="1800" b="0" i="0" u="none" strike="noStrike" spc="160">
                <a:solidFill>
                  <a:srgbClr val="3380E6"/>
                </a:solidFill>
                <a:latin typeface="Arial"/>
                <a:ea typeface="Arial"/>
                <a:cs typeface="Arial"/>
                <a:sym typeface="Arial"/>
              </a:rPr>
              <a:t> </a:t>
            </a:r>
            <a:r>
              <a:rPr lang="en-US" sz="1800" b="0" i="0" u="none" strike="noStrike" spc="-10">
                <a:solidFill>
                  <a:srgbClr val="1F2329"/>
                </a:solidFill>
                <a:latin typeface="Arial"/>
                <a:ea typeface="Arial"/>
                <a:cs typeface="Arial"/>
                <a:sym typeface="Arial"/>
              </a:rPr>
              <a:t>Selection</a:t>
            </a:r>
            <a:endParaRPr lang="en-US" sz="1100"/>
          </a:p>
        </p:txBody>
      </p:sp>
      <p:pic>
        <p:nvPicPr>
          <p:cNvPr id="3" name="Picture 3"/>
          <p:cNvPicPr>
            <a:picLocks noChangeAspect="1"/>
          </p:cNvPicPr>
          <p:nvPr/>
        </p:nvPicPr>
        <p:blipFill>
          <a:blip r:embed="rId2"/>
          <a:srcRect/>
          <a:stretch>
            <a:fillRect/>
          </a:stretch>
        </p:blipFill>
        <p:spPr>
          <a:xfrm>
            <a:off x="3429000" y="1438275"/>
            <a:ext cx="5762625" cy="4276725"/>
          </a:xfrm>
          <a:prstGeom prst="rect">
            <a:avLst/>
          </a:prstGeom>
          <a:ln w="12700">
            <a:noFill/>
            <a:prstDash val="solid"/>
          </a:ln>
        </p:spPr>
      </p:pic>
      <p:sp>
        <p:nvSpPr>
          <p:cNvPr id="4" name="AutoShape 4"/>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1114425" y="180911"/>
            <a:ext cx="2262251" cy="871537"/>
          </a:xfrm>
          <a:prstGeom prst="rect">
            <a:avLst/>
          </a:prstGeom>
          <a:ln w="12700">
            <a:noFill/>
            <a:prstDash val="solid"/>
          </a:ln>
        </p:spPr>
      </p:pic>
      <p:sp>
        <p:nvSpPr>
          <p:cNvPr id="3" name="AutoShape 3"/>
          <p:cNvSpPr>
            <a:spLocks noGrp="1"/>
          </p:cNvSpPr>
          <p:nvPr>
            <p:ph type="body" sz="quarter" idx="22" hasCustomPrompt="1"/>
          </p:nvPr>
        </p:nvSpPr>
        <p:spPr>
          <a:xfrm>
            <a:off x="688975" y="279399"/>
            <a:ext cx="2457450" cy="495300"/>
          </a:xfrm>
          <a:prstGeom prst="rect">
            <a:avLst/>
          </a:prstGeom>
        </p:spPr>
        <p:txBody>
          <a:bodyPr vert="horz" wrap="square" lIns="0" tIns="16510" rIns="0" bIns="0" anchor="t">
            <a:spAutoFit/>
          </a:bodyPr>
          <a:lstStyle>
            <a:lvl1pPr algn="l">
              <a:lnSpc>
                <a:spcPct val="100000"/>
              </a:lnSpc>
              <a:tabLst>
                <a:tab pos="688975" algn="l"/>
              </a:tabLst>
              <a:defRPr sz="3050" b="1" i="0" u="none" strike="noStrike" spc="0">
                <a:solidFill>
                  <a:srgbClr val="23B5A0">
                    <a:alpha val="100000"/>
                  </a:srgbClr>
                </a:solidFill>
                <a:latin typeface="Arial"/>
              </a:defRPr>
            </a:lvl1pPr>
          </a:lstStyle>
          <a:p>
            <a:pPr marL="12700" indent="0" algn="l">
              <a:lnSpc>
                <a:spcPct val="100000"/>
              </a:lnSpc>
              <a:spcBef>
                <a:spcPts val="130"/>
              </a:spcBef>
              <a:tabLst>
                <a:tab pos="688975" algn="l"/>
              </a:tabLst>
            </a:pPr>
            <a:r>
              <a:rPr lang="en-US" sz="3050" b="1" i="0" u="none" strike="noStrike" spc="-25">
                <a:solidFill>
                  <a:srgbClr val="23B5A0"/>
                </a:solidFill>
                <a:latin typeface="Arial"/>
                <a:ea typeface="Arial"/>
                <a:cs typeface="Arial"/>
                <a:sym typeface="Arial"/>
              </a:rPr>
              <a:t>3.5</a:t>
            </a:r>
            <a:r>
              <a:rPr lang="en-US" sz="3050" b="1" i="0" u="none" strike="noStrike">
                <a:solidFill>
                  <a:srgbClr val="23B5A0"/>
                </a:solidFill>
                <a:latin typeface="Arial"/>
                <a:ea typeface="Arial"/>
                <a:cs typeface="Arial"/>
                <a:sym typeface="Arial"/>
              </a:rPr>
              <a:t>	</a:t>
            </a:r>
            <a:r>
              <a:rPr lang="en-US" sz="3050" b="1" i="0" u="none" strike="noStrike" spc="405">
                <a:solidFill>
                  <a:srgbClr val="3380E6"/>
                </a:solidFill>
                <a:latin typeface="Arial"/>
                <a:ea typeface="Arial"/>
                <a:cs typeface="Arial"/>
                <a:sym typeface="Arial"/>
              </a:rPr>
              <a:t>if1.java</a:t>
            </a:r>
          </a:p>
        </p:txBody>
      </p:sp>
      <p:sp>
        <p:nvSpPr>
          <p:cNvPr id="4" name="AutoShape 4"/>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pic>
        <p:nvPicPr>
          <p:cNvPr id="5" name="Picture 5"/>
          <p:cNvPicPr>
            <a:picLocks noChangeAspect="1"/>
          </p:cNvPicPr>
          <p:nvPr/>
        </p:nvPicPr>
        <p:blipFill>
          <a:blip r:embed="rId4"/>
          <a:srcRect/>
          <a:stretch>
            <a:fillRect/>
          </a:stretch>
        </p:blipFill>
        <p:spPr>
          <a:xfrm>
            <a:off x="2438400" y="1676400"/>
            <a:ext cx="7515437" cy="3124200"/>
          </a:xfrm>
          <a:prstGeom prst="rect">
            <a:avLst/>
          </a:prstGeom>
          <a:ln w="12700">
            <a:noFill/>
            <a:prstDash val="soli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CC6F80-D2AB-5646-A3A8-6CCAA88DBF52}"/>
              </a:ext>
            </a:extLst>
          </p:cNvPr>
          <p:cNvSpPr txBox="1"/>
          <p:nvPr/>
        </p:nvSpPr>
        <p:spPr>
          <a:xfrm>
            <a:off x="3920647" y="3144033"/>
            <a:ext cx="1794081" cy="830997"/>
          </a:xfrm>
          <a:prstGeom prst="rect">
            <a:avLst/>
          </a:prstGeom>
          <a:noFill/>
        </p:spPr>
        <p:txBody>
          <a:bodyPr wrap="none" rtlCol="0">
            <a:spAutoFit/>
          </a:bodyPr>
          <a:lstStyle/>
          <a:p>
            <a:r>
              <a:rPr lang="en-DK" sz="4800" dirty="0"/>
              <a:t>Break</a:t>
            </a:r>
          </a:p>
        </p:txBody>
      </p:sp>
    </p:spTree>
    <p:extLst>
      <p:ext uri="{BB962C8B-B14F-4D97-AF65-F5344CB8AC3E}">
        <p14:creationId xmlns:p14="http://schemas.microsoft.com/office/powerpoint/2010/main" val="4136918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3733800" y="575722"/>
            <a:ext cx="6781800" cy="5291677"/>
          </a:xfrm>
          <a:prstGeom prst="rect">
            <a:avLst/>
          </a:prstGeom>
          <a:ln w="12700">
            <a:noFill/>
            <a:prstDash val="solid"/>
          </a:ln>
        </p:spPr>
      </p:pic>
      <p:sp>
        <p:nvSpPr>
          <p:cNvPr id="3" name="AutoShape 3"/>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114425" y="180911"/>
            <a:ext cx="2262251" cy="871537"/>
          </a:xfrm>
          <a:prstGeom prst="rect">
            <a:avLst/>
          </a:prstGeom>
          <a:ln w="12700">
            <a:noFill/>
            <a:prstDash val="solid"/>
          </a:ln>
        </p:spPr>
      </p:pic>
      <p:sp>
        <p:nvSpPr>
          <p:cNvPr id="3" name="AutoShape 3"/>
          <p:cNvSpPr>
            <a:spLocks noGrp="1"/>
          </p:cNvSpPr>
          <p:nvPr>
            <p:ph type="body" sz="quarter" idx="22" hasCustomPrompt="1"/>
          </p:nvPr>
        </p:nvSpPr>
        <p:spPr>
          <a:xfrm>
            <a:off x="688975" y="279399"/>
            <a:ext cx="2457450" cy="495300"/>
          </a:xfrm>
          <a:prstGeom prst="rect">
            <a:avLst/>
          </a:prstGeom>
        </p:spPr>
        <p:txBody>
          <a:bodyPr vert="horz" wrap="square" lIns="0" tIns="16510" rIns="0" bIns="0" anchor="t">
            <a:spAutoFit/>
          </a:bodyPr>
          <a:lstStyle>
            <a:lvl1pPr algn="l">
              <a:lnSpc>
                <a:spcPct val="100000"/>
              </a:lnSpc>
              <a:tabLst>
                <a:tab pos="688975" algn="l"/>
              </a:tabLst>
              <a:defRPr sz="3050" b="1" i="0" u="none" strike="noStrike" spc="0">
                <a:solidFill>
                  <a:srgbClr val="23B5A0">
                    <a:alpha val="100000"/>
                  </a:srgbClr>
                </a:solidFill>
                <a:latin typeface="Arial"/>
              </a:defRPr>
            </a:lvl1pPr>
          </a:lstStyle>
          <a:p>
            <a:pPr marL="12700" indent="0" algn="l">
              <a:lnSpc>
                <a:spcPct val="100000"/>
              </a:lnSpc>
              <a:spcBef>
                <a:spcPts val="130"/>
              </a:spcBef>
              <a:tabLst>
                <a:tab pos="688975" algn="l"/>
              </a:tabLst>
            </a:pPr>
            <a:r>
              <a:rPr lang="en-US" sz="3050" b="1" i="0" u="none" strike="noStrike" spc="-25">
                <a:solidFill>
                  <a:srgbClr val="23B5A0"/>
                </a:solidFill>
                <a:latin typeface="Arial"/>
                <a:ea typeface="Arial"/>
                <a:cs typeface="Arial"/>
                <a:sym typeface="Arial"/>
              </a:rPr>
              <a:t>3.5</a:t>
            </a:r>
            <a:r>
              <a:rPr lang="en-US" sz="3050" b="1" i="0" u="none" strike="noStrike">
                <a:solidFill>
                  <a:srgbClr val="23B5A0"/>
                </a:solidFill>
                <a:latin typeface="Arial"/>
                <a:ea typeface="Arial"/>
                <a:cs typeface="Arial"/>
                <a:sym typeface="Arial"/>
              </a:rPr>
              <a:t>	</a:t>
            </a:r>
            <a:r>
              <a:rPr lang="en-US" sz="3050" b="1" i="0" u="none" strike="noStrike" spc="405">
                <a:solidFill>
                  <a:srgbClr val="3380E6"/>
                </a:solidFill>
                <a:latin typeface="Arial"/>
                <a:ea typeface="Arial"/>
                <a:cs typeface="Arial"/>
                <a:sym typeface="Arial"/>
              </a:rPr>
              <a:t>if2.java</a:t>
            </a:r>
          </a:p>
        </p:txBody>
      </p:sp>
      <p:sp>
        <p:nvSpPr>
          <p:cNvPr id="4" name="AutoShape 4"/>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pic>
        <p:nvPicPr>
          <p:cNvPr id="5" name="Picture 5"/>
          <p:cNvPicPr>
            <a:picLocks noChangeAspect="1"/>
          </p:cNvPicPr>
          <p:nvPr/>
        </p:nvPicPr>
        <p:blipFill>
          <a:blip r:embed="rId3"/>
          <a:srcRect/>
          <a:stretch>
            <a:fillRect/>
          </a:stretch>
        </p:blipFill>
        <p:spPr>
          <a:xfrm>
            <a:off x="3562350" y="1993900"/>
            <a:ext cx="5067300" cy="2870200"/>
          </a:xfrm>
          <a:prstGeom prst="rect">
            <a:avLst/>
          </a:prstGeom>
          <a:ln w="12700">
            <a:noFill/>
            <a:prstDash val="soli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vert="horz" wrap="square" lIns="0" tIns="16510" rIns="0" bIns="0" anchor="t">
            <a:spAutoFit/>
          </a:bodyPr>
          <a:lstStyle>
            <a:lvl1pPr algn="l">
              <a:lnSpc>
                <a:spcPct val="100000"/>
              </a:lnSpc>
              <a:tabLst>
                <a:tab pos="688975" algn="l"/>
                <a:tab pos="2625725" algn="l"/>
                <a:tab pos="3913504" algn="l"/>
              </a:tabLst>
              <a:defRPr sz="3050" b="1" i="0" u="none" strike="noStrike" spc="0">
                <a:solidFill>
                  <a:srgbClr val="23B5A0">
                    <a:alpha val="100000"/>
                  </a:srgbClr>
                </a:solidFill>
                <a:latin typeface="Arial"/>
              </a:defRPr>
            </a:lvl1pPr>
          </a:lstStyle>
          <a:p>
            <a:pPr marL="12700" indent="0" algn="l">
              <a:lnSpc>
                <a:spcPct val="100000"/>
              </a:lnSpc>
              <a:spcBef>
                <a:spcPts val="130"/>
              </a:spcBef>
              <a:tabLst>
                <a:tab pos="688975" algn="l"/>
                <a:tab pos="2625725" algn="l"/>
                <a:tab pos="3913504" algn="l"/>
              </a:tabLst>
            </a:pPr>
            <a:r>
              <a:rPr lang="en-US" sz="3050" b="1" i="0" u="none" strike="noStrike" spc="-25">
                <a:solidFill>
                  <a:srgbClr val="23B5A0"/>
                </a:solidFill>
                <a:latin typeface="Arial"/>
                <a:ea typeface="Arial"/>
                <a:cs typeface="Arial"/>
                <a:sym typeface="Arial"/>
              </a:rPr>
              <a:t>3.5</a:t>
            </a:r>
            <a:r>
              <a:rPr lang="en-US" sz="3050" b="1" i="0" u="none" strike="noStrike">
                <a:solidFill>
                  <a:srgbClr val="23B5A0"/>
                </a:solidFill>
                <a:latin typeface="Arial"/>
                <a:ea typeface="Arial"/>
                <a:cs typeface="Arial"/>
                <a:sym typeface="Arial"/>
              </a:rPr>
              <a:t>	</a:t>
            </a:r>
            <a:r>
              <a:rPr lang="en-US" sz="3050" b="1" i="0" u="none" strike="noStrike" spc="400">
                <a:solidFill>
                  <a:srgbClr val="3380E6"/>
                </a:solidFill>
                <a:latin typeface="Arial"/>
                <a:ea typeface="Arial"/>
                <a:cs typeface="Arial"/>
                <a:sym typeface="Arial"/>
              </a:rPr>
              <a:t>if3.java</a:t>
            </a:r>
            <a:r>
              <a:rPr lang="en-US" sz="3050" b="1" i="0" u="none" strike="noStrike">
                <a:solidFill>
                  <a:srgbClr val="3380E6"/>
                </a:solidFill>
                <a:latin typeface="Arial"/>
                <a:ea typeface="Arial"/>
                <a:cs typeface="Arial"/>
                <a:sym typeface="Arial"/>
              </a:rPr>
              <a:t>	</a:t>
            </a:r>
            <a:r>
              <a:rPr lang="en-US" sz="3050" b="1" i="0" u="none" strike="noStrike" spc="305">
                <a:solidFill>
                  <a:srgbClr val="3380E6"/>
                </a:solidFill>
                <a:latin typeface="Arial"/>
                <a:ea typeface="Arial"/>
                <a:cs typeface="Arial"/>
                <a:sym typeface="Arial"/>
              </a:rPr>
              <a:t>(else</a:t>
            </a:r>
            <a:r>
              <a:rPr lang="en-US" sz="3050" b="1" i="0" u="none" strike="noStrike">
                <a:solidFill>
                  <a:srgbClr val="3380E6"/>
                </a:solidFill>
                <a:latin typeface="Arial"/>
                <a:ea typeface="Arial"/>
                <a:cs typeface="Arial"/>
                <a:sym typeface="Arial"/>
              </a:rPr>
              <a:t>	</a:t>
            </a:r>
            <a:r>
              <a:rPr lang="en-US" sz="3050" b="1" i="0" u="none" strike="noStrike" spc="730">
                <a:solidFill>
                  <a:srgbClr val="3380E6"/>
                </a:solidFill>
                <a:latin typeface="Arial"/>
                <a:ea typeface="Arial"/>
                <a:cs typeface="Arial"/>
                <a:sym typeface="Arial"/>
              </a:rPr>
              <a:t>if)</a:t>
            </a:r>
          </a:p>
        </p:txBody>
      </p:sp>
      <p:sp>
        <p:nvSpPr>
          <p:cNvPr id="3" name="AutoShape 3"/>
          <p:cNvSpPr/>
          <p:nvPr/>
        </p:nvSpPr>
        <p:spPr>
          <a:xfrm>
            <a:off x="688975" y="6614792"/>
            <a:ext cx="2542540" cy="137795"/>
          </a:xfrm>
          <a:prstGeom prst="rect">
            <a:avLst/>
          </a:prstGeom>
          <a:noFill/>
          <a:ln w="12700">
            <a:noFill/>
            <a:prstDash val="solid"/>
          </a:ln>
        </p:spPr>
        <p:txBody>
          <a:bodyPr vert="horz" wrap="square" lIns="0" tIns="8255" rIns="0" bIns="0" rtlCol="0" anchor="t">
            <a:spAutoFit/>
          </a:bodyPr>
          <a:lstStyle/>
          <a:p>
            <a:pPr marL="12700" indent="0" algn="l">
              <a:lnSpc>
                <a:spcPct val="100000"/>
              </a:lnSpc>
              <a:spcBef>
                <a:spcPts val="65"/>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pic>
        <p:nvPicPr>
          <p:cNvPr id="4" name="Picture 4"/>
          <p:cNvPicPr>
            <a:picLocks noChangeAspect="1"/>
          </p:cNvPicPr>
          <p:nvPr/>
        </p:nvPicPr>
        <p:blipFill>
          <a:blip r:embed="rId2"/>
          <a:srcRect/>
          <a:stretch>
            <a:fillRect/>
          </a:stretch>
        </p:blipFill>
        <p:spPr>
          <a:xfrm>
            <a:off x="3403600" y="1619250"/>
            <a:ext cx="5384800" cy="3619500"/>
          </a:xfrm>
          <a:prstGeom prst="rect">
            <a:avLst/>
          </a:prstGeom>
          <a:ln w="12700">
            <a:noFill/>
            <a:prstDash val="soli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22" hasCustomPrompt="1"/>
          </p:nvPr>
        </p:nvSpPr>
        <p:spPr>
          <a:xfrm>
            <a:off x="1382304" y="337672"/>
            <a:ext cx="4829810" cy="469359"/>
          </a:xfrm>
          <a:prstGeom prst="rect">
            <a:avLst/>
          </a:prstGeom>
        </p:spPr>
        <p:txBody>
          <a:bodyPr wrap="square" lIns="0" tIns="0" rIns="0" bIns="0" anchor="t">
            <a:spAutoFit/>
          </a:bodyPr>
          <a:lstStyle>
            <a:lvl1pPr algn="l">
              <a:lnSpc>
                <a:spcPct val="100000"/>
              </a:lnSpc>
              <a:defRPr sz="3050" b="1" i="0" u="none" strike="noStrike" spc="0">
                <a:solidFill>
                  <a:srgbClr val="464646">
                    <a:alpha val="100000"/>
                  </a:srgbClr>
                </a:solidFill>
                <a:latin typeface="Times New Roman"/>
              </a:defRPr>
            </a:lvl1pPr>
          </a:lstStyle>
          <a:p>
            <a:pPr marL="0" indent="0" algn="l">
              <a:lnSpc>
                <a:spcPct val="100000"/>
              </a:lnSpc>
            </a:pPr>
            <a:r>
              <a:rPr lang="en-US" sz="3050" b="1" i="0" u="none" strike="noStrike" dirty="0" err="1">
                <a:solidFill>
                  <a:srgbClr val="464646"/>
                </a:solidFill>
                <a:latin typeface="Times New Roman"/>
                <a:ea typeface="Times New Roman"/>
                <a:cs typeface="Times New Roman"/>
                <a:sym typeface="Times New Roman"/>
              </a:rPr>
              <a:t>FlowChart</a:t>
            </a:r>
            <a:endParaRPr lang="en-US" sz="3050" b="1" i="0" u="none" strike="noStrike" dirty="0">
              <a:solidFill>
                <a:srgbClr val="464646"/>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3E0AB899-0A7E-1FA7-D768-2E1F413A44C0}"/>
              </a:ext>
            </a:extLst>
          </p:cNvPr>
          <p:cNvPicPr>
            <a:picLocks noChangeAspect="1"/>
          </p:cNvPicPr>
          <p:nvPr/>
        </p:nvPicPr>
        <p:blipFill>
          <a:blip r:embed="rId2"/>
          <a:stretch>
            <a:fillRect/>
          </a:stretch>
        </p:blipFill>
        <p:spPr>
          <a:xfrm>
            <a:off x="3585028" y="1361142"/>
            <a:ext cx="6119585" cy="5039658"/>
          </a:xfrm>
          <a:prstGeom prst="rect">
            <a:avLst/>
          </a:prstGeom>
        </p:spPr>
      </p:pic>
      <p:sp>
        <p:nvSpPr>
          <p:cNvPr id="3" name="AutoShape 3"/>
          <p:cNvSpPr/>
          <p:nvPr/>
        </p:nvSpPr>
        <p:spPr>
          <a:xfrm>
            <a:off x="972458" y="896256"/>
            <a:ext cx="11074400" cy="6008915"/>
          </a:xfrm>
          <a:prstGeom prst="rect">
            <a:avLst/>
          </a:prstGeom>
          <a:solidFill>
            <a:schemeClr val="accent4">
              <a:lumMod val="20000"/>
              <a:lumOff val="80000"/>
            </a:schemeClr>
          </a:solidFill>
          <a:ln w="25400" cap="flat">
            <a:solidFill>
              <a:srgbClr val="1C334E">
                <a:alpha val="100000"/>
              </a:srgbClr>
            </a:solidFill>
            <a:prstDash val="solid"/>
          </a:ln>
        </p:spPr>
        <p:txBody>
          <a:bodyPr wrap="square" lIns="91440" tIns="45720" rIns="91440" bIns="45720" rtlCol="0" anchor="ctr">
            <a:noAutofit/>
          </a:bodyPr>
          <a:lstStyle/>
          <a:p>
            <a:pPr marL="0" indent="0" algn="ctr">
              <a:lnSpc>
                <a:spcPct val="100000"/>
              </a:lnSpc>
              <a:defRPr/>
            </a:pPr>
            <a:r>
              <a:rPr lang="en-US" sz="100" b="0" i="0" u="none" strike="noStrike">
                <a:solidFill>
                  <a:srgbClr val="FFFFFF"/>
                </a:solidFill>
                <a:latin typeface="Calibri"/>
                <a:ea typeface="Calibri"/>
                <a:cs typeface="Calibri"/>
                <a:sym typeface="Calibri"/>
              </a:rPr>
              <a:t>Draw the if3 flowchat  </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312" y="714073"/>
            <a:ext cx="7091451" cy="338613"/>
          </a:xfrm>
          <a:prstGeom prst="rect">
            <a:avLst/>
          </a:prstGeom>
          <a:ln w="12700">
            <a:noFill/>
            <a:prstDash val="solid"/>
          </a:ln>
        </p:spPr>
      </p:pic>
      <p:sp>
        <p:nvSpPr>
          <p:cNvPr id="3" name="AutoShape 3"/>
          <p:cNvSpPr/>
          <p:nvPr/>
        </p:nvSpPr>
        <p:spPr>
          <a:xfrm>
            <a:off x="2147316" y="1440116"/>
            <a:ext cx="7967980" cy="320601"/>
          </a:xfrm>
          <a:prstGeom prst="rect">
            <a:avLst/>
          </a:prstGeom>
          <a:noFill/>
          <a:ln w="12700">
            <a:noFill/>
            <a:prstDash val="solid"/>
          </a:ln>
        </p:spPr>
        <p:txBody>
          <a:bodyPr vert="horz" wrap="square" lIns="0" tIns="12700" rIns="0" bIns="0" rtlCol="0" anchor="t">
            <a:spAutoFit/>
          </a:bodyPr>
          <a:lstStyle>
            <a:lvl1pPr marL="469900" indent="-266700"/>
            <a:lvl2pPr marL="927100" indent="-266700"/>
            <a:lvl3pPr marL="1384300" indent="-266700"/>
            <a:lvl4pPr marL="1841500" indent="-266700"/>
            <a:lvl5pPr marL="2298700" indent="-266700"/>
            <a:lvl6pPr marL="2755900" indent="-266700"/>
            <a:lvl7pPr marL="3213100" indent="-266700"/>
            <a:lvl8pPr marL="3670300" indent="-266700"/>
            <a:lvl9pPr marL="4127500" indent="-266700"/>
          </a:lstStyle>
          <a:p>
            <a:pPr marL="203200" indent="-190500" algn="l">
              <a:lnSpc>
                <a:spcPts val="2425"/>
              </a:lnSpc>
              <a:buClr>
                <a:srgbClr val="2CA1BE"/>
              </a:buClr>
              <a:buSzPct val="67000"/>
              <a:buChar char=""/>
              <a:tabLst>
                <a:tab pos="203200" algn="l"/>
              </a:tabLst>
              <a:defRPr/>
            </a:pPr>
            <a:r>
              <a:rPr lang="en-US" sz="2100" b="0" i="0" u="none" strike="noStrike" spc="-65">
                <a:solidFill>
                  <a:srgbClr val="1F2329"/>
                </a:solidFill>
                <a:latin typeface="Times New Roman"/>
                <a:ea typeface="Times New Roman"/>
                <a:cs typeface="Times New Roman"/>
                <a:sym typeface="Times New Roman"/>
              </a:rPr>
              <a:t> </a:t>
            </a:r>
            <a:endParaRPr lang="en-US" sz="1100"/>
          </a:p>
        </p:txBody>
      </p:sp>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5" name="AutoShape 5"/>
          <p:cNvSpPr/>
          <p:nvPr/>
        </p:nvSpPr>
        <p:spPr>
          <a:xfrm>
            <a:off x="7786763" y="1468512"/>
            <a:ext cx="5595257" cy="320601"/>
          </a:xfrm>
          <a:prstGeom prst="rect">
            <a:avLst/>
          </a:prstGeom>
          <a:solidFill>
            <a:schemeClr val="accent4">
              <a:lumMod val="40000"/>
              <a:lumOff val="60000"/>
            </a:schemeClr>
          </a:solidFill>
          <a:ln w="12700">
            <a:noFill/>
            <a:prstDash val="solid"/>
          </a:ln>
        </p:spPr>
        <p:txBody>
          <a:bodyPr vert="horz" wrap="square" lIns="0" tIns="0" rIns="0" bIns="0" rtlCol="0" anchor="t">
            <a:spAutoFit/>
          </a:bodyPr>
          <a:lstStyle/>
          <a:p>
            <a:pPr marL="4445" indent="0" algn="l">
              <a:lnSpc>
                <a:spcPts val="2470"/>
              </a:lnSpc>
              <a:defRPr/>
            </a:pPr>
            <a:r>
              <a:rPr lang="en-US" sz="2100" b="0" i="0" u="none" strike="noStrike" spc="60" dirty="0">
                <a:solidFill>
                  <a:srgbClr val="1F2329"/>
                </a:solidFill>
                <a:latin typeface="Times New Roman"/>
                <a:ea typeface="Times New Roman"/>
                <a:cs typeface="Times New Roman"/>
                <a:sym typeface="Times New Roman"/>
              </a:rPr>
              <a:t>enclose</a:t>
            </a:r>
            <a:r>
              <a:rPr lang="en-US" sz="2100" b="0" i="0" u="none" strike="noStrike" spc="-120" dirty="0">
                <a:solidFill>
                  <a:srgbClr val="1F2329"/>
                </a:solidFill>
                <a:latin typeface="Times New Roman"/>
                <a:ea typeface="Times New Roman"/>
                <a:cs typeface="Times New Roman"/>
                <a:sym typeface="Times New Roman"/>
              </a:rPr>
              <a:t> </a:t>
            </a:r>
            <a:r>
              <a:rPr lang="en-US" sz="2100" b="0" i="0" u="none" strike="noStrike" spc="75" dirty="0">
                <a:solidFill>
                  <a:srgbClr val="1F2329"/>
                </a:solidFill>
                <a:latin typeface="Times New Roman"/>
                <a:ea typeface="Times New Roman"/>
                <a:cs typeface="Times New Roman"/>
                <a:sym typeface="Times New Roman"/>
              </a:rPr>
              <a:t>the</a:t>
            </a:r>
            <a:r>
              <a:rPr lang="en-US" sz="2100" b="0" i="0" u="none" strike="noStrike" spc="-30" dirty="0">
                <a:solidFill>
                  <a:srgbClr val="1F2329"/>
                </a:solidFill>
                <a:latin typeface="Times New Roman"/>
                <a:ea typeface="Times New Roman"/>
                <a:cs typeface="Times New Roman"/>
                <a:sym typeface="Times New Roman"/>
              </a:rPr>
              <a:t> </a:t>
            </a:r>
            <a:r>
              <a:rPr lang="en-US" sz="2100" b="0" i="0" u="none" strike="noStrike" spc="90" dirty="0">
                <a:solidFill>
                  <a:srgbClr val="1F2329"/>
                </a:solidFill>
                <a:latin typeface="Times New Roman"/>
                <a:ea typeface="Times New Roman"/>
                <a:cs typeface="Times New Roman"/>
                <a:sym typeface="Times New Roman"/>
              </a:rPr>
              <a:t>statements</a:t>
            </a:r>
            <a:r>
              <a:rPr lang="en-US" sz="2100" b="0" i="0" u="none" strike="noStrike" spc="20" dirty="0">
                <a:solidFill>
                  <a:srgbClr val="1F2329"/>
                </a:solidFill>
                <a:latin typeface="Times New Roman"/>
                <a:ea typeface="Times New Roman"/>
                <a:cs typeface="Times New Roman"/>
                <a:sym typeface="Times New Roman"/>
              </a:rPr>
              <a:t> </a:t>
            </a:r>
            <a:r>
              <a:rPr lang="en-US" sz="2100" b="0" i="0" u="none" strike="noStrike" spc="55" dirty="0">
                <a:solidFill>
                  <a:srgbClr val="1F2329"/>
                </a:solidFill>
                <a:latin typeface="Times New Roman"/>
                <a:ea typeface="Times New Roman"/>
                <a:cs typeface="Times New Roman"/>
                <a:sym typeface="Times New Roman"/>
              </a:rPr>
              <a:t>in</a:t>
            </a:r>
            <a:r>
              <a:rPr lang="en-US" sz="2100" b="0" i="0" u="none" strike="noStrike" spc="-110" dirty="0">
                <a:solidFill>
                  <a:srgbClr val="1F2329"/>
                </a:solidFill>
                <a:latin typeface="Times New Roman"/>
                <a:ea typeface="Times New Roman"/>
                <a:cs typeface="Times New Roman"/>
                <a:sym typeface="Times New Roman"/>
              </a:rPr>
              <a:t> curly </a:t>
            </a:r>
            <a:r>
              <a:rPr lang="en-US" sz="2100" b="0" i="0" u="none" strike="noStrike" spc="45" dirty="0">
                <a:solidFill>
                  <a:srgbClr val="1F2329"/>
                </a:solidFill>
                <a:latin typeface="Times New Roman"/>
                <a:ea typeface="Times New Roman"/>
                <a:cs typeface="Times New Roman"/>
                <a:sym typeface="Times New Roman"/>
              </a:rPr>
              <a:t>braces.</a:t>
            </a:r>
            <a:endParaRPr lang="en-US" sz="1100" dirty="0"/>
          </a:p>
        </p:txBody>
      </p:sp>
      <p:sp>
        <p:nvSpPr>
          <p:cNvPr id="6" name="AutoShape 6"/>
          <p:cNvSpPr/>
          <p:nvPr/>
        </p:nvSpPr>
        <p:spPr>
          <a:xfrm>
            <a:off x="609472" y="2912971"/>
            <a:ext cx="7263130" cy="1750607"/>
          </a:xfrm>
          <a:prstGeom prst="rect">
            <a:avLst/>
          </a:prstGeom>
          <a:noFill/>
          <a:ln w="12700">
            <a:noFill/>
            <a:prstDash val="solid"/>
          </a:ln>
        </p:spPr>
        <p:txBody>
          <a:bodyPr vert="horz" wrap="square" lIns="0" tIns="12700" rIns="0" bIns="0" rtlCol="0" anchor="t">
            <a:spAutoFit/>
          </a:bodyPr>
          <a:lstStyle/>
          <a:p>
            <a:pPr marL="203200" indent="-190500" algn="l">
              <a:lnSpc>
                <a:spcPts val="2425"/>
              </a:lnSpc>
              <a:spcBef>
                <a:spcPts val="100"/>
              </a:spcBef>
              <a:tabLst>
                <a:tab pos="203200" algn="l"/>
              </a:tabLst>
              <a:defRPr/>
            </a:pPr>
            <a:endParaRPr lang="en-US" sz="2100" dirty="0"/>
          </a:p>
          <a:p>
            <a:pPr marL="917575" marR="3124200" indent="-342900" algn="l">
              <a:lnSpc>
                <a:spcPts val="1500"/>
              </a:lnSpc>
              <a:spcBef>
                <a:spcPts val="409"/>
              </a:spcBef>
            </a:pPr>
            <a:r>
              <a:rPr lang="en-US" sz="1550" b="0" i="0" u="none" strike="noStrike" dirty="0">
                <a:solidFill>
                  <a:srgbClr val="0000FF"/>
                </a:solidFill>
                <a:latin typeface="Monaco"/>
                <a:ea typeface="Monaco"/>
                <a:cs typeface="Monaco"/>
                <a:sym typeface="Monaco"/>
              </a:rPr>
              <a:t>if</a:t>
            </a:r>
            <a:r>
              <a:rPr lang="en-US" sz="1550" b="0" i="0" u="none" strike="noStrike" spc="-120" dirty="0">
                <a:solidFill>
                  <a:srgbClr val="0000FF"/>
                </a:solidFill>
                <a:latin typeface="Monaco"/>
                <a:ea typeface="Monaco"/>
                <a:cs typeface="Monaco"/>
                <a:sym typeface="Monaco"/>
              </a:rPr>
              <a:t> </a:t>
            </a:r>
            <a:r>
              <a:rPr lang="en-US" sz="1550" b="0" i="0" u="none" strike="noStrike" spc="-45" dirty="0">
                <a:solidFill>
                  <a:srgbClr val="1F2329"/>
                </a:solidFill>
                <a:latin typeface="Monaco"/>
                <a:ea typeface="Monaco"/>
                <a:cs typeface="Monaco"/>
                <a:sym typeface="Monaco"/>
              </a:rPr>
              <a:t>(grade</a:t>
            </a:r>
            <a:r>
              <a:rPr lang="en-US" sz="1550" b="0" i="0" u="none" strike="noStrike" spc="-175" dirty="0">
                <a:solidFill>
                  <a:srgbClr val="1F2329"/>
                </a:solidFill>
                <a:latin typeface="Monaco"/>
                <a:ea typeface="Monaco"/>
                <a:cs typeface="Monaco"/>
                <a:sym typeface="Monaco"/>
              </a:rPr>
              <a:t> </a:t>
            </a:r>
            <a:r>
              <a:rPr lang="en-US" sz="1550" b="0" i="0" u="none" strike="noStrike" dirty="0">
                <a:solidFill>
                  <a:srgbClr val="1F2329"/>
                </a:solidFill>
                <a:latin typeface="Monaco"/>
                <a:ea typeface="Monaco"/>
                <a:cs typeface="Monaco"/>
                <a:sym typeface="Monaco"/>
              </a:rPr>
              <a:t>&gt;=</a:t>
            </a:r>
            <a:r>
              <a:rPr lang="en-US" sz="1550" b="0" i="0" u="none" strike="noStrike" spc="-185" dirty="0">
                <a:solidFill>
                  <a:srgbClr val="1F2329"/>
                </a:solidFill>
                <a:latin typeface="Monaco"/>
                <a:ea typeface="Monaco"/>
                <a:cs typeface="Monaco"/>
                <a:sym typeface="Monaco"/>
              </a:rPr>
              <a:t> </a:t>
            </a:r>
            <a:r>
              <a:rPr lang="en-US" sz="1550" b="0" i="0" u="none" strike="noStrike" dirty="0">
                <a:solidFill>
                  <a:srgbClr val="1289FF"/>
                </a:solidFill>
                <a:latin typeface="Monaco"/>
                <a:ea typeface="Monaco"/>
                <a:cs typeface="Monaco"/>
                <a:sym typeface="Monaco"/>
              </a:rPr>
              <a:t>60</a:t>
            </a:r>
            <a:r>
              <a:rPr lang="en-US" sz="1550" b="0" i="0" u="none" strike="noStrike" dirty="0">
                <a:solidFill>
                  <a:srgbClr val="1F2329"/>
                </a:solidFill>
                <a:latin typeface="Monaco"/>
                <a:ea typeface="Monaco"/>
                <a:cs typeface="Monaco"/>
                <a:sym typeface="Monaco"/>
              </a:rPr>
              <a:t>)</a:t>
            </a:r>
            <a:r>
              <a:rPr lang="en-US" sz="1550" b="0" i="0" u="none" strike="noStrike" spc="-185" dirty="0">
                <a:solidFill>
                  <a:srgbClr val="1F2329"/>
                </a:solidFill>
                <a:latin typeface="Monaco"/>
                <a:ea typeface="Monaco"/>
                <a:cs typeface="Monaco"/>
                <a:sym typeface="Monaco"/>
              </a:rPr>
              <a:t> </a:t>
            </a:r>
            <a:r>
              <a:rPr lang="en-US" sz="1550" b="0" i="0" u="none" strike="noStrike" spc="-50" dirty="0">
                <a:solidFill>
                  <a:srgbClr val="1F2329"/>
                </a:solidFill>
                <a:latin typeface="Monaco"/>
                <a:ea typeface="Monaco"/>
                <a:cs typeface="Monaco"/>
                <a:sym typeface="Monaco"/>
              </a:rPr>
              <a:t>{ </a:t>
            </a:r>
            <a:r>
              <a:rPr lang="en-US" sz="1550" b="0" i="0" u="none" strike="noStrike" spc="-60" dirty="0" err="1">
                <a:solidFill>
                  <a:srgbClr val="1F2329"/>
                </a:solidFill>
                <a:latin typeface="Monaco"/>
                <a:ea typeface="Monaco"/>
                <a:cs typeface="Monaco"/>
                <a:sym typeface="Monaco"/>
              </a:rPr>
              <a:t>System.out.println</a:t>
            </a:r>
            <a:r>
              <a:rPr lang="en-US" sz="1550" b="0" i="0" u="none" strike="noStrike" spc="-60" dirty="0">
                <a:solidFill>
                  <a:srgbClr val="1F2329"/>
                </a:solidFill>
                <a:latin typeface="Monaco"/>
                <a:ea typeface="Monaco"/>
                <a:cs typeface="Monaco"/>
                <a:sym typeface="Monaco"/>
              </a:rPr>
              <a:t>(</a:t>
            </a:r>
            <a:r>
              <a:rPr lang="en-US" sz="1550" b="0" i="0" u="none" strike="noStrike" spc="-60" dirty="0">
                <a:solidFill>
                  <a:srgbClr val="1289FF"/>
                </a:solidFill>
                <a:latin typeface="Monaco"/>
                <a:ea typeface="Monaco"/>
                <a:cs typeface="Monaco"/>
                <a:sym typeface="Monaco"/>
              </a:rPr>
              <a:t>"Passed"</a:t>
            </a:r>
            <a:r>
              <a:rPr lang="en-US" sz="1550" b="0" i="0" u="none" strike="noStrike" spc="-60" dirty="0">
                <a:solidFill>
                  <a:srgbClr val="1F2329"/>
                </a:solidFill>
                <a:latin typeface="Monaco"/>
                <a:ea typeface="Monaco"/>
                <a:cs typeface="Monaco"/>
                <a:sym typeface="Monaco"/>
              </a:rPr>
              <a:t>);</a:t>
            </a:r>
          </a:p>
          <a:p>
            <a:pPr marL="574675" indent="0" algn="l">
              <a:lnSpc>
                <a:spcPts val="1375"/>
              </a:lnSpc>
            </a:pPr>
            <a:r>
              <a:rPr lang="en-US" sz="1550" b="0" i="0" u="none" strike="noStrike" spc="-50" dirty="0">
                <a:solidFill>
                  <a:srgbClr val="1F2329"/>
                </a:solidFill>
                <a:latin typeface="Monaco"/>
                <a:ea typeface="Monaco"/>
                <a:cs typeface="Monaco"/>
                <a:sym typeface="Monaco"/>
              </a:rPr>
              <a:t>}</a:t>
            </a:r>
          </a:p>
          <a:p>
            <a:pPr marL="574675" indent="0" algn="l">
              <a:lnSpc>
                <a:spcPts val="1540"/>
              </a:lnSpc>
            </a:pPr>
            <a:r>
              <a:rPr lang="en-US" sz="1550" b="0" i="0" u="none" strike="noStrike" spc="-10" dirty="0">
                <a:solidFill>
                  <a:srgbClr val="0000FF"/>
                </a:solidFill>
                <a:latin typeface="Monaco"/>
                <a:ea typeface="Monaco"/>
                <a:cs typeface="Monaco"/>
                <a:sym typeface="Monaco"/>
              </a:rPr>
              <a:t>else</a:t>
            </a:r>
            <a:r>
              <a:rPr lang="en-US" sz="1550" b="0" i="0" u="none" strike="noStrike" spc="-204" dirty="0">
                <a:solidFill>
                  <a:srgbClr val="0000FF"/>
                </a:solidFill>
                <a:latin typeface="Monaco"/>
                <a:ea typeface="Monaco"/>
                <a:cs typeface="Monaco"/>
                <a:sym typeface="Monaco"/>
              </a:rPr>
              <a:t> </a:t>
            </a:r>
            <a:r>
              <a:rPr lang="en-US" sz="2400" b="0" i="0" u="none" strike="noStrike" spc="-50" dirty="0">
                <a:solidFill>
                  <a:srgbClr val="FF0000"/>
                </a:solidFill>
                <a:latin typeface="Monaco"/>
                <a:ea typeface="Monaco"/>
                <a:cs typeface="Monaco"/>
                <a:sym typeface="Monaco"/>
              </a:rPr>
              <a:t>{</a:t>
            </a:r>
          </a:p>
          <a:p>
            <a:pPr marL="917575" indent="0" algn="l">
              <a:lnSpc>
                <a:spcPts val="1540"/>
              </a:lnSpc>
            </a:pPr>
            <a:r>
              <a:rPr lang="en-US" sz="1550" b="0" i="0" u="none" strike="noStrike" spc="-30" dirty="0" err="1">
                <a:solidFill>
                  <a:srgbClr val="1F2329"/>
                </a:solidFill>
                <a:latin typeface="Monaco"/>
                <a:ea typeface="Monaco"/>
                <a:cs typeface="Monaco"/>
                <a:sym typeface="Monaco"/>
              </a:rPr>
              <a:t>System.out.println</a:t>
            </a:r>
            <a:r>
              <a:rPr lang="en-US" sz="1550" b="0" i="0" u="none" strike="noStrike" spc="-30" dirty="0">
                <a:solidFill>
                  <a:srgbClr val="1F2329"/>
                </a:solidFill>
                <a:latin typeface="Monaco"/>
                <a:ea typeface="Monaco"/>
                <a:cs typeface="Monaco"/>
                <a:sym typeface="Monaco"/>
              </a:rPr>
              <a:t>(</a:t>
            </a:r>
            <a:r>
              <a:rPr lang="en-US" sz="1550" b="0" i="0" u="none" strike="noStrike" spc="-30" dirty="0">
                <a:solidFill>
                  <a:srgbClr val="1289FF"/>
                </a:solidFill>
                <a:latin typeface="Monaco"/>
                <a:ea typeface="Monaco"/>
                <a:cs typeface="Monaco"/>
                <a:sym typeface="Monaco"/>
              </a:rPr>
              <a:t>"Failed"</a:t>
            </a:r>
            <a:r>
              <a:rPr lang="en-US" sz="1550" b="0" i="0" u="none" strike="noStrike" spc="-30" dirty="0">
                <a:solidFill>
                  <a:srgbClr val="1F2329"/>
                </a:solidFill>
                <a:latin typeface="Monaco"/>
                <a:ea typeface="Monaco"/>
                <a:cs typeface="Monaco"/>
                <a:sym typeface="Monaco"/>
              </a:rPr>
              <a:t>);</a:t>
            </a:r>
          </a:p>
          <a:p>
            <a:pPr marL="917575" indent="0" algn="l">
              <a:lnSpc>
                <a:spcPts val="1540"/>
              </a:lnSpc>
            </a:pPr>
            <a:r>
              <a:rPr lang="en-US" sz="1550" b="0" i="0" u="none" strike="noStrike" spc="-60" dirty="0" err="1">
                <a:solidFill>
                  <a:srgbClr val="1F2329"/>
                </a:solidFill>
                <a:latin typeface="Monaco"/>
                <a:ea typeface="Monaco"/>
                <a:cs typeface="Monaco"/>
                <a:sym typeface="Monaco"/>
              </a:rPr>
              <a:t>System.out.println</a:t>
            </a:r>
            <a:r>
              <a:rPr lang="en-US" sz="1550" b="0" i="0" u="none" strike="noStrike" spc="-60" dirty="0">
                <a:solidFill>
                  <a:srgbClr val="1F2329"/>
                </a:solidFill>
                <a:latin typeface="Monaco"/>
                <a:ea typeface="Monaco"/>
                <a:cs typeface="Monaco"/>
                <a:sym typeface="Monaco"/>
              </a:rPr>
              <a:t>(</a:t>
            </a:r>
            <a:r>
              <a:rPr lang="en-US" sz="1550" b="0" i="0" u="none" strike="noStrike" spc="-60" dirty="0">
                <a:solidFill>
                  <a:srgbClr val="1289FF"/>
                </a:solidFill>
                <a:latin typeface="Monaco"/>
                <a:ea typeface="Monaco"/>
                <a:cs typeface="Monaco"/>
                <a:sym typeface="Monaco"/>
              </a:rPr>
              <a:t>"You</a:t>
            </a:r>
            <a:r>
              <a:rPr lang="en-US" sz="1550" b="0" i="0" u="none" strike="noStrike" spc="-120" dirty="0">
                <a:solidFill>
                  <a:srgbClr val="1289FF"/>
                </a:solidFill>
                <a:latin typeface="Monaco"/>
                <a:ea typeface="Monaco"/>
                <a:cs typeface="Monaco"/>
                <a:sym typeface="Monaco"/>
              </a:rPr>
              <a:t> </a:t>
            </a:r>
            <a:r>
              <a:rPr lang="en-US" sz="1550" b="0" i="0" u="none" strike="noStrike" spc="-30" dirty="0">
                <a:solidFill>
                  <a:srgbClr val="1289FF"/>
                </a:solidFill>
                <a:latin typeface="Monaco"/>
                <a:ea typeface="Monaco"/>
                <a:cs typeface="Monaco"/>
                <a:sym typeface="Monaco"/>
              </a:rPr>
              <a:t>must</a:t>
            </a:r>
            <a:r>
              <a:rPr lang="en-US" sz="1550" b="0" i="0" u="none" strike="noStrike" spc="-180" dirty="0">
                <a:solidFill>
                  <a:srgbClr val="1289FF"/>
                </a:solidFill>
                <a:latin typeface="Monaco"/>
                <a:ea typeface="Monaco"/>
                <a:cs typeface="Monaco"/>
                <a:sym typeface="Monaco"/>
              </a:rPr>
              <a:t> </a:t>
            </a:r>
            <a:r>
              <a:rPr lang="en-US" sz="1550" b="0" i="0" u="none" strike="noStrike" spc="-30" dirty="0">
                <a:solidFill>
                  <a:srgbClr val="1289FF"/>
                </a:solidFill>
                <a:latin typeface="Monaco"/>
                <a:ea typeface="Monaco"/>
                <a:cs typeface="Monaco"/>
                <a:sym typeface="Monaco"/>
              </a:rPr>
              <a:t>take</a:t>
            </a:r>
            <a:r>
              <a:rPr lang="en-US" sz="1550" b="0" i="0" u="none" strike="noStrike" spc="-180" dirty="0">
                <a:solidFill>
                  <a:srgbClr val="1289FF"/>
                </a:solidFill>
                <a:latin typeface="Monaco"/>
                <a:ea typeface="Monaco"/>
                <a:cs typeface="Monaco"/>
                <a:sym typeface="Monaco"/>
              </a:rPr>
              <a:t> </a:t>
            </a:r>
            <a:r>
              <a:rPr lang="en-US" sz="1550" b="0" i="0" u="none" strike="noStrike" spc="-10" dirty="0">
                <a:solidFill>
                  <a:srgbClr val="1289FF"/>
                </a:solidFill>
                <a:latin typeface="Monaco"/>
                <a:ea typeface="Monaco"/>
                <a:cs typeface="Monaco"/>
                <a:sym typeface="Monaco"/>
              </a:rPr>
              <a:t>this</a:t>
            </a:r>
            <a:r>
              <a:rPr lang="en-US" sz="1550" b="0" i="0" u="none" strike="noStrike" spc="-113" dirty="0">
                <a:solidFill>
                  <a:srgbClr val="1289FF"/>
                </a:solidFill>
                <a:latin typeface="Monaco"/>
                <a:ea typeface="Monaco"/>
                <a:cs typeface="Monaco"/>
                <a:sym typeface="Monaco"/>
              </a:rPr>
              <a:t> </a:t>
            </a:r>
            <a:r>
              <a:rPr lang="en-US" sz="1550" b="0" i="0" u="none" strike="noStrike" spc="-55" dirty="0">
                <a:solidFill>
                  <a:srgbClr val="1289FF"/>
                </a:solidFill>
                <a:latin typeface="Monaco"/>
                <a:ea typeface="Monaco"/>
                <a:cs typeface="Monaco"/>
                <a:sym typeface="Monaco"/>
              </a:rPr>
              <a:t>course</a:t>
            </a:r>
            <a:r>
              <a:rPr lang="en-US" sz="1550" b="0" i="0" u="none" strike="noStrike" spc="-175" dirty="0">
                <a:solidFill>
                  <a:srgbClr val="1289FF"/>
                </a:solidFill>
                <a:latin typeface="Monaco"/>
                <a:ea typeface="Monaco"/>
                <a:cs typeface="Monaco"/>
                <a:sym typeface="Monaco"/>
              </a:rPr>
              <a:t> </a:t>
            </a:r>
            <a:r>
              <a:rPr lang="en-US" sz="1550" b="0" i="0" u="none" strike="noStrike" spc="-10" dirty="0">
                <a:solidFill>
                  <a:srgbClr val="1289FF"/>
                </a:solidFill>
                <a:latin typeface="Monaco"/>
                <a:ea typeface="Monaco"/>
                <a:cs typeface="Monaco"/>
                <a:sym typeface="Monaco"/>
              </a:rPr>
              <a:t>again."</a:t>
            </a:r>
            <a:r>
              <a:rPr lang="en-US" sz="1550" b="0" i="0" u="none" strike="noStrike" spc="-10" dirty="0">
                <a:solidFill>
                  <a:srgbClr val="1F2329"/>
                </a:solidFill>
                <a:latin typeface="Monaco"/>
                <a:ea typeface="Monaco"/>
                <a:cs typeface="Monaco"/>
                <a:sym typeface="Monaco"/>
              </a:rPr>
              <a:t>);</a:t>
            </a:r>
          </a:p>
          <a:p>
            <a:pPr marL="574675" indent="0" algn="l">
              <a:lnSpc>
                <a:spcPts val="1680"/>
              </a:lnSpc>
            </a:pPr>
            <a:r>
              <a:rPr lang="en-US" sz="2400" b="0" i="0" u="none" strike="noStrike" spc="-50" dirty="0">
                <a:solidFill>
                  <a:srgbClr val="FF0000"/>
                </a:solidFill>
                <a:latin typeface="Monaco"/>
                <a:ea typeface="Monaco"/>
                <a:cs typeface="Monaco"/>
                <a:sym typeface="Monaco"/>
              </a:rPr>
              <a:t>}</a:t>
            </a:r>
          </a:p>
        </p:txBody>
      </p:sp>
      <p:sp>
        <p:nvSpPr>
          <p:cNvPr id="7" name="AutoShape 6">
            <a:extLst>
              <a:ext uri="{FF2B5EF4-FFF2-40B4-BE49-F238E27FC236}">
                <a16:creationId xmlns:a16="http://schemas.microsoft.com/office/drawing/2014/main" id="{3D862245-7975-979C-7FA1-75BC57137AF8}"/>
              </a:ext>
            </a:extLst>
          </p:cNvPr>
          <p:cNvSpPr/>
          <p:nvPr/>
        </p:nvSpPr>
        <p:spPr>
          <a:xfrm>
            <a:off x="7786763" y="1833989"/>
            <a:ext cx="4572000" cy="2540000"/>
          </a:xfrm>
          <a:prstGeom prst="rect">
            <a:avLst/>
          </a:prstGeom>
          <a:solidFill>
            <a:schemeClr val="accent4">
              <a:lumMod val="40000"/>
              <a:lumOff val="60000"/>
            </a:schemeClr>
          </a:solidFill>
          <a:ln w="12700" cap="flat" cmpd="sng">
            <a:noFill/>
            <a:prstDash val="solid"/>
            <a:round/>
          </a:ln>
        </p:spPr>
        <p:txBody>
          <a:bodyPr vert="horz" wrap="square" lIns="0" tIns="0" rIns="0" bIns="0" rtlCol="0" anchor="ctr" anchorCtr="0"/>
          <a:lstStyle/>
          <a:p>
            <a:pPr marL="0" indent="0" algn="l">
              <a:lnSpc>
                <a:spcPct val="141666"/>
              </a:lnSpc>
            </a:pPr>
            <a:endParaRPr lang="en-US" sz="1400" b="0" i="0" u="none" strike="noStrike" dirty="0">
              <a:solidFill>
                <a:srgbClr val="323232"/>
              </a:solidFill>
            </a:endParaRPr>
          </a:p>
          <a:p>
            <a:pPr marL="0" indent="0" algn="l">
              <a:lnSpc>
                <a:spcPct val="141666"/>
              </a:lnSpc>
            </a:pPr>
            <a:r>
              <a:rPr lang="en-US" sz="1400" b="1" i="0" u="none" strike="noStrike" dirty="0">
                <a:solidFill>
                  <a:srgbClr val="323232"/>
                </a:solidFill>
              </a:rPr>
              <a:t>Good practice:</a:t>
            </a:r>
            <a:r>
              <a:rPr lang="en-US" sz="1400" b="0" i="0" u="none" strike="noStrike" dirty="0">
                <a:solidFill>
                  <a:srgbClr val="323232"/>
                </a:solidFill>
              </a:rPr>
              <a:t> Always use braces, even for a single statement inside if/else. It prevents errors when adding more statements later.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367E88"/>
                </a:solidFill>
              </a:rPr>
              <a:t>The </a:t>
            </a:r>
            <a:r>
              <a:rPr lang="en-US" sz="2800" b="1" dirty="0">
                <a:solidFill>
                  <a:srgbClr val="367E88"/>
                </a:solidFill>
              </a:rPr>
              <a:t>Code </a:t>
            </a:r>
            <a:r>
              <a:rPr lang="en-US" sz="2800" b="1" i="0" u="none" strike="noStrike" dirty="0">
                <a:solidFill>
                  <a:srgbClr val="367E88"/>
                </a:solidFill>
              </a:rPr>
              <a:t>Problem</a:t>
            </a:r>
            <a:endParaRPr lang="en-US" sz="1100" dirty="0"/>
          </a:p>
        </p:txBody>
      </p:sp>
      <p:sp>
        <p:nvSpPr>
          <p:cNvPr id="3" name="AutoShape 3"/>
          <p:cNvSpPr/>
          <p:nvPr/>
        </p:nvSpPr>
        <p:spPr>
          <a:xfrm>
            <a:off x="1016000" y="1270000"/>
            <a:ext cx="5334000" cy="3556000"/>
          </a:xfrm>
          <a:prstGeom prst="roundRect">
            <a:avLst>
              <a:gd name="adj" fmla="val 1428"/>
            </a:avLst>
          </a:prstGeom>
          <a:solidFill>
            <a:srgbClr val="FFF5F5">
              <a:alpha val="100000"/>
            </a:srgbClr>
          </a:solidFill>
          <a:ln w="12700" cap="flat" cmpd="sng">
            <a:solidFill>
              <a:srgbClr val="B45050">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1460500"/>
            <a:ext cx="4826000" cy="3175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1" i="0" u="none" strike="noStrike">
                <a:solidFill>
                  <a:srgbClr val="782828"/>
                </a:solidFill>
              </a:rPr>
              <a:t>Ambiguous code:</a:t>
            </a:r>
            <a:endParaRPr lang="en-US" sz="1100"/>
          </a:p>
          <a:p>
            <a:pPr marL="0" indent="0" algn="l">
              <a:lnSpc>
                <a:spcPct val="141666"/>
              </a:lnSpc>
            </a:pPr>
            <a:r>
              <a:rPr lang="en-US" sz="1400" b="0" i="0" u="none" strike="noStrike">
                <a:solidFill>
                  <a:srgbClr val="782828"/>
                </a:solidFill>
                <a:latin typeface="Courier New"/>
                <a:ea typeface="Courier New"/>
                <a:cs typeface="Courier New"/>
                <a:sym typeface="Courier New"/>
              </a:rPr>
              <a:t>if (a &gt; 0)</a:t>
            </a:r>
          </a:p>
          <a:p>
            <a:pPr marL="0" indent="0" algn="l">
              <a:lnSpc>
                <a:spcPct val="141666"/>
              </a:lnSpc>
            </a:pPr>
            <a:r>
              <a:rPr lang="en-US" sz="1400" b="0" i="0" u="none" strike="noStrike">
                <a:solidFill>
                  <a:srgbClr val="782828"/>
                </a:solidFill>
                <a:latin typeface="Courier New"/>
                <a:ea typeface="Courier New"/>
                <a:cs typeface="Courier New"/>
                <a:sym typeface="Courier New"/>
              </a:rPr>
              <a:t>if (b &gt; 0)</a:t>
            </a:r>
          </a:p>
          <a:p>
            <a:pPr marL="0" indent="0" algn="l">
              <a:lnSpc>
                <a:spcPct val="141666"/>
              </a:lnSpc>
            </a:pPr>
            <a:r>
              <a:rPr lang="en-US" sz="1400" b="0" i="0" u="none" strike="noStrike">
                <a:solidFill>
                  <a:srgbClr val="782828"/>
                </a:solidFill>
                <a:latin typeface="Courier New"/>
                <a:ea typeface="Courier New"/>
                <a:cs typeface="Courier New"/>
                <a:sym typeface="Courier New"/>
              </a:rPr>
              <a:t>statement1;</a:t>
            </a:r>
          </a:p>
          <a:p>
            <a:pPr marL="0" indent="0" algn="l">
              <a:lnSpc>
                <a:spcPct val="141666"/>
              </a:lnSpc>
            </a:pPr>
            <a:r>
              <a:rPr lang="en-US" sz="1400" b="0" i="0" u="none" strike="noStrike">
                <a:solidFill>
                  <a:srgbClr val="782828"/>
                </a:solidFill>
                <a:latin typeface="Courier New"/>
                <a:ea typeface="Courier New"/>
                <a:cs typeface="Courier New"/>
                <a:sym typeface="Courier New"/>
              </a:rPr>
              <a:t>else</a:t>
            </a:r>
          </a:p>
          <a:p>
            <a:pPr marL="0" indent="0" algn="l">
              <a:lnSpc>
                <a:spcPct val="141666"/>
              </a:lnSpc>
            </a:pPr>
            <a:r>
              <a:rPr lang="en-US" sz="1400" b="0" i="0" u="none" strike="noStrike">
                <a:solidFill>
                  <a:srgbClr val="782828"/>
                </a:solidFill>
                <a:latin typeface="Courier New"/>
                <a:ea typeface="Courier New"/>
                <a:cs typeface="Courier New"/>
                <a:sym typeface="Courier New"/>
              </a:rPr>
              <a:t>statement2;</a:t>
            </a:r>
          </a:p>
          <a:p>
            <a:pPr marL="0" indent="0" algn="l">
              <a:lnSpc>
                <a:spcPct val="141666"/>
              </a:lnSpc>
            </a:pPr>
            <a:endParaRPr lang="en-US" sz="1400" b="0" i="0" u="none" strike="noStrike">
              <a:solidFill>
                <a:srgbClr val="782828"/>
              </a:solidFill>
              <a:latin typeface="Courier New"/>
              <a:ea typeface="Courier New"/>
              <a:cs typeface="Courier New"/>
              <a:sym typeface="Courier New"/>
            </a:endParaRPr>
          </a:p>
          <a:p>
            <a:pPr marL="0" indent="0" algn="l">
              <a:lnSpc>
                <a:spcPct val="141666"/>
              </a:lnSpc>
            </a:pPr>
            <a:r>
              <a:rPr lang="en-US" sz="1400" b="1" i="0" u="none" strike="noStrike">
                <a:solidFill>
                  <a:srgbClr val="782828"/>
                </a:solidFill>
              </a:rPr>
              <a:t>Which if does else belong to?</a:t>
            </a:r>
          </a:p>
        </p:txBody>
      </p:sp>
      <p:sp>
        <p:nvSpPr>
          <p:cNvPr id="5" name="AutoShape 5"/>
          <p:cNvSpPr/>
          <p:nvPr/>
        </p:nvSpPr>
        <p:spPr>
          <a:xfrm>
            <a:off x="6858000" y="1270000"/>
            <a:ext cx="4826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1" i="0" u="none" strike="noStrike" dirty="0">
                <a:solidFill>
                  <a:srgbClr val="367E88"/>
                </a:solidFill>
              </a:rPr>
              <a:t>Java rule:</a:t>
            </a:r>
            <a:endParaRPr lang="en-US" sz="1100" dirty="0"/>
          </a:p>
          <a:p>
            <a:pPr marL="0" indent="0" algn="l">
              <a:lnSpc>
                <a:spcPct val="141666"/>
              </a:lnSpc>
            </a:pPr>
            <a:r>
              <a:rPr lang="en-US" sz="1400" b="1" i="0" u="none" strike="noStrike" dirty="0">
                <a:solidFill>
                  <a:srgbClr val="285028"/>
                </a:solidFill>
              </a:rPr>
              <a:t>else always binds to the nearest preceding if</a:t>
            </a:r>
            <a:r>
              <a:rPr lang="en-US" sz="1400" b="0" i="0" u="none" strike="noStrike" dirty="0">
                <a:solidFill>
                  <a:srgbClr val="285028"/>
                </a:solidFill>
              </a:rPr>
              <a:t> on the same level.</a:t>
            </a:r>
          </a:p>
          <a:p>
            <a:pPr marL="0" indent="0" algn="l">
              <a:lnSpc>
                <a:spcPct val="141666"/>
              </a:lnSpc>
            </a:pPr>
            <a:endParaRPr lang="en-US" sz="1400" b="0" i="0" u="none" strike="noStrike" dirty="0">
              <a:solidFill>
                <a:srgbClr val="285028"/>
              </a:solidFill>
            </a:endParaRPr>
          </a:p>
          <a:p>
            <a:pPr marL="0" indent="0" algn="l">
              <a:lnSpc>
                <a:spcPct val="141666"/>
              </a:lnSpc>
            </a:pPr>
            <a:r>
              <a:rPr lang="en-US" sz="1400" b="0" i="0" u="none" strike="noStrike" dirty="0">
                <a:solidFill>
                  <a:srgbClr val="285028"/>
                </a:solidFill>
              </a:rPr>
              <a:t>So statement2 belongs to the inner if (b &gt; 0), not the outer if (a &gt; 0).</a:t>
            </a:r>
          </a:p>
          <a:p>
            <a:pPr marL="0" indent="0" algn="l">
              <a:lnSpc>
                <a:spcPct val="141666"/>
              </a:lnSpc>
            </a:pPr>
            <a:endParaRPr lang="en-US" sz="1400" b="0" i="0" u="none" strike="noStrike" dirty="0">
              <a:solidFill>
                <a:srgbClr val="285028"/>
              </a:solidFill>
            </a:endParaRPr>
          </a:p>
          <a:p>
            <a:pPr marL="0" indent="0" algn="l">
              <a:lnSpc>
                <a:spcPct val="141666"/>
              </a:lnSpc>
            </a:pPr>
            <a:r>
              <a:rPr lang="en-US" sz="1400" b="1" i="0" u="none" strike="noStrike" dirty="0">
                <a:solidFill>
                  <a:srgbClr val="285028"/>
                </a:solidFill>
              </a:rPr>
              <a:t>Fix with braces:</a:t>
            </a:r>
          </a:p>
          <a:p>
            <a:pPr marL="0" indent="0" algn="l">
              <a:lnSpc>
                <a:spcPct val="141666"/>
              </a:lnSpc>
            </a:pPr>
            <a:r>
              <a:rPr lang="en-US" sz="1400" b="0" i="0" u="none" strike="noStrike" dirty="0">
                <a:solidFill>
                  <a:srgbClr val="285028"/>
                </a:solidFill>
                <a:latin typeface="Courier New"/>
                <a:ea typeface="Courier New"/>
                <a:cs typeface="Courier New"/>
                <a:sym typeface="Courier New"/>
              </a:rPr>
              <a:t>if (a &gt; 0) {</a:t>
            </a:r>
          </a:p>
          <a:p>
            <a:pPr marL="0" indent="0" algn="l">
              <a:lnSpc>
                <a:spcPct val="141666"/>
              </a:lnSpc>
            </a:pPr>
            <a:r>
              <a:rPr lang="en-US" sz="1400" b="0" i="0" u="none" strike="noStrike" dirty="0">
                <a:solidFill>
                  <a:srgbClr val="285028"/>
                </a:solidFill>
                <a:latin typeface="Courier New"/>
                <a:ea typeface="Courier New"/>
                <a:cs typeface="Courier New"/>
                <a:sym typeface="Courier New"/>
              </a:rPr>
              <a:t>if (b &gt; 0) s1;</a:t>
            </a:r>
          </a:p>
          <a:p>
            <a:pPr marL="0" indent="0" algn="l">
              <a:lnSpc>
                <a:spcPct val="141666"/>
              </a:lnSpc>
            </a:pPr>
            <a:r>
              <a:rPr lang="en-US" sz="1400" b="0" i="0" u="none" strike="noStrike" dirty="0">
                <a:solidFill>
                  <a:srgbClr val="285028"/>
                </a:solidFill>
                <a:latin typeface="Courier New"/>
                <a:ea typeface="Courier New"/>
                <a:cs typeface="Courier New"/>
                <a:sym typeface="Courier New"/>
              </a:rPr>
              <a:t>} else</a:t>
            </a:r>
          </a:p>
          <a:p>
            <a:pPr marL="0" indent="0" algn="l">
              <a:lnSpc>
                <a:spcPct val="141666"/>
              </a:lnSpc>
            </a:pPr>
            <a:r>
              <a:rPr lang="en-US" sz="1400" b="0" i="0" u="none" strike="noStrike" dirty="0">
                <a:solidFill>
                  <a:srgbClr val="285028"/>
                </a:solidFill>
                <a:latin typeface="Courier New"/>
                <a:ea typeface="Courier New"/>
                <a:cs typeface="Courier New"/>
                <a:sym typeface="Courier New"/>
              </a:rPr>
              <a:t>s2;</a:t>
            </a:r>
          </a:p>
        </p:txBody>
      </p:sp>
      <p:sp>
        <p:nvSpPr>
          <p:cNvPr id="6" name="AutoShape 6"/>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sp>
        <p:nvSpPr>
          <p:cNvPr id="7" name="Rectangle 6">
            <a:extLst>
              <a:ext uri="{FF2B5EF4-FFF2-40B4-BE49-F238E27FC236}">
                <a16:creationId xmlns:a16="http://schemas.microsoft.com/office/drawing/2014/main" id="{3816751C-3FD3-057D-484C-28B4FCD9502A}"/>
              </a:ext>
            </a:extLst>
          </p:cNvPr>
          <p:cNvSpPr/>
          <p:nvPr/>
        </p:nvSpPr>
        <p:spPr>
          <a:xfrm>
            <a:off x="6705600" y="1016000"/>
            <a:ext cx="5326743" cy="4136571"/>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695312" y="714073"/>
            <a:ext cx="7091451" cy="338613"/>
          </a:xfrm>
          <a:prstGeom prst="rect">
            <a:avLst/>
          </a:prstGeom>
          <a:ln w="12700">
            <a:noFill/>
            <a:prstDash val="solid"/>
          </a:ln>
        </p:spPr>
      </p:pic>
      <p:sp>
        <p:nvSpPr>
          <p:cNvPr id="3" name="AutoShape 3"/>
          <p:cNvSpPr/>
          <p:nvPr/>
        </p:nvSpPr>
        <p:spPr>
          <a:xfrm>
            <a:off x="774700" y="1440116"/>
            <a:ext cx="10697845" cy="1220847"/>
          </a:xfrm>
          <a:prstGeom prst="rect">
            <a:avLst/>
          </a:prstGeom>
          <a:noFill/>
          <a:ln w="12700">
            <a:noFill/>
            <a:prstDash val="solid"/>
          </a:ln>
        </p:spPr>
        <p:txBody>
          <a:bodyPr vert="horz" wrap="square" lIns="0" tIns="12700" rIns="0" bIns="0" rtlCol="0" anchor="t">
            <a:spAutoFit/>
          </a:bodyPr>
          <a:lstStyle>
            <a:lvl1pPr marL="469265" indent="-266700"/>
            <a:lvl2pPr marL="926465" indent="-266700"/>
            <a:lvl3pPr marL="1383665" indent="-266700"/>
            <a:lvl4pPr marL="1840865" indent="-266700"/>
            <a:lvl5pPr marL="2298065" indent="-266700"/>
            <a:lvl6pPr marL="2755265" indent="-266700"/>
            <a:lvl7pPr marL="3212465" indent="-266700"/>
            <a:lvl8pPr marL="3669665" indent="-266700"/>
            <a:lvl9pPr marL="4126865" indent="-266700"/>
          </a:lstStyle>
          <a:p>
            <a:pPr marL="202565" indent="-189865" algn="l">
              <a:lnSpc>
                <a:spcPts val="2425"/>
              </a:lnSpc>
              <a:spcBef>
                <a:spcPts val="100"/>
              </a:spcBef>
              <a:buClr>
                <a:srgbClr val="2CA1BE"/>
              </a:buClr>
              <a:buSzPct val="67000"/>
              <a:buChar char=""/>
              <a:tabLst>
                <a:tab pos="202565" algn="l"/>
              </a:tabLst>
              <a:defRPr/>
            </a:pPr>
            <a:r>
              <a:rPr lang="en-US" sz="2100" b="0" i="0" u="none" strike="noStrike" spc="45" dirty="0">
                <a:solidFill>
                  <a:srgbClr val="0000FF"/>
                </a:solidFill>
                <a:latin typeface="Times New Roman"/>
                <a:ea typeface="Times New Roman"/>
                <a:cs typeface="Times New Roman"/>
                <a:sym typeface="Times New Roman"/>
              </a:rPr>
              <a:t> </a:t>
            </a:r>
            <a:endParaRPr lang="en-US" sz="1100" dirty="0"/>
          </a:p>
          <a:p>
            <a:pPr marL="202565" indent="-189865" algn="l">
              <a:lnSpc>
                <a:spcPts val="2325"/>
              </a:lnSpc>
              <a:buClr>
                <a:srgbClr val="2CA1BE"/>
              </a:buClr>
              <a:buSzPct val="67000"/>
              <a:buChar char=""/>
              <a:tabLst>
                <a:tab pos="202565" algn="l"/>
              </a:tabLst>
            </a:pPr>
            <a:r>
              <a:rPr lang="en-US" sz="2100" b="0" i="0" u="none" strike="noStrike" spc="90" dirty="0">
                <a:solidFill>
                  <a:srgbClr val="1F2329"/>
                </a:solidFill>
                <a:latin typeface="Times New Roman"/>
                <a:ea typeface="Times New Roman"/>
                <a:cs typeface="Times New Roman"/>
                <a:sym typeface="Times New Roman"/>
              </a:rPr>
              <a:t>Operands</a:t>
            </a:r>
            <a:r>
              <a:rPr lang="en-US" sz="2100" b="0" i="0" u="none" strike="noStrike" spc="-220" dirty="0">
                <a:solidFill>
                  <a:srgbClr val="1F2329"/>
                </a:solidFill>
                <a:latin typeface="Times New Roman"/>
                <a:ea typeface="Times New Roman"/>
                <a:cs typeface="Times New Roman"/>
                <a:sym typeface="Times New Roman"/>
              </a:rPr>
              <a:t> </a:t>
            </a:r>
            <a:r>
              <a:rPr lang="en-US" sz="2100" b="0" i="0" u="none" strike="noStrike" spc="120" dirty="0">
                <a:solidFill>
                  <a:srgbClr val="1F2329"/>
                </a:solidFill>
                <a:latin typeface="Times New Roman"/>
                <a:ea typeface="Times New Roman"/>
                <a:cs typeface="Times New Roman"/>
                <a:sym typeface="Times New Roman"/>
              </a:rPr>
              <a:t>and</a:t>
            </a:r>
            <a:r>
              <a:rPr lang="en-US" sz="2100" b="0" i="0" u="none" strike="noStrike" spc="-105" dirty="0">
                <a:solidFill>
                  <a:srgbClr val="1F2329"/>
                </a:solidFill>
                <a:latin typeface="Times New Roman"/>
                <a:ea typeface="Times New Roman"/>
                <a:cs typeface="Times New Roman"/>
                <a:sym typeface="Times New Roman"/>
              </a:rPr>
              <a:t> </a:t>
            </a:r>
            <a:r>
              <a:rPr lang="en-US" sz="2100" b="0" i="0" u="none" strike="noStrike" spc="-135" dirty="0">
                <a:solidFill>
                  <a:srgbClr val="FF0000"/>
                </a:solidFill>
                <a:latin typeface="Monaco"/>
                <a:ea typeface="Monaco"/>
                <a:cs typeface="Monaco"/>
                <a:sym typeface="Monaco"/>
              </a:rPr>
              <a:t>?___  :</a:t>
            </a:r>
            <a:r>
              <a:rPr lang="en-US" sz="2100" b="0" i="0" u="none" strike="noStrike" spc="-830" dirty="0">
                <a:solidFill>
                  <a:srgbClr val="1F2329"/>
                </a:solidFill>
                <a:latin typeface="Monaco"/>
                <a:ea typeface="Monaco"/>
                <a:cs typeface="Monaco"/>
                <a:sym typeface="Monaco"/>
              </a:rPr>
              <a:t> </a:t>
            </a:r>
            <a:r>
              <a:rPr lang="en-US" sz="2100" b="0" i="0" u="none" strike="noStrike" spc="-830" dirty="0">
                <a:solidFill>
                  <a:srgbClr val="FF0000"/>
                </a:solidFill>
                <a:latin typeface="Monaco"/>
                <a:ea typeface="Monaco"/>
                <a:cs typeface="Monaco"/>
                <a:sym typeface="Monaco"/>
              </a:rPr>
              <a:t>________</a:t>
            </a:r>
            <a:r>
              <a:rPr lang="en-US" sz="2100" b="0" i="0" u="none" strike="noStrike" spc="60" dirty="0">
                <a:solidFill>
                  <a:srgbClr val="1F2329"/>
                </a:solidFill>
                <a:latin typeface="Times New Roman"/>
                <a:ea typeface="Times New Roman"/>
                <a:cs typeface="Times New Roman"/>
                <a:sym typeface="Times New Roman"/>
              </a:rPr>
              <a:t>form</a:t>
            </a:r>
            <a:r>
              <a:rPr lang="en-US" sz="2100" b="0" i="0" u="none" strike="noStrike" spc="-80" dirty="0">
                <a:solidFill>
                  <a:srgbClr val="1F2329"/>
                </a:solidFill>
                <a:latin typeface="Times New Roman"/>
                <a:ea typeface="Times New Roman"/>
                <a:cs typeface="Times New Roman"/>
                <a:sym typeface="Times New Roman"/>
              </a:rPr>
              <a:t> </a:t>
            </a:r>
            <a:r>
              <a:rPr lang="en-US" sz="2100" b="0" i="0" u="none" strike="noStrike" spc="80" dirty="0">
                <a:solidFill>
                  <a:srgbClr val="1F2329"/>
                </a:solidFill>
                <a:latin typeface="Times New Roman"/>
                <a:ea typeface="Times New Roman"/>
                <a:cs typeface="Times New Roman"/>
                <a:sym typeface="Times New Roman"/>
              </a:rPr>
              <a:t>a</a:t>
            </a:r>
            <a:r>
              <a:rPr lang="en-US" sz="2100" b="0" i="0" u="none" strike="noStrike" spc="-35" dirty="0">
                <a:solidFill>
                  <a:srgbClr val="1F2329"/>
                </a:solidFill>
                <a:latin typeface="Times New Roman"/>
                <a:ea typeface="Times New Roman"/>
                <a:cs typeface="Times New Roman"/>
                <a:sym typeface="Times New Roman"/>
              </a:rPr>
              <a:t> </a:t>
            </a:r>
            <a:r>
              <a:rPr lang="en-US" sz="2100" b="0" i="0" u="none" strike="noStrike" spc="60" dirty="0">
                <a:solidFill>
                  <a:srgbClr val="0000FF"/>
                </a:solidFill>
                <a:latin typeface="Times New Roman"/>
                <a:ea typeface="Times New Roman"/>
                <a:cs typeface="Times New Roman"/>
                <a:sym typeface="Times New Roman"/>
              </a:rPr>
              <a:t>conditional</a:t>
            </a:r>
            <a:r>
              <a:rPr lang="en-US" sz="2100" b="0" i="0" u="none" strike="noStrike" spc="-105" dirty="0">
                <a:solidFill>
                  <a:srgbClr val="0000FF"/>
                </a:solidFill>
                <a:latin typeface="Times New Roman"/>
                <a:ea typeface="Times New Roman"/>
                <a:cs typeface="Times New Roman"/>
                <a:sym typeface="Times New Roman"/>
              </a:rPr>
              <a:t> </a:t>
            </a:r>
            <a:r>
              <a:rPr lang="en-US" sz="2100" b="0" i="0" u="none" strike="noStrike" spc="70" dirty="0">
                <a:solidFill>
                  <a:srgbClr val="0000FF"/>
                </a:solidFill>
                <a:latin typeface="Times New Roman"/>
                <a:ea typeface="Times New Roman"/>
                <a:cs typeface="Times New Roman"/>
                <a:sym typeface="Times New Roman"/>
              </a:rPr>
              <a:t>expression –</a:t>
            </a:r>
            <a:r>
              <a:rPr lang="en-US" sz="2400" b="1" i="0" u="none" strike="noStrike" dirty="0">
                <a:solidFill>
                  <a:srgbClr val="1F2329"/>
                </a:solidFill>
                <a:latin typeface="Calibri"/>
                <a:ea typeface="Calibri"/>
                <a:cs typeface="Calibri"/>
                <a:sym typeface="Calibri"/>
              </a:rPr>
              <a:t>ternary operator</a:t>
            </a:r>
          </a:p>
          <a:p>
            <a:pPr marL="202565" indent="-189865" algn="l">
              <a:lnSpc>
                <a:spcPts val="2325"/>
              </a:lnSpc>
              <a:tabLst>
                <a:tab pos="202565" algn="l"/>
              </a:tabLst>
            </a:pPr>
            <a:endParaRPr sz="2100" dirty="0"/>
          </a:p>
          <a:p>
            <a:pPr marL="202565" indent="-189865" algn="l">
              <a:lnSpc>
                <a:spcPts val="2175"/>
              </a:lnSpc>
              <a:buClr>
                <a:srgbClr val="2CA1BE"/>
              </a:buClr>
              <a:buSzPct val="67000"/>
              <a:buChar char=""/>
              <a:tabLst>
                <a:tab pos="202565" algn="l"/>
              </a:tabLst>
            </a:pPr>
            <a:r>
              <a:rPr lang="en-US" sz="2100" b="0" i="0" u="none" strike="noStrike" spc="85" dirty="0">
                <a:solidFill>
                  <a:srgbClr val="1F2329"/>
                </a:solidFill>
                <a:latin typeface="Times New Roman"/>
                <a:ea typeface="Times New Roman"/>
                <a:cs typeface="Times New Roman"/>
                <a:sym typeface="Times New Roman"/>
              </a:rPr>
              <a:t> </a:t>
            </a:r>
          </a:p>
        </p:txBody>
      </p:sp>
      <p:sp>
        <p:nvSpPr>
          <p:cNvPr id="4" name="AutoShape 4"/>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sp>
        <p:nvSpPr>
          <p:cNvPr id="5" name="AutoShape 5"/>
          <p:cNvSpPr/>
          <p:nvPr/>
        </p:nvSpPr>
        <p:spPr>
          <a:xfrm>
            <a:off x="1177289" y="3793871"/>
            <a:ext cx="6556375" cy="238125"/>
          </a:xfrm>
          <a:prstGeom prst="rect">
            <a:avLst/>
          </a:prstGeom>
          <a:solidFill>
            <a:srgbClr val="FFFF00">
              <a:alpha val="100000"/>
            </a:srgbClr>
          </a:solidFill>
          <a:ln w="12700">
            <a:noFill/>
            <a:prstDash val="solid"/>
          </a:ln>
        </p:spPr>
        <p:txBody>
          <a:bodyPr vert="horz" wrap="square" lIns="0" tIns="0" rIns="0" bIns="0" rtlCol="0" anchor="t">
            <a:spAutoFit/>
          </a:bodyPr>
          <a:lstStyle/>
          <a:p>
            <a:pPr marL="635" indent="0" algn="l">
              <a:lnSpc>
                <a:spcPts val="1850"/>
              </a:lnSpc>
              <a:defRPr/>
            </a:pPr>
            <a:r>
              <a:rPr lang="en-US" sz="1550" b="0" i="0" u="none" strike="noStrike" spc="-60">
                <a:solidFill>
                  <a:srgbClr val="1F2329"/>
                </a:solidFill>
                <a:latin typeface="Monaco"/>
                <a:ea typeface="Monaco"/>
                <a:cs typeface="Monaco"/>
                <a:sym typeface="Monaco"/>
              </a:rPr>
              <a:t>System.out.println(studentGrade</a:t>
            </a:r>
            <a:r>
              <a:rPr lang="en-US" sz="1550" b="0" i="0" u="none" strike="noStrike" spc="-645">
                <a:solidFill>
                  <a:srgbClr val="1F2329"/>
                </a:solidFill>
                <a:latin typeface="Monaco"/>
                <a:ea typeface="Monaco"/>
                <a:cs typeface="Monaco"/>
                <a:sym typeface="Monaco"/>
              </a:rPr>
              <a:t> </a:t>
            </a:r>
            <a:r>
              <a:rPr lang="en-US" sz="1550" b="0" i="0" u="none" strike="noStrike" spc="-55">
                <a:solidFill>
                  <a:srgbClr val="1F2329"/>
                </a:solidFill>
                <a:latin typeface="Monaco"/>
                <a:ea typeface="Monaco"/>
                <a:cs typeface="Monaco"/>
                <a:sym typeface="Monaco"/>
              </a:rPr>
              <a:t>&gt;=</a:t>
            </a:r>
            <a:r>
              <a:rPr lang="en-US" sz="1550" b="0" i="0" u="none" strike="noStrike" spc="-655">
                <a:solidFill>
                  <a:srgbClr val="1F2329"/>
                </a:solidFill>
                <a:latin typeface="Monaco"/>
                <a:ea typeface="Monaco"/>
                <a:cs typeface="Monaco"/>
                <a:sym typeface="Monaco"/>
              </a:rPr>
              <a:t> </a:t>
            </a:r>
            <a:r>
              <a:rPr lang="en-US" sz="1550" b="0" i="0" u="none" strike="noStrike" spc="-20">
                <a:solidFill>
                  <a:srgbClr val="1289FF"/>
                </a:solidFill>
                <a:latin typeface="Monaco"/>
                <a:ea typeface="Monaco"/>
                <a:cs typeface="Monaco"/>
                <a:sym typeface="Monaco"/>
              </a:rPr>
              <a:t>60</a:t>
            </a:r>
            <a:r>
              <a:rPr lang="en-US" sz="1550" b="0" i="0" u="none" strike="noStrike" spc="-95">
                <a:solidFill>
                  <a:srgbClr val="1289FF"/>
                </a:solidFill>
                <a:latin typeface="Monaco"/>
                <a:ea typeface="Monaco"/>
                <a:cs typeface="Monaco"/>
                <a:sym typeface="Monaco"/>
              </a:rPr>
              <a:t> </a:t>
            </a:r>
            <a:r>
              <a:rPr lang="en-US" sz="1550" b="0" i="0" u="none" strike="noStrike">
                <a:solidFill>
                  <a:srgbClr val="1F2329"/>
                </a:solidFill>
                <a:latin typeface="Monaco"/>
                <a:ea typeface="Monaco"/>
                <a:cs typeface="Monaco"/>
                <a:sym typeface="Monaco"/>
              </a:rPr>
              <a:t>?</a:t>
            </a:r>
            <a:r>
              <a:rPr lang="en-US" sz="1550" b="0" i="0" u="none" strike="noStrike" spc="65">
                <a:solidFill>
                  <a:srgbClr val="1F2329"/>
                </a:solidFill>
                <a:latin typeface="Monaco"/>
                <a:ea typeface="Monaco"/>
                <a:cs typeface="Monaco"/>
                <a:sym typeface="Monaco"/>
              </a:rPr>
              <a:t> </a:t>
            </a:r>
            <a:r>
              <a:rPr lang="en-US" sz="1550" b="0" i="0" u="none" strike="noStrike" spc="-40">
                <a:solidFill>
                  <a:srgbClr val="1289FF"/>
                </a:solidFill>
                <a:latin typeface="Monaco"/>
                <a:ea typeface="Monaco"/>
                <a:cs typeface="Monaco"/>
                <a:sym typeface="Monaco"/>
              </a:rPr>
              <a:t>"Passed"</a:t>
            </a:r>
            <a:r>
              <a:rPr lang="en-US" sz="1550" b="0" i="0" u="none" strike="noStrike" spc="-670">
                <a:solidFill>
                  <a:srgbClr val="1289FF"/>
                </a:solidFill>
                <a:latin typeface="Monaco"/>
                <a:ea typeface="Monaco"/>
                <a:cs typeface="Monaco"/>
                <a:sym typeface="Monaco"/>
              </a:rPr>
              <a:t> </a:t>
            </a:r>
            <a:r>
              <a:rPr lang="en-US" sz="1550" b="0" i="0" u="none" strike="noStrike" spc="-70">
                <a:solidFill>
                  <a:srgbClr val="1F2329"/>
                </a:solidFill>
                <a:latin typeface="Monaco"/>
                <a:ea typeface="Monaco"/>
                <a:cs typeface="Monaco"/>
                <a:sym typeface="Monaco"/>
              </a:rPr>
              <a:t>:</a:t>
            </a:r>
            <a:r>
              <a:rPr lang="en-US" sz="1550" b="0" i="0" u="none" strike="noStrike" spc="-655">
                <a:solidFill>
                  <a:srgbClr val="1F2329"/>
                </a:solidFill>
                <a:latin typeface="Monaco"/>
                <a:ea typeface="Monaco"/>
                <a:cs typeface="Monaco"/>
                <a:sym typeface="Monaco"/>
              </a:rPr>
              <a:t> </a:t>
            </a:r>
            <a:r>
              <a:rPr lang="en-US" sz="1550" b="0" i="0" u="none" strike="noStrike" spc="-10">
                <a:solidFill>
                  <a:srgbClr val="1289FF"/>
                </a:solidFill>
                <a:latin typeface="Monaco"/>
                <a:ea typeface="Monaco"/>
                <a:cs typeface="Monaco"/>
                <a:sym typeface="Monaco"/>
              </a:rPr>
              <a:t>"Failed"</a:t>
            </a:r>
            <a:r>
              <a:rPr lang="en-US" sz="1550" b="0" i="0" u="none" strike="noStrike" spc="-10">
                <a:solidFill>
                  <a:srgbClr val="1F2329"/>
                </a:solidFill>
                <a:latin typeface="Monaco"/>
                <a:ea typeface="Monaco"/>
                <a:cs typeface="Monaco"/>
                <a:sym typeface="Monaco"/>
              </a:rPr>
              <a:t>);</a:t>
            </a:r>
            <a:endParaRPr lang="en-US" sz="1100"/>
          </a:p>
        </p:txBody>
      </p:sp>
      <p:sp>
        <p:nvSpPr>
          <p:cNvPr id="6" name="AutoShape 6"/>
          <p:cNvSpPr/>
          <p:nvPr/>
        </p:nvSpPr>
        <p:spPr>
          <a:xfrm>
            <a:off x="774700" y="3996372"/>
            <a:ext cx="10287635" cy="603250"/>
          </a:xfrm>
          <a:prstGeom prst="rect">
            <a:avLst/>
          </a:prstGeom>
          <a:noFill/>
          <a:ln w="12700">
            <a:noFill/>
            <a:prstDash val="solid"/>
          </a:ln>
        </p:spPr>
        <p:txBody>
          <a:bodyPr vert="horz" wrap="square" lIns="0" tIns="73025" rIns="0" bIns="0" rtlCol="0" anchor="t">
            <a:spAutoFit/>
          </a:bodyPr>
          <a:lstStyle>
            <a:lvl1pPr marL="469900" indent="-266700"/>
            <a:lvl2pPr marL="927100" indent="-266700"/>
            <a:lvl3pPr marL="1384300" indent="-266700"/>
            <a:lvl4pPr marL="1841500" indent="-266700"/>
            <a:lvl5pPr marL="2298700" indent="-266700"/>
            <a:lvl6pPr marL="2755900" indent="-266700"/>
            <a:lvl7pPr marL="3213100" indent="-266700"/>
            <a:lvl8pPr marL="3670300" indent="-266700"/>
            <a:lvl9pPr marL="4127500" indent="-266700"/>
          </a:lstStyle>
          <a:p>
            <a:pPr marL="203200" marR="5080" indent="-190500" algn="l">
              <a:lnSpc>
                <a:spcPts val="2030"/>
              </a:lnSpc>
              <a:spcBef>
                <a:spcPts val="575"/>
              </a:spcBef>
              <a:buClr>
                <a:srgbClr val="2CA1BE"/>
              </a:buClr>
              <a:buSzPct val="67000"/>
              <a:buChar char=""/>
              <a:tabLst>
                <a:tab pos="203200" algn="l"/>
              </a:tabLst>
              <a:defRPr/>
            </a:pPr>
            <a:r>
              <a:rPr lang="en-US" sz="2100" b="0" i="0" u="none" strike="noStrike">
                <a:solidFill>
                  <a:srgbClr val="1F2329"/>
                </a:solidFill>
                <a:latin typeface="Times New Roman"/>
                <a:ea typeface="Times New Roman"/>
                <a:cs typeface="Times New Roman"/>
                <a:sym typeface="Times New Roman"/>
              </a:rPr>
              <a:t>Evaluates</a:t>
            </a:r>
            <a:r>
              <a:rPr lang="en-US" sz="2100" b="0" i="0" u="none" strike="noStrike" spc="45">
                <a:solidFill>
                  <a:srgbClr val="1F2329"/>
                </a:solidFill>
                <a:latin typeface="Times New Roman"/>
                <a:ea typeface="Times New Roman"/>
                <a:cs typeface="Times New Roman"/>
                <a:sym typeface="Times New Roman"/>
              </a:rPr>
              <a:t> </a:t>
            </a:r>
            <a:r>
              <a:rPr lang="en-US" sz="2100" b="0" i="0" u="none" strike="noStrike" spc="75">
                <a:solidFill>
                  <a:srgbClr val="1F2329"/>
                </a:solidFill>
                <a:latin typeface="Times New Roman"/>
                <a:ea typeface="Times New Roman"/>
                <a:cs typeface="Times New Roman"/>
                <a:sym typeface="Times New Roman"/>
              </a:rPr>
              <a:t>to</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the string</a:t>
            </a:r>
            <a:r>
              <a:rPr lang="en-US" sz="2100" b="0" i="0" u="none" strike="noStrike" spc="-120">
                <a:solidFill>
                  <a:srgbClr val="1F2329"/>
                </a:solidFill>
                <a:latin typeface="Times New Roman"/>
                <a:ea typeface="Times New Roman"/>
                <a:cs typeface="Times New Roman"/>
                <a:sym typeface="Times New Roman"/>
              </a:rPr>
              <a:t> </a:t>
            </a:r>
            <a:r>
              <a:rPr lang="en-US" sz="2100" b="0" i="0" u="none" strike="noStrike" spc="-150">
                <a:solidFill>
                  <a:srgbClr val="1F2329"/>
                </a:solidFill>
                <a:latin typeface="Monaco"/>
                <a:ea typeface="Monaco"/>
                <a:cs typeface="Monaco"/>
                <a:sym typeface="Monaco"/>
              </a:rPr>
              <a:t>"Passed"</a:t>
            </a:r>
            <a:r>
              <a:rPr lang="en-US" sz="2100" b="0" i="0" u="none" strike="noStrike" spc="-545">
                <a:solidFill>
                  <a:srgbClr val="1F2329"/>
                </a:solidFill>
                <a:latin typeface="Monaco"/>
                <a:ea typeface="Monaco"/>
                <a:cs typeface="Monaco"/>
                <a:sym typeface="Monaco"/>
              </a:rPr>
              <a:t> </a:t>
            </a:r>
            <a:r>
              <a:rPr lang="en-US" sz="2100" b="0" i="0" u="none" strike="noStrike">
                <a:solidFill>
                  <a:srgbClr val="1F2329"/>
                </a:solidFill>
                <a:latin typeface="Times New Roman"/>
                <a:ea typeface="Times New Roman"/>
                <a:cs typeface="Times New Roman"/>
                <a:sym typeface="Times New Roman"/>
              </a:rPr>
              <a:t>if</a:t>
            </a:r>
            <a:r>
              <a:rPr lang="en-US" sz="2100" b="0" i="0" u="none" strike="noStrike" spc="5">
                <a:solidFill>
                  <a:srgbClr val="1F2329"/>
                </a:solidFill>
                <a:latin typeface="Times New Roman"/>
                <a:ea typeface="Times New Roman"/>
                <a:cs typeface="Times New Roman"/>
                <a:sym typeface="Times New Roman"/>
              </a:rPr>
              <a:t> </a:t>
            </a:r>
            <a:r>
              <a:rPr lang="en-US" sz="2100" b="0" i="0" u="none" strike="noStrike" spc="75">
                <a:solidFill>
                  <a:srgbClr val="1F2329"/>
                </a:solidFill>
                <a:latin typeface="Times New Roman"/>
                <a:ea typeface="Times New Roman"/>
                <a:cs typeface="Times New Roman"/>
                <a:sym typeface="Times New Roman"/>
              </a:rPr>
              <a:t>the</a:t>
            </a:r>
            <a:r>
              <a:rPr lang="en-US" sz="2100" b="0" i="0" u="none" strike="noStrike" spc="85">
                <a:solidFill>
                  <a:srgbClr val="1F2329"/>
                </a:solidFill>
                <a:latin typeface="Times New Roman"/>
                <a:ea typeface="Times New Roman"/>
                <a:cs typeface="Times New Roman"/>
                <a:sym typeface="Times New Roman"/>
              </a:rPr>
              <a:t> </a:t>
            </a:r>
            <a:r>
              <a:rPr lang="en-US" sz="2100" b="0" i="0" u="none" strike="noStrike" spc="-145">
                <a:solidFill>
                  <a:srgbClr val="1F2329"/>
                </a:solidFill>
                <a:latin typeface="Monaco"/>
                <a:ea typeface="Monaco"/>
                <a:cs typeface="Monaco"/>
                <a:sym typeface="Monaco"/>
              </a:rPr>
              <a:t>boolean</a:t>
            </a:r>
            <a:r>
              <a:rPr lang="en-US" sz="2100" b="0" i="0" u="none" strike="noStrike" spc="-645">
                <a:solidFill>
                  <a:srgbClr val="1F2329"/>
                </a:solidFill>
                <a:latin typeface="Monaco"/>
                <a:ea typeface="Monaco"/>
                <a:cs typeface="Monaco"/>
                <a:sym typeface="Monaco"/>
              </a:rPr>
              <a:t> </a:t>
            </a:r>
            <a:r>
              <a:rPr lang="en-US" sz="2100" b="0" i="0" u="none" strike="noStrike" spc="85">
                <a:solidFill>
                  <a:srgbClr val="1F2329"/>
                </a:solidFill>
                <a:latin typeface="Times New Roman"/>
                <a:ea typeface="Times New Roman"/>
                <a:cs typeface="Times New Roman"/>
                <a:sym typeface="Times New Roman"/>
              </a:rPr>
              <a:t>expression</a:t>
            </a:r>
            <a:r>
              <a:rPr lang="en-US" sz="2100" b="0" i="0" u="none" strike="noStrike" spc="-60">
                <a:solidFill>
                  <a:srgbClr val="1F2329"/>
                </a:solidFill>
                <a:latin typeface="Times New Roman"/>
                <a:ea typeface="Times New Roman"/>
                <a:cs typeface="Times New Roman"/>
                <a:sym typeface="Times New Roman"/>
              </a:rPr>
              <a:t> </a:t>
            </a:r>
            <a:r>
              <a:rPr lang="en-US" sz="2100" b="0" i="0" u="none" strike="noStrike" spc="-155">
                <a:solidFill>
                  <a:srgbClr val="1F2329"/>
                </a:solidFill>
                <a:latin typeface="Monaco"/>
                <a:ea typeface="Monaco"/>
                <a:cs typeface="Monaco"/>
                <a:sym typeface="Monaco"/>
              </a:rPr>
              <a:t>studentGrade</a:t>
            </a:r>
            <a:r>
              <a:rPr lang="en-US" sz="2100" b="0" i="0" u="none" strike="noStrike" spc="-625">
                <a:solidFill>
                  <a:srgbClr val="1F2329"/>
                </a:solidFill>
                <a:latin typeface="Monaco"/>
                <a:ea typeface="Monaco"/>
                <a:cs typeface="Monaco"/>
                <a:sym typeface="Monaco"/>
              </a:rPr>
              <a:t> </a:t>
            </a:r>
            <a:r>
              <a:rPr lang="en-US" sz="2100" b="0" i="0" u="none" strike="noStrike" spc="-135">
                <a:solidFill>
                  <a:srgbClr val="1F2329"/>
                </a:solidFill>
                <a:latin typeface="Monaco"/>
                <a:ea typeface="Monaco"/>
                <a:cs typeface="Monaco"/>
                <a:sym typeface="Monaco"/>
              </a:rPr>
              <a:t>&gt;=</a:t>
            </a:r>
            <a:r>
              <a:rPr lang="en-US" sz="2100" b="0" i="0" u="none" strike="noStrike" spc="-720">
                <a:solidFill>
                  <a:srgbClr val="1F2329"/>
                </a:solidFill>
                <a:latin typeface="Monaco"/>
                <a:ea typeface="Monaco"/>
                <a:cs typeface="Monaco"/>
                <a:sym typeface="Monaco"/>
              </a:rPr>
              <a:t> </a:t>
            </a:r>
            <a:r>
              <a:rPr lang="en-US" sz="2100" b="0" i="0" u="none" strike="noStrike" spc="-135">
                <a:solidFill>
                  <a:srgbClr val="1F2329"/>
                </a:solidFill>
                <a:latin typeface="Monaco"/>
                <a:ea typeface="Monaco"/>
                <a:cs typeface="Monaco"/>
                <a:sym typeface="Monaco"/>
              </a:rPr>
              <a:t>60</a:t>
            </a:r>
            <a:r>
              <a:rPr lang="en-US" sz="2100" b="0" i="0" u="none" strike="noStrike" spc="-805">
                <a:solidFill>
                  <a:srgbClr val="1F2329"/>
                </a:solidFill>
                <a:latin typeface="Monaco"/>
                <a:ea typeface="Monaco"/>
                <a:cs typeface="Monaco"/>
                <a:sym typeface="Monaco"/>
              </a:rPr>
              <a:t> </a:t>
            </a:r>
            <a:r>
              <a:rPr lang="en-US" sz="2100" b="0" i="0" u="none" strike="noStrike">
                <a:solidFill>
                  <a:srgbClr val="1F2329"/>
                </a:solidFill>
                <a:latin typeface="Times New Roman"/>
                <a:ea typeface="Times New Roman"/>
                <a:cs typeface="Times New Roman"/>
                <a:sym typeface="Times New Roman"/>
              </a:rPr>
              <a:t>is</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85">
                <a:solidFill>
                  <a:srgbClr val="1F2329"/>
                </a:solidFill>
                <a:latin typeface="Times New Roman"/>
                <a:ea typeface="Times New Roman"/>
                <a:cs typeface="Times New Roman"/>
                <a:sym typeface="Times New Roman"/>
              </a:rPr>
              <a:t>true </a:t>
            </a:r>
            <a:r>
              <a:rPr lang="en-US" sz="2100" b="0" i="0" u="none" strike="noStrike" spc="120">
                <a:solidFill>
                  <a:srgbClr val="1F2329"/>
                </a:solidFill>
                <a:latin typeface="Times New Roman"/>
                <a:ea typeface="Times New Roman"/>
                <a:cs typeface="Times New Roman"/>
                <a:sym typeface="Times New Roman"/>
              </a:rPr>
              <a:t>and</a:t>
            </a:r>
            <a:r>
              <a:rPr lang="en-US" sz="2100" b="0" i="0" u="none" strike="noStrike" spc="-105">
                <a:solidFill>
                  <a:srgbClr val="1F2329"/>
                </a:solidFill>
                <a:latin typeface="Times New Roman"/>
                <a:ea typeface="Times New Roman"/>
                <a:cs typeface="Times New Roman"/>
                <a:sym typeface="Times New Roman"/>
              </a:rPr>
              <a:t> </a:t>
            </a:r>
            <a:r>
              <a:rPr lang="en-US" sz="2100" b="0" i="0" u="none" strike="noStrike" spc="75">
                <a:solidFill>
                  <a:srgbClr val="1F2329"/>
                </a:solidFill>
                <a:latin typeface="Times New Roman"/>
                <a:ea typeface="Times New Roman"/>
                <a:cs typeface="Times New Roman"/>
                <a:sym typeface="Times New Roman"/>
              </a:rPr>
              <a:t>to</a:t>
            </a:r>
            <a:r>
              <a:rPr lang="en-US" sz="2100" b="0" i="0" u="none" strike="noStrike" spc="-55">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the</a:t>
            </a:r>
            <a:r>
              <a:rPr lang="en-US" sz="2100" b="0" i="0" u="none" strike="noStrike" spc="40">
                <a:solidFill>
                  <a:srgbClr val="1F2329"/>
                </a:solidFill>
                <a:latin typeface="Times New Roman"/>
                <a:ea typeface="Times New Roman"/>
                <a:cs typeface="Times New Roman"/>
                <a:sym typeface="Times New Roman"/>
              </a:rPr>
              <a:t> </a:t>
            </a:r>
            <a:r>
              <a:rPr lang="en-US" sz="2100" b="0" i="0" u="none" strike="noStrike" spc="80">
                <a:solidFill>
                  <a:srgbClr val="1F2329"/>
                </a:solidFill>
                <a:latin typeface="Times New Roman"/>
                <a:ea typeface="Times New Roman"/>
                <a:cs typeface="Times New Roman"/>
                <a:sym typeface="Times New Roman"/>
              </a:rPr>
              <a:t>string</a:t>
            </a:r>
            <a:r>
              <a:rPr lang="en-US" sz="2100" b="0" i="0" u="none" strike="noStrike" spc="-65">
                <a:solidFill>
                  <a:srgbClr val="1F2329"/>
                </a:solidFill>
                <a:latin typeface="Times New Roman"/>
                <a:ea typeface="Times New Roman"/>
                <a:cs typeface="Times New Roman"/>
                <a:sym typeface="Times New Roman"/>
              </a:rPr>
              <a:t> </a:t>
            </a:r>
            <a:r>
              <a:rPr lang="en-US" sz="2100" b="0" i="0" u="none" strike="noStrike" spc="-150">
                <a:solidFill>
                  <a:srgbClr val="1F2329"/>
                </a:solidFill>
                <a:latin typeface="Monaco"/>
                <a:ea typeface="Monaco"/>
                <a:cs typeface="Monaco"/>
                <a:sym typeface="Monaco"/>
              </a:rPr>
              <a:t>"Failed"</a:t>
            </a:r>
            <a:r>
              <a:rPr lang="en-US" sz="2100" b="0" i="0" u="none" strike="noStrike" spc="-670">
                <a:solidFill>
                  <a:srgbClr val="1F2329"/>
                </a:solidFill>
                <a:latin typeface="Monaco"/>
                <a:ea typeface="Monaco"/>
                <a:cs typeface="Monaco"/>
                <a:sym typeface="Monaco"/>
              </a:rPr>
              <a:t> </a:t>
            </a:r>
            <a:r>
              <a:rPr lang="en-US" sz="2100" b="0" i="0" u="none" strike="noStrike">
                <a:solidFill>
                  <a:srgbClr val="1F2329"/>
                </a:solidFill>
                <a:latin typeface="Times New Roman"/>
                <a:ea typeface="Times New Roman"/>
                <a:cs typeface="Times New Roman"/>
                <a:sym typeface="Times New Roman"/>
              </a:rPr>
              <a:t>if</a:t>
            </a:r>
            <a:r>
              <a:rPr lang="en-US" sz="2100" b="0" i="0" u="none" strike="noStrike" spc="-25">
                <a:solidFill>
                  <a:srgbClr val="1F2329"/>
                </a:solidFill>
                <a:latin typeface="Times New Roman"/>
                <a:ea typeface="Times New Roman"/>
                <a:cs typeface="Times New Roman"/>
                <a:sym typeface="Times New Roman"/>
              </a:rPr>
              <a:t> </a:t>
            </a:r>
            <a:r>
              <a:rPr lang="en-US" sz="2100" b="0" i="0" u="none" strike="noStrike" spc="60">
                <a:solidFill>
                  <a:srgbClr val="1F2329"/>
                </a:solidFill>
                <a:latin typeface="Times New Roman"/>
                <a:ea typeface="Times New Roman"/>
                <a:cs typeface="Times New Roman"/>
                <a:sym typeface="Times New Roman"/>
              </a:rPr>
              <a:t>it</a:t>
            </a:r>
            <a:r>
              <a:rPr lang="en-US" sz="2100" b="0" i="0" u="none" strike="noStrike" spc="-105">
                <a:solidFill>
                  <a:srgbClr val="1F2329"/>
                </a:solidFill>
                <a:latin typeface="Times New Roman"/>
                <a:ea typeface="Times New Roman"/>
                <a:cs typeface="Times New Roman"/>
                <a:sym typeface="Times New Roman"/>
              </a:rPr>
              <a:t> </a:t>
            </a:r>
            <a:r>
              <a:rPr lang="en-US" sz="2100" b="0" i="0" u="none" strike="noStrike">
                <a:solidFill>
                  <a:srgbClr val="1F2329"/>
                </a:solidFill>
                <a:latin typeface="Times New Roman"/>
                <a:ea typeface="Times New Roman"/>
                <a:cs typeface="Times New Roman"/>
                <a:sym typeface="Times New Roman"/>
              </a:rPr>
              <a:t>is</a:t>
            </a:r>
            <a:r>
              <a:rPr lang="en-US" sz="2100" b="0" i="0" u="none" strike="noStrike" spc="-70">
                <a:solidFill>
                  <a:srgbClr val="1F2329"/>
                </a:solidFill>
                <a:latin typeface="Times New Roman"/>
                <a:ea typeface="Times New Roman"/>
                <a:cs typeface="Times New Roman"/>
                <a:sym typeface="Times New Roman"/>
              </a:rPr>
              <a:t> </a:t>
            </a:r>
            <a:r>
              <a:rPr lang="en-US" sz="2100" b="0" i="0" u="none" strike="noStrike" spc="-10">
                <a:solidFill>
                  <a:srgbClr val="1F2329"/>
                </a:solidFill>
                <a:latin typeface="Times New Roman"/>
                <a:ea typeface="Times New Roman"/>
                <a:cs typeface="Times New Roman"/>
                <a:sym typeface="Times New Roman"/>
              </a:rPr>
              <a:t>false.</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04827" y="733104"/>
            <a:ext cx="3862496" cy="310077"/>
          </a:xfrm>
          <a:prstGeom prst="rect">
            <a:avLst/>
          </a:prstGeom>
          <a:ln w="12700">
            <a:noFill/>
            <a:prstDash val="solid"/>
          </a:ln>
        </p:spPr>
      </p:pic>
      <p:sp>
        <p:nvSpPr>
          <p:cNvPr id="3" name="AutoShape 3"/>
          <p:cNvSpPr>
            <a:spLocks noGrp="1"/>
          </p:cNvSpPr>
          <p:nvPr>
            <p:ph type="body" sz="quarter" idx="26" hasCustomPrompt="1"/>
          </p:nvPr>
        </p:nvSpPr>
        <p:spPr>
          <a:prstGeom prst="rect">
            <a:avLst/>
          </a:prstGeom>
        </p:spPr>
        <p:txBody>
          <a:bodyPr vert="horz" wrap="square" lIns="0" tIns="0" rIns="0" bIns="0" anchor="t">
            <a:spAutoFit/>
          </a:bodyPr>
          <a:lstStyle>
            <a:lvl1pPr algn="l">
              <a:lnSpc>
                <a:spcPts val="815"/>
              </a:lnSpc>
              <a:defRPr sz="750" b="0" i="0" u="none" strike="noStrike" spc="0">
                <a:solidFill>
                  <a:srgbClr val="000000">
                    <a:alpha val="100000"/>
                  </a:srgbClr>
                </a:solidFill>
                <a:latin typeface="Arial"/>
              </a:defRPr>
            </a:lvl1pPr>
          </a:lstStyle>
          <a:p>
            <a:pPr marL="12700" indent="0" algn="l">
              <a:lnSpc>
                <a:spcPts val="815"/>
              </a:lnSpc>
            </a:pPr>
            <a:r>
              <a:rPr lang="en-US" sz="750" b="0" i="0" u="none" strike="noStrike" spc="-35">
                <a:solidFill>
                  <a:srgbClr val="000000"/>
                </a:solidFill>
                <a:latin typeface="Arial"/>
                <a:ea typeface="Arial"/>
                <a:cs typeface="Arial"/>
                <a:sym typeface="Arial"/>
              </a:rPr>
              <a:t>Copyright</a:t>
            </a:r>
            <a:r>
              <a:rPr lang="en-US" sz="750" b="0" i="0" u="none" strike="noStrike" spc="25">
                <a:solidFill>
                  <a:srgbClr val="000000"/>
                </a:solidFill>
                <a:latin typeface="Arial"/>
                <a:ea typeface="Arial"/>
                <a:cs typeface="Arial"/>
                <a:sym typeface="Arial"/>
              </a:rPr>
              <a:t> </a:t>
            </a:r>
            <a:r>
              <a:rPr lang="en-US" sz="750" b="0" i="0" u="none" strike="noStrike" spc="75">
                <a:solidFill>
                  <a:srgbClr val="000000"/>
                </a:solidFill>
                <a:latin typeface="Arial"/>
                <a:ea typeface="Arial"/>
                <a:cs typeface="Arial"/>
                <a:sym typeface="Arial"/>
              </a:rPr>
              <a:t>©</a:t>
            </a:r>
            <a:r>
              <a:rPr lang="en-US" sz="750" b="0" i="0" u="none" strike="noStrike" spc="-20">
                <a:solidFill>
                  <a:srgbClr val="000000"/>
                </a:solidFill>
                <a:latin typeface="Arial"/>
                <a:ea typeface="Arial"/>
                <a:cs typeface="Arial"/>
                <a:sym typeface="Arial"/>
              </a:rPr>
              <a:t> </a:t>
            </a:r>
            <a:r>
              <a:rPr lang="en-US" sz="750" b="0" i="0" u="none" strike="noStrike" spc="-45">
                <a:solidFill>
                  <a:srgbClr val="000000"/>
                </a:solidFill>
                <a:latin typeface="Arial"/>
                <a:ea typeface="Arial"/>
                <a:cs typeface="Arial"/>
                <a:sym typeface="Arial"/>
              </a:rPr>
              <a:t>2020</a:t>
            </a:r>
            <a:r>
              <a:rPr lang="en-US" sz="750" b="0" i="0" u="none" strike="noStrike" spc="-60">
                <a:solidFill>
                  <a:srgbClr val="000000"/>
                </a:solidFill>
                <a:latin typeface="Arial"/>
                <a:ea typeface="Arial"/>
                <a:cs typeface="Arial"/>
                <a:sym typeface="Arial"/>
              </a:rPr>
              <a:t> </a:t>
            </a:r>
            <a:r>
              <a:rPr lang="en-US" sz="750" b="0" i="0" u="none" strike="noStrike" spc="-55">
                <a:solidFill>
                  <a:srgbClr val="000000"/>
                </a:solidFill>
                <a:latin typeface="Arial"/>
                <a:ea typeface="Arial"/>
                <a:cs typeface="Arial"/>
                <a:sym typeface="Arial"/>
              </a:rPr>
              <a:t>Pearson</a:t>
            </a:r>
            <a:r>
              <a:rPr lang="en-US" sz="750" b="0" i="0" u="none" strike="noStrike">
                <a:solidFill>
                  <a:srgbClr val="000000"/>
                </a:solidFill>
                <a:latin typeface="Arial"/>
                <a:ea typeface="Arial"/>
                <a:cs typeface="Arial"/>
                <a:sym typeface="Arial"/>
              </a:rPr>
              <a:t> </a:t>
            </a:r>
            <a:r>
              <a:rPr lang="en-US" sz="750" b="0" i="0" u="none" strike="noStrike" spc="-40">
                <a:solidFill>
                  <a:srgbClr val="000000"/>
                </a:solidFill>
                <a:latin typeface="Arial"/>
                <a:ea typeface="Arial"/>
                <a:cs typeface="Arial"/>
                <a:sym typeface="Arial"/>
              </a:rPr>
              <a:t>Education</a:t>
            </a:r>
            <a:r>
              <a:rPr lang="en-US" sz="750" b="0" i="0" u="none" strike="noStrike" spc="60">
                <a:solidFill>
                  <a:srgbClr val="000000"/>
                </a:solidFill>
                <a:latin typeface="Arial"/>
                <a:ea typeface="Arial"/>
                <a:cs typeface="Arial"/>
                <a:sym typeface="Arial"/>
              </a:rPr>
              <a:t> </a:t>
            </a:r>
            <a:r>
              <a:rPr lang="en-US" sz="750" b="0" i="0" u="none" strike="noStrike" spc="-25">
                <a:solidFill>
                  <a:srgbClr val="000000"/>
                </a:solidFill>
                <a:latin typeface="Arial"/>
                <a:ea typeface="Arial"/>
                <a:cs typeface="Arial"/>
                <a:sym typeface="Arial"/>
              </a:rPr>
              <a:t>Ltd.</a:t>
            </a:r>
            <a:r>
              <a:rPr lang="en-US" sz="750" b="0" i="0" u="none" strike="noStrike" spc="35">
                <a:solidFill>
                  <a:srgbClr val="000000"/>
                </a:solidFill>
                <a:latin typeface="Arial"/>
                <a:ea typeface="Arial"/>
                <a:cs typeface="Arial"/>
                <a:sym typeface="Arial"/>
              </a:rPr>
              <a:t> </a:t>
            </a:r>
            <a:r>
              <a:rPr lang="en-US" sz="750" b="0" i="0" u="none" strike="noStrike" spc="-10">
                <a:solidFill>
                  <a:srgbClr val="000000"/>
                </a:solidFill>
                <a:latin typeface="Arial"/>
                <a:ea typeface="Arial"/>
                <a:cs typeface="Arial"/>
                <a:sym typeface="Arial"/>
              </a:rPr>
              <a:t>All</a:t>
            </a:r>
            <a:r>
              <a:rPr lang="en-US" sz="750" b="0" i="0" u="none" strike="noStrike" spc="-20">
                <a:solidFill>
                  <a:srgbClr val="000000"/>
                </a:solidFill>
                <a:latin typeface="Arial"/>
                <a:ea typeface="Arial"/>
                <a:cs typeface="Arial"/>
                <a:sym typeface="Arial"/>
              </a:rPr>
              <a:t> </a:t>
            </a:r>
            <a:r>
              <a:rPr lang="en-US" sz="750" b="0" i="0" u="none" strike="noStrike" spc="-50">
                <a:solidFill>
                  <a:srgbClr val="000000"/>
                </a:solidFill>
                <a:latin typeface="Arial"/>
                <a:ea typeface="Arial"/>
                <a:cs typeface="Arial"/>
                <a:sym typeface="Arial"/>
              </a:rPr>
              <a:t>Rights</a:t>
            </a:r>
            <a:r>
              <a:rPr lang="en-US" sz="750" b="0" i="0" u="none" strike="noStrike" spc="15">
                <a:solidFill>
                  <a:srgbClr val="000000"/>
                </a:solidFill>
                <a:latin typeface="Arial"/>
                <a:ea typeface="Arial"/>
                <a:cs typeface="Arial"/>
                <a:sym typeface="Arial"/>
              </a:rPr>
              <a:t> </a:t>
            </a:r>
            <a:r>
              <a:rPr lang="en-US" sz="750" b="0" i="0" u="none" strike="noStrike" spc="-30">
                <a:solidFill>
                  <a:srgbClr val="000000"/>
                </a:solidFill>
                <a:latin typeface="Arial"/>
                <a:ea typeface="Arial"/>
                <a:cs typeface="Arial"/>
                <a:sym typeface="Arial"/>
              </a:rPr>
              <a:t>Reserved</a:t>
            </a:r>
          </a:p>
        </p:txBody>
      </p:sp>
      <p:pic>
        <p:nvPicPr>
          <p:cNvPr id="4" name="Picture 4"/>
          <p:cNvPicPr>
            <a:picLocks noChangeAspect="1"/>
          </p:cNvPicPr>
          <p:nvPr/>
        </p:nvPicPr>
        <p:blipFill>
          <a:blip r:embed="rId4"/>
          <a:srcRect l="24510" t="14117" b="38823"/>
          <a:stretch>
            <a:fillRect/>
          </a:stretch>
        </p:blipFill>
        <p:spPr>
          <a:xfrm>
            <a:off x="2665876" y="1797684"/>
            <a:ext cx="7316324" cy="2850516"/>
          </a:xfrm>
          <a:prstGeom prst="rect">
            <a:avLst/>
          </a:prstGeom>
          <a:ln w="12700">
            <a:noFill/>
            <a:prstDash val="soli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AutoShape 2"/>
          <p:cNvSpPr/>
          <p:nvPr/>
        </p:nvSpPr>
        <p:spPr>
          <a:xfrm>
            <a:off x="688975" y="6610032"/>
            <a:ext cx="2542540" cy="140335"/>
          </a:xfrm>
          <a:prstGeom prst="rect">
            <a:avLst/>
          </a:prstGeom>
          <a:noFill/>
          <a:ln w="12700">
            <a:noFill/>
            <a:prstDash val="solid"/>
          </a:ln>
        </p:spPr>
        <p:txBody>
          <a:bodyPr vert="horz" wrap="square" lIns="0" tIns="12700" rIns="0" bIns="0" rtlCol="0" anchor="t">
            <a:spAutoFit/>
          </a:bodyPr>
          <a:lstStyle/>
          <a:p>
            <a:pPr marL="12700" indent="0" algn="l">
              <a:lnSpc>
                <a:spcPct val="100000"/>
              </a:lnSpc>
              <a:spcBef>
                <a:spcPts val="100"/>
              </a:spcBef>
              <a:defRPr/>
            </a:pPr>
            <a:r>
              <a:rPr lang="en-US" sz="750" b="0" i="0" u="none" strike="noStrike">
                <a:solidFill>
                  <a:srgbClr val="1F2329"/>
                </a:solidFill>
                <a:latin typeface="Times New Roman"/>
                <a:ea typeface="Times New Roman"/>
                <a:cs typeface="Times New Roman"/>
                <a:sym typeface="Times New Roman"/>
              </a:rPr>
              <a:t>Copyright</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a:t>
            </a:r>
            <a:r>
              <a:rPr lang="en-US" sz="750" b="0" i="0" u="none" strike="noStrike" spc="80">
                <a:solidFill>
                  <a:srgbClr val="1F2329"/>
                </a:solidFill>
                <a:latin typeface="Times New Roman"/>
                <a:ea typeface="Times New Roman"/>
                <a:cs typeface="Times New Roman"/>
                <a:sym typeface="Times New Roman"/>
              </a:rPr>
              <a:t> </a:t>
            </a:r>
            <a:r>
              <a:rPr lang="en-US" sz="750" b="0" i="0" u="none" strike="noStrike" spc="60">
                <a:solidFill>
                  <a:srgbClr val="1F2329"/>
                </a:solidFill>
                <a:latin typeface="Times New Roman"/>
                <a:ea typeface="Times New Roman"/>
                <a:cs typeface="Times New Roman"/>
                <a:sym typeface="Times New Roman"/>
              </a:rPr>
              <a:t>2020</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Pearson</a:t>
            </a:r>
            <a:r>
              <a:rPr lang="en-US" sz="750" b="0" i="0" u="none" strike="noStrike" spc="75">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Education</a:t>
            </a:r>
            <a:r>
              <a:rPr lang="en-US" sz="750" b="0" i="0" u="none" strike="noStrike" spc="70">
                <a:solidFill>
                  <a:srgbClr val="1F2329"/>
                </a:solidFill>
                <a:latin typeface="Times New Roman"/>
                <a:ea typeface="Times New Roman"/>
                <a:cs typeface="Times New Roman"/>
                <a:sym typeface="Times New Roman"/>
              </a:rPr>
              <a:t> </a:t>
            </a:r>
            <a:r>
              <a:rPr lang="en-US" sz="750" b="0" i="0" u="none" strike="noStrike" spc="-20">
                <a:solidFill>
                  <a:srgbClr val="1F2329"/>
                </a:solidFill>
                <a:latin typeface="Times New Roman"/>
                <a:ea typeface="Times New Roman"/>
                <a:cs typeface="Times New Roman"/>
                <a:sym typeface="Times New Roman"/>
              </a:rPr>
              <a:t>Ltd.</a:t>
            </a:r>
            <a:r>
              <a:rPr lang="en-US" sz="750" b="0" i="0" u="none" strike="noStrike" spc="20">
                <a:solidFill>
                  <a:srgbClr val="1F2329"/>
                </a:solidFill>
                <a:latin typeface="Times New Roman"/>
                <a:ea typeface="Times New Roman"/>
                <a:cs typeface="Times New Roman"/>
                <a:sym typeface="Times New Roman"/>
              </a:rPr>
              <a:t> </a:t>
            </a:r>
            <a:r>
              <a:rPr lang="en-US" sz="750" b="0" i="0" u="none" strike="noStrike" spc="-30">
                <a:solidFill>
                  <a:srgbClr val="1F2329"/>
                </a:solidFill>
                <a:latin typeface="Times New Roman"/>
                <a:ea typeface="Times New Roman"/>
                <a:cs typeface="Times New Roman"/>
                <a:sym typeface="Times New Roman"/>
              </a:rPr>
              <a:t>All</a:t>
            </a:r>
            <a:r>
              <a:rPr lang="en-US" sz="750" b="0" i="0" u="none" strike="noStrike" spc="60">
                <a:solidFill>
                  <a:srgbClr val="1F2329"/>
                </a:solidFill>
                <a:latin typeface="Times New Roman"/>
                <a:ea typeface="Times New Roman"/>
                <a:cs typeface="Times New Roman"/>
                <a:sym typeface="Times New Roman"/>
              </a:rPr>
              <a:t> </a:t>
            </a:r>
            <a:r>
              <a:rPr lang="en-US" sz="750" b="0" i="0" u="none" strike="noStrike">
                <a:solidFill>
                  <a:srgbClr val="1F2329"/>
                </a:solidFill>
                <a:latin typeface="Times New Roman"/>
                <a:ea typeface="Times New Roman"/>
                <a:cs typeface="Times New Roman"/>
                <a:sym typeface="Times New Roman"/>
              </a:rPr>
              <a:t>Rights</a:t>
            </a:r>
            <a:r>
              <a:rPr lang="en-US" sz="750" b="0" i="0" u="none" strike="noStrike" spc="-10">
                <a:solidFill>
                  <a:srgbClr val="1F2329"/>
                </a:solidFill>
                <a:latin typeface="Times New Roman"/>
                <a:ea typeface="Times New Roman"/>
                <a:cs typeface="Times New Roman"/>
                <a:sym typeface="Times New Roman"/>
              </a:rPr>
              <a:t> Reserved</a:t>
            </a:r>
            <a:endParaRPr lang="en-US" sz="1100"/>
          </a:p>
        </p:txBody>
      </p:sp>
      <p:pic>
        <p:nvPicPr>
          <p:cNvPr id="3" name="Picture 3"/>
          <p:cNvPicPr>
            <a:picLocks noChangeAspect="1"/>
          </p:cNvPicPr>
          <p:nvPr/>
        </p:nvPicPr>
        <p:blipFill>
          <a:blip r:embed="rId2"/>
          <a:srcRect/>
          <a:stretch>
            <a:fillRect/>
          </a:stretch>
        </p:blipFill>
        <p:spPr>
          <a:xfrm>
            <a:off x="685064" y="541515"/>
            <a:ext cx="1177844" cy="293670"/>
          </a:xfrm>
          <a:prstGeom prst="rect">
            <a:avLst/>
          </a:prstGeom>
          <a:ln w="12700">
            <a:noFill/>
            <a:prstDash val="solid"/>
          </a:ln>
        </p:spPr>
      </p:pic>
      <p:sp>
        <p:nvSpPr>
          <p:cNvPr id="4" name="AutoShape 4"/>
          <p:cNvSpPr>
            <a:spLocks noGrp="1"/>
          </p:cNvSpPr>
          <p:nvPr>
            <p:ph type="body" sz="quarter" idx="11" hasCustomPrompt="1"/>
          </p:nvPr>
        </p:nvSpPr>
        <p:spPr>
          <a:prstGeom prst="rect">
            <a:avLst/>
          </a:prstGeom>
        </p:spPr>
        <p:txBody>
          <a:bodyPr vert="horz" wrap="square" lIns="0" tIns="141922" rIns="0" bIns="0" anchor="t">
            <a:spAutoFit/>
          </a:bodyPr>
          <a:lstStyle>
            <a:lvl1pPr algn="l">
              <a:lnSpc>
                <a:spcPct val="100000"/>
              </a:lnSpc>
              <a:defRPr sz="3050" b="1" i="0" u="none" strike="noStrike" spc="0">
                <a:solidFill>
                  <a:srgbClr val="464646">
                    <a:alpha val="100000"/>
                  </a:srgbClr>
                </a:solidFill>
                <a:latin typeface="Times New Roman"/>
              </a:defRPr>
            </a:lvl1pPr>
          </a:lstStyle>
          <a:p>
            <a:pPr marL="12700" indent="0" algn="l">
              <a:lnSpc>
                <a:spcPct val="100000"/>
              </a:lnSpc>
              <a:spcBef>
                <a:spcPts val="125"/>
              </a:spcBef>
            </a:pPr>
            <a:r>
              <a:rPr lang="en-US" sz="3050" b="1" i="0" u="none" strike="noStrike" spc="65">
                <a:solidFill>
                  <a:srgbClr val="464646"/>
                </a:solidFill>
                <a:latin typeface="Times New Roman"/>
                <a:ea typeface="Times New Roman"/>
                <a:cs typeface="Times New Roman"/>
                <a:sym typeface="Times New Roman"/>
              </a:rPr>
              <a:t>Switch</a:t>
            </a:r>
          </a:p>
        </p:txBody>
      </p:sp>
      <p:sp>
        <p:nvSpPr>
          <p:cNvPr id="7" name="TextBox 6">
            <a:extLst>
              <a:ext uri="{FF2B5EF4-FFF2-40B4-BE49-F238E27FC236}">
                <a16:creationId xmlns:a16="http://schemas.microsoft.com/office/drawing/2014/main" id="{97F73940-3091-9A4B-54B9-2D8D6208D5F6}"/>
              </a:ext>
            </a:extLst>
          </p:cNvPr>
          <p:cNvSpPr txBox="1"/>
          <p:nvPr/>
        </p:nvSpPr>
        <p:spPr>
          <a:xfrm>
            <a:off x="3048000" y="3278740"/>
            <a:ext cx="6096000" cy="307777"/>
          </a:xfrm>
          <a:prstGeom prst="rect">
            <a:avLst/>
          </a:prstGeom>
          <a:noFill/>
        </p:spPr>
        <p:txBody>
          <a:bodyPr wrap="square">
            <a:spAutoFit/>
          </a:bodyPr>
          <a:lstStyle/>
          <a:p>
            <a:r>
              <a:rPr lang="en-DK" dirty="0"/>
              <a:t>https://www.w3schools.com/java/java_switch.asp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67E88"/>
                </a:solidFill>
              </a:rPr>
              <a:t>Switch Statement: Key Rules</a:t>
            </a:r>
            <a:endParaRPr lang="en-US" sz="1100"/>
          </a:p>
        </p:txBody>
      </p:sp>
      <p:graphicFrame>
        <p:nvGraphicFramePr>
          <p:cNvPr id="3" name="Table 3"/>
          <p:cNvGraphicFramePr>
            <a:graphicFrameLocks noGrp="1"/>
          </p:cNvGraphicFramePr>
          <p:nvPr>
            <p:extLst>
              <p:ext uri="{D42A27DB-BD31-4B8C-83A1-F6EECF244321}">
                <p14:modId xmlns:p14="http://schemas.microsoft.com/office/powerpoint/2010/main" val="1565945033"/>
              </p:ext>
            </p:extLst>
          </p:nvPr>
        </p:nvGraphicFramePr>
        <p:xfrm>
          <a:off x="1270000" y="1929262"/>
          <a:ext cx="10160000" cy="3060700"/>
        </p:xfrm>
        <a:graphic>
          <a:graphicData uri="http://schemas.openxmlformats.org/drawingml/2006/table">
            <a:tbl>
              <a:tblPr>
                <a:effectLst/>
              </a:tblPr>
              <a:tblGrid>
                <a:gridCol w="2794000">
                  <a:extLst>
                    <a:ext uri="{9D8B030D-6E8A-4147-A177-3AD203B41FA5}">
                      <a16:colId xmlns:a16="http://schemas.microsoft.com/office/drawing/2014/main" val="20000"/>
                    </a:ext>
                  </a:extLst>
                </a:gridCol>
                <a:gridCol w="7366000">
                  <a:extLst>
                    <a:ext uri="{9D8B030D-6E8A-4147-A177-3AD203B41FA5}">
                      <a16:colId xmlns:a16="http://schemas.microsoft.com/office/drawing/2014/main" val="20001"/>
                    </a:ext>
                  </a:extLst>
                </a:gridCol>
              </a:tblGrid>
              <a:tr h="457200">
                <a:tc>
                  <a:txBody>
                    <a:bodyPr/>
                    <a:lstStyle/>
                    <a:p>
                      <a:pPr marL="0" indent="0" algn="ctr">
                        <a:lnSpc>
                          <a:spcPct val="100000"/>
                        </a:lnSpc>
                        <a:defRPr/>
                      </a:pPr>
                      <a:r>
                        <a:rPr lang="en-US" sz="1300" b="1" i="0" u="none" strike="noStrike">
                          <a:solidFill>
                            <a:srgbClr val="000000"/>
                          </a:solidFill>
                        </a:rPr>
                        <a:t>Rule</a:t>
                      </a:r>
                      <a:endParaRPr lang="en-US" sz="1100"/>
                    </a:p>
                  </a:txBody>
                  <a:tcPr marL="101600" marR="101600" marT="101600" marB="101600" anchor="ctr">
                    <a:lnL>
                      <a:noFill/>
                    </a:lnL>
                    <a:lnR>
                      <a:noFill/>
                    </a:lnR>
                    <a:lnT>
                      <a:noFill/>
                    </a:lnT>
                    <a:lnB>
                      <a:noFill/>
                    </a:lnB>
                    <a:solidFill>
                      <a:srgbClr val="ADD8E6">
                        <a:alpha val="100000"/>
                      </a:srgbClr>
                    </a:solidFill>
                  </a:tcPr>
                </a:tc>
                <a:tc>
                  <a:txBody>
                    <a:bodyPr/>
                    <a:lstStyle/>
                    <a:p>
                      <a:pPr marL="0" indent="0" algn="ctr">
                        <a:lnSpc>
                          <a:spcPct val="100000"/>
                        </a:lnSpc>
                        <a:defRPr/>
                      </a:pPr>
                      <a:r>
                        <a:rPr lang="en-US" sz="1300" b="1" i="0" u="none" strike="noStrike">
                          <a:solidFill>
                            <a:srgbClr val="000000"/>
                          </a:solidFill>
                        </a:rPr>
                        <a:t>Details</a:t>
                      </a:r>
                      <a:endParaRPr lang="en-US" sz="1100"/>
                    </a:p>
                  </a:txBody>
                  <a:tcPr marL="101600" marR="101600" marT="101600" marB="101600" anchor="ctr">
                    <a:lnL>
                      <a:noFill/>
                    </a:lnL>
                    <a:lnR>
                      <a:noFill/>
                    </a:lnR>
                    <a:lnT>
                      <a:noFill/>
                    </a:lnT>
                    <a:lnB>
                      <a:noFill/>
                    </a:lnB>
                    <a:solidFill>
                      <a:srgbClr val="ADD8E6">
                        <a:alpha val="100000"/>
                      </a:srgbClr>
                    </a:solidFill>
                  </a:tcPr>
                </a:tc>
                <a:extLst>
                  <a:ext uri="{0D108BD9-81ED-4DB2-BD59-A6C34878D82A}">
                    <a16:rowId xmlns:a16="http://schemas.microsoft.com/office/drawing/2014/main" val="10000"/>
                  </a:ext>
                </a:extLst>
              </a:tr>
              <a:tr h="698500">
                <a:tc>
                  <a:txBody>
                    <a:bodyPr/>
                    <a:lstStyle/>
                    <a:p>
                      <a:pPr marL="0" indent="0" algn="l">
                        <a:lnSpc>
                          <a:spcPct val="100000"/>
                        </a:lnSpc>
                        <a:defRPr/>
                      </a:pPr>
                      <a:r>
                        <a:rPr lang="en-US" sz="1300" b="1" i="0" u="none" strike="noStrike" dirty="0">
                          <a:solidFill>
                            <a:srgbClr val="000000"/>
                          </a:solidFill>
                        </a:rPr>
                        <a:t>Expression type</a:t>
                      </a:r>
                      <a:endParaRPr lang="en-US" sz="1100" dirty="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Must be </a:t>
                      </a:r>
                      <a:r>
                        <a:rPr lang="en-US" sz="1200" b="0" i="0" u="none" strike="noStrike">
                          <a:solidFill>
                            <a:srgbClr val="000000"/>
                          </a:solidFill>
                          <a:latin typeface="Courier New"/>
                          <a:ea typeface="Courier New"/>
                          <a:cs typeface="Courier New"/>
                          <a:sym typeface="Courier New"/>
                        </a:rPr>
                        <a:t>char</a:t>
                      </a:r>
                      <a:r>
                        <a:rPr lang="en-US" sz="1200" b="0" i="0" u="none" strike="noStrike">
                          <a:solidFill>
                            <a:srgbClr val="000000"/>
                          </a:solidFill>
                        </a:rPr>
                        <a:t>, </a:t>
                      </a:r>
                      <a:r>
                        <a:rPr lang="en-US" sz="1200" b="0" i="0" u="none" strike="noStrike">
                          <a:solidFill>
                            <a:srgbClr val="000000"/>
                          </a:solidFill>
                          <a:latin typeface="Courier New"/>
                          <a:ea typeface="Courier New"/>
                          <a:cs typeface="Courier New"/>
                          <a:sym typeface="Courier New"/>
                        </a:rPr>
                        <a:t>byte</a:t>
                      </a:r>
                      <a:r>
                        <a:rPr lang="en-US" sz="1200" b="0" i="0" u="none" strike="noStrike">
                          <a:solidFill>
                            <a:srgbClr val="000000"/>
                          </a:solidFill>
                        </a:rPr>
                        <a:t>, </a:t>
                      </a:r>
                      <a:r>
                        <a:rPr lang="en-US" sz="1200" b="0" i="0" u="none" strike="noStrike">
                          <a:solidFill>
                            <a:srgbClr val="000000"/>
                          </a:solidFill>
                          <a:latin typeface="Courier New"/>
                          <a:ea typeface="Courier New"/>
                          <a:cs typeface="Courier New"/>
                          <a:sym typeface="Courier New"/>
                        </a:rPr>
                        <a:t>short</a:t>
                      </a:r>
                      <a:r>
                        <a:rPr lang="en-US" sz="1200" b="0" i="0" u="none" strike="noStrike">
                          <a:solidFill>
                            <a:srgbClr val="000000"/>
                          </a:solidFill>
                        </a:rPr>
                        <a:t>, </a:t>
                      </a:r>
                      <a:r>
                        <a:rPr lang="en-US" sz="1200" b="0" i="0" u="none" strike="noStrike">
                          <a:solidFill>
                            <a:srgbClr val="000000"/>
                          </a:solidFill>
                          <a:latin typeface="Courier New"/>
                          <a:ea typeface="Courier New"/>
                          <a:cs typeface="Courier New"/>
                          <a:sym typeface="Courier New"/>
                        </a:rPr>
                        <a:t>int</a:t>
                      </a:r>
                      <a:r>
                        <a:rPr lang="en-US" sz="1200" b="0" i="0" u="none" strike="noStrike">
                          <a:solidFill>
                            <a:srgbClr val="000000"/>
                          </a:solidFill>
                        </a:rPr>
                        <a:t>, or </a:t>
                      </a:r>
                      <a:r>
                        <a:rPr lang="en-US" sz="1200" b="0" i="0" u="none" strike="noStrike">
                          <a:solidFill>
                            <a:srgbClr val="000000"/>
                          </a:solidFill>
                          <a:latin typeface="Courier New"/>
                          <a:ea typeface="Courier New"/>
                          <a:cs typeface="Courier New"/>
                          <a:sym typeface="Courier New"/>
                        </a:rPr>
                        <a:t>String</a:t>
                      </a:r>
                      <a:r>
                        <a:rPr lang="en-US" sz="1200" b="0" i="0" u="none" strike="noStrike">
                          <a:solidFill>
                            <a:srgbClr val="000000"/>
                          </a:solidFill>
                        </a:rPr>
                        <a:t> (Java 7+). NOT </a:t>
                      </a:r>
                      <a:r>
                        <a:rPr lang="en-US" sz="1200" b="0" i="0" u="none" strike="noStrike">
                          <a:solidFill>
                            <a:srgbClr val="000000"/>
                          </a:solidFill>
                          <a:latin typeface="Courier New"/>
                          <a:ea typeface="Courier New"/>
                          <a:cs typeface="Courier New"/>
                          <a:sym typeface="Courier New"/>
                        </a:rPr>
                        <a:t>boolean</a:t>
                      </a:r>
                      <a:r>
                        <a:rPr lang="en-US" sz="1200" b="0" i="0" u="none" strike="noStrike">
                          <a:solidFill>
                            <a:srgbClr val="000000"/>
                          </a:solidFill>
                        </a:rPr>
                        <a:t> or </a:t>
                      </a:r>
                      <a:r>
                        <a:rPr lang="en-US" sz="1200" b="0" i="0" u="none" strike="noStrike">
                          <a:solidFill>
                            <a:srgbClr val="000000"/>
                          </a:solidFill>
                          <a:latin typeface="Courier New"/>
                          <a:ea typeface="Courier New"/>
                          <a:cs typeface="Courier New"/>
                          <a:sym typeface="Courier New"/>
                        </a:rPr>
                        <a:t>long</a:t>
                      </a:r>
                      <a:r>
                        <a:rPr lang="en-US" sz="1200" b="0" i="0" u="none" strike="noStrike">
                          <a:solidFill>
                            <a:srgbClr val="000000"/>
                          </a:solidFill>
                        </a:rPr>
                        <a:t>.</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635000">
                <a:tc>
                  <a:txBody>
                    <a:bodyPr/>
                    <a:lstStyle/>
                    <a:p>
                      <a:pPr marL="0" indent="0" algn="l">
                        <a:lnSpc>
                          <a:spcPct val="100000"/>
                        </a:lnSpc>
                        <a:defRPr/>
                      </a:pPr>
                      <a:r>
                        <a:rPr lang="en-US" sz="1300" b="1" i="0" u="none" strike="noStrike">
                          <a:solidFill>
                            <a:srgbClr val="000000"/>
                          </a:solidFill>
                        </a:rPr>
                        <a:t>Case values</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Must be </a:t>
                      </a:r>
                      <a:r>
                        <a:rPr lang="en-US" sz="1200" b="1" i="0" u="none" strike="noStrike">
                          <a:solidFill>
                            <a:srgbClr val="000000"/>
                          </a:solidFill>
                        </a:rPr>
                        <a:t>literals</a:t>
                      </a:r>
                      <a:r>
                        <a:rPr lang="en-US" sz="1200" b="0" i="0" u="none" strike="noStrike">
                          <a:solidFill>
                            <a:srgbClr val="000000"/>
                          </a:solidFill>
                        </a:rPr>
                        <a:t> (constants), not expressions or variables.</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698500">
                <a:tc>
                  <a:txBody>
                    <a:bodyPr/>
                    <a:lstStyle/>
                    <a:p>
                      <a:pPr marL="0" indent="0" algn="l">
                        <a:lnSpc>
                          <a:spcPct val="100000"/>
                        </a:lnSpc>
                        <a:defRPr/>
                      </a:pPr>
                      <a:r>
                        <a:rPr lang="en-US" sz="1300" b="1" i="0" u="none" strike="noStrike">
                          <a:solidFill>
                            <a:srgbClr val="000000"/>
                          </a:solidFill>
                        </a:rPr>
                        <a:t>break statement</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0" i="0" u="none" strike="noStrike">
                          <a:solidFill>
                            <a:srgbClr val="000000"/>
                          </a:solidFill>
                        </a:rPr>
                        <a:t>Without </a:t>
                      </a:r>
                      <a:r>
                        <a:rPr lang="en-US" sz="1200" b="0" i="0" u="none" strike="noStrike">
                          <a:solidFill>
                            <a:srgbClr val="000000"/>
                          </a:solidFill>
                          <a:latin typeface="Courier New"/>
                          <a:ea typeface="Courier New"/>
                          <a:cs typeface="Courier New"/>
                          <a:sym typeface="Courier New"/>
                        </a:rPr>
                        <a:t>break</a:t>
                      </a:r>
                      <a:r>
                        <a:rPr lang="en-US" sz="1200" b="0" i="0" u="none" strike="noStrike">
                          <a:solidFill>
                            <a:srgbClr val="000000"/>
                          </a:solidFill>
                        </a:rPr>
                        <a:t>, execution </a:t>
                      </a:r>
                      <a:r>
                        <a:rPr lang="en-US" sz="1200" b="1" i="0" u="none" strike="noStrike">
                          <a:solidFill>
                            <a:srgbClr val="000000"/>
                          </a:solidFill>
                        </a:rPr>
                        <a:t>falls through</a:t>
                      </a:r>
                      <a:r>
                        <a:rPr lang="en-US" sz="1200" b="0" i="0" u="none" strike="noStrike">
                          <a:solidFill>
                            <a:srgbClr val="000000"/>
                          </a:solidFill>
                        </a:rPr>
                        <a:t> to the next case automatically. Always add break unless you intentionally want fall-through.</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571500">
                <a:tc>
                  <a:txBody>
                    <a:bodyPr/>
                    <a:lstStyle/>
                    <a:p>
                      <a:pPr marL="0" indent="0" algn="l">
                        <a:lnSpc>
                          <a:spcPct val="100000"/>
                        </a:lnSpc>
                        <a:defRPr/>
                      </a:pPr>
                      <a:r>
                        <a:rPr lang="en-US" sz="1300" b="1" i="0" u="none" strike="noStrike">
                          <a:solidFill>
                            <a:srgbClr val="000000"/>
                          </a:solidFill>
                        </a:rPr>
                        <a:t>Default case</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200" b="1" i="0" u="none" strike="noStrike" dirty="0">
                          <a:solidFill>
                            <a:srgbClr val="000000"/>
                          </a:solidFill>
                        </a:rPr>
                        <a:t>Optional</a:t>
                      </a:r>
                      <a:r>
                        <a:rPr lang="en-US" sz="1200" b="0" i="0" u="none" strike="noStrike" dirty="0">
                          <a:solidFill>
                            <a:srgbClr val="000000"/>
                          </a:solidFill>
                        </a:rPr>
                        <a:t>. Executed when no case matches. Good practice to include it.</a:t>
                      </a:r>
                      <a:endParaRPr lang="en-US" sz="1100" dirty="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4" name="AutoShape 4"/>
          <p:cNvSpPr/>
          <p:nvPr/>
        </p:nvSpPr>
        <p:spPr>
          <a:xfrm>
            <a:off x="4445000" y="6477000"/>
            <a:ext cx="381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969696"/>
                </a:solidFill>
              </a:rPr>
              <a:t>Copyright © 2020 Pearson Education Ltd. All Rights Reserved</a:t>
            </a:r>
            <a:endParaRPr lang="en-US" sz="1100"/>
          </a:p>
        </p:txBody>
      </p:sp>
      <p:pic>
        <p:nvPicPr>
          <p:cNvPr id="5" name="Picture 5"/>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B8E050-1966-DA8F-F702-6FE5CD2EDB5C}"/>
              </a:ext>
            </a:extLst>
          </p:cNvPr>
          <p:cNvSpPr txBox="1"/>
          <p:nvPr/>
        </p:nvSpPr>
        <p:spPr>
          <a:xfrm>
            <a:off x="2098110" y="1752590"/>
            <a:ext cx="6100174" cy="2031325"/>
          </a:xfrm>
          <a:prstGeom prst="rect">
            <a:avLst/>
          </a:prstGeom>
          <a:noFill/>
        </p:spPr>
        <p:txBody>
          <a:bodyPr wrap="square">
            <a:spAutoFit/>
          </a:bodyPr>
          <a:lstStyle/>
          <a:p>
            <a:pPr>
              <a:buNone/>
            </a:pPr>
            <a:r>
              <a:rPr lang="en-DK" b="1" dirty="0"/>
              <a:t>Repetition Task: Teach Your Classmates</a:t>
            </a:r>
          </a:p>
          <a:p>
            <a:pPr>
              <a:buNone/>
            </a:pPr>
            <a:r>
              <a:rPr lang="en-DK" b="1" dirty="0"/>
              <a:t>Instructions</a:t>
            </a:r>
          </a:p>
          <a:p>
            <a:pPr marL="342900" lvl="0" indent="-342900">
              <a:buFont typeface="+mj-lt"/>
              <a:buAutoNum type="arabicPeriod"/>
            </a:pPr>
            <a:r>
              <a:rPr lang="en-DK" dirty="0">
                <a:effectLst/>
              </a:rPr>
              <a:t>You are divided into </a:t>
            </a:r>
            <a:r>
              <a:rPr lang="en-DK" b="1" dirty="0">
                <a:effectLst/>
              </a:rPr>
              <a:t>6 groups</a:t>
            </a:r>
            <a:r>
              <a:rPr lang="en-DK" dirty="0">
                <a:effectLst/>
              </a:rPr>
              <a:t>, each assigned a concept from Selection.</a:t>
            </a:r>
          </a:p>
          <a:p>
            <a:pPr marL="342900" lvl="0" indent="-342900">
              <a:buFont typeface="+mj-lt"/>
              <a:buAutoNum type="arabicPeriod"/>
            </a:pPr>
            <a:r>
              <a:rPr lang="en-DK" dirty="0">
                <a:effectLst/>
              </a:rPr>
              <a:t>In your group, discuss and prepare a short explanation (3–15 minutes).</a:t>
            </a:r>
          </a:p>
          <a:p>
            <a:pPr marL="342900" lvl="0" indent="-342900">
              <a:buFont typeface="+mj-lt"/>
              <a:buAutoNum type="arabicPeriod"/>
            </a:pPr>
            <a:r>
              <a:rPr lang="en-DK" b="1" dirty="0">
                <a:effectLst/>
              </a:rPr>
              <a:t>Explain the concept in your own words</a:t>
            </a:r>
            <a:r>
              <a:rPr lang="en-DK" dirty="0">
                <a:effectLst/>
              </a:rPr>
              <a:t> — do NOT just read the slides.</a:t>
            </a:r>
          </a:p>
          <a:p>
            <a:pPr marL="342900" lvl="0" indent="-342900">
              <a:buFont typeface="+mj-lt"/>
              <a:buAutoNum type="arabicPeriod"/>
            </a:pPr>
            <a:r>
              <a:rPr lang="en-DK" dirty="0">
                <a:effectLst/>
              </a:rPr>
              <a:t>Show a </a:t>
            </a:r>
            <a:r>
              <a:rPr lang="en-DK" b="1" dirty="0">
                <a:effectLst/>
              </a:rPr>
              <a:t>code example</a:t>
            </a:r>
            <a:r>
              <a:rPr lang="en-DK" dirty="0">
                <a:effectLst/>
              </a:rPr>
              <a:t> and walk through what the code does.</a:t>
            </a:r>
          </a:p>
          <a:p>
            <a:pPr marL="342900" lvl="0" indent="-342900">
              <a:buFont typeface="+mj-lt"/>
              <a:buAutoNum type="arabicPeriod"/>
            </a:pPr>
            <a:r>
              <a:rPr lang="en-DK" dirty="0">
                <a:effectLst/>
              </a:rPr>
              <a:t>Be ready for questions from the rest of the class.</a:t>
            </a:r>
          </a:p>
        </p:txBody>
      </p:sp>
    </p:spTree>
    <p:extLst>
      <p:ext uri="{BB962C8B-B14F-4D97-AF65-F5344CB8AC3E}">
        <p14:creationId xmlns:p14="http://schemas.microsoft.com/office/powerpoint/2010/main" val="647341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E3A38C-2990-74A7-683E-F51A64F92232}"/>
              </a:ext>
            </a:extLst>
          </p:cNvPr>
          <p:cNvSpPr txBox="1"/>
          <p:nvPr/>
        </p:nvSpPr>
        <p:spPr>
          <a:xfrm>
            <a:off x="2123161" y="2244691"/>
            <a:ext cx="8561539" cy="2169825"/>
          </a:xfrm>
          <a:prstGeom prst="rect">
            <a:avLst/>
          </a:prstGeom>
          <a:noFill/>
        </p:spPr>
        <p:txBody>
          <a:bodyPr wrap="square">
            <a:spAutoFit/>
          </a:bodyPr>
          <a:lstStyle/>
          <a:p>
            <a:r>
              <a:rPr lang="en-GB" sz="1200" b="1" dirty="0">
                <a:solidFill>
                  <a:prstClr val="black"/>
                </a:solidFill>
                <a:latin typeface="Times-Bold"/>
              </a:rPr>
              <a:t>Group	Concept	                                                                         What to cover			</a:t>
            </a:r>
          </a:p>
          <a:p>
            <a:r>
              <a:rPr lang="en-GB" sz="1200" b="0" dirty="0">
                <a:solidFill>
                  <a:prstClr val="black"/>
                </a:solidFill>
                <a:latin typeface="Times-Roman"/>
              </a:rPr>
              <a:t>1	Boolean Expressions &amp; Comparison Operators	What is a </a:t>
            </a:r>
            <a:r>
              <a:rPr lang="en-GB" sz="1200" b="0" dirty="0" err="1">
                <a:solidFill>
                  <a:prstClr val="black"/>
                </a:solidFill>
                <a:latin typeface="Times-Roman"/>
              </a:rPr>
              <a:t>boolean</a:t>
            </a:r>
            <a:r>
              <a:rPr lang="en-GB" sz="1200" b="0" dirty="0">
                <a:solidFill>
                  <a:prstClr val="black"/>
                </a:solidFill>
                <a:latin typeface="Times-Roman"/>
              </a:rPr>
              <a:t> expression? Explain </a:t>
            </a:r>
            <a:r>
              <a:rPr lang="en-GB" sz="1300" b="0" dirty="0">
                <a:solidFill>
                  <a:prstClr val="black"/>
                </a:solidFill>
                <a:latin typeface="Courier" panose="02070309020205020404" pitchFamily="49" charset="0"/>
              </a:rPr>
              <a:t>==</a:t>
            </a:r>
            <a:r>
              <a:rPr lang="en-GB" sz="1200" b="0" dirty="0">
                <a:solidFill>
                  <a:prstClr val="black"/>
                </a:solidFill>
                <a:latin typeface="Times-Roman"/>
              </a:rPr>
              <a:t>, </a:t>
            </a:r>
            <a:r>
              <a:rPr lang="en-GB" sz="1300" b="0" dirty="0">
                <a:solidFill>
                  <a:prstClr val="black"/>
                </a:solidFill>
                <a:latin typeface="Courier" panose="02070309020205020404" pitchFamily="49" charset="0"/>
              </a:rPr>
              <a:t>!=</a:t>
            </a:r>
            <a:r>
              <a:rPr lang="en-GB" sz="1200" b="0" dirty="0">
                <a:solidFill>
                  <a:prstClr val="black"/>
                </a:solidFill>
                <a:latin typeface="Times-Roman"/>
              </a:rPr>
              <a:t>, </a:t>
            </a:r>
            <a:r>
              <a:rPr lang="en-GB" sz="1300" b="0" dirty="0">
                <a:solidFill>
                  <a:prstClr val="black"/>
                </a:solidFill>
                <a:latin typeface="Courier" panose="02070309020205020404" pitchFamily="49" charset="0"/>
              </a:rPr>
              <a:t>&lt;</a:t>
            </a:r>
            <a:r>
              <a:rPr lang="en-GB" sz="1200" b="0" dirty="0">
                <a:solidFill>
                  <a:prstClr val="black"/>
                </a:solidFill>
                <a:latin typeface="Times-Roman"/>
              </a:rPr>
              <a:t>, </a:t>
            </a:r>
            <a:r>
              <a:rPr lang="en-GB" sz="1300" b="0" dirty="0">
                <a:solidFill>
                  <a:prstClr val="black"/>
                </a:solidFill>
                <a:latin typeface="Courier" panose="02070309020205020404" pitchFamily="49" charset="0"/>
              </a:rPr>
              <a:t>&gt;</a:t>
            </a:r>
            <a:r>
              <a:rPr lang="en-GB" sz="1200" b="0" dirty="0">
                <a:solidFill>
                  <a:prstClr val="black"/>
                </a:solidFill>
                <a:latin typeface="Times-Roman"/>
              </a:rPr>
              <a:t>, </a:t>
            </a:r>
            <a:r>
              <a:rPr lang="en-GB" sz="1300" b="0" dirty="0">
                <a:solidFill>
                  <a:prstClr val="black"/>
                </a:solidFill>
                <a:latin typeface="Courier" panose="02070309020205020404" pitchFamily="49" charset="0"/>
              </a:rPr>
              <a:t>&lt;=</a:t>
            </a:r>
            <a:r>
              <a:rPr lang="en-GB" sz="1200" b="0" dirty="0">
                <a:solidFill>
                  <a:prstClr val="black"/>
                </a:solidFill>
                <a:latin typeface="Times-Roman"/>
              </a:rPr>
              <a:t>, </a:t>
            </a:r>
            <a:r>
              <a:rPr lang="en-GB" sz="1300" b="0" dirty="0">
                <a:solidFill>
                  <a:prstClr val="black"/>
                </a:solidFill>
                <a:latin typeface="Courier" panose="02070309020205020404" pitchFamily="49" charset="0"/>
              </a:rPr>
              <a:t> </a:t>
            </a:r>
            <a:r>
              <a:rPr lang="en-GB" sz="1200" b="0" dirty="0">
                <a:solidFill>
                  <a:prstClr val="black"/>
                </a:solidFill>
                <a:latin typeface="Times-Roman"/>
              </a:rPr>
              <a:t>			</a:t>
            </a:r>
          </a:p>
          <a:p>
            <a:pPr marL="228600" indent="-228600">
              <a:buAutoNum type="arabicPlain" startAt="2"/>
            </a:pPr>
            <a:r>
              <a:rPr lang="en-GB" sz="1200" b="0" dirty="0">
                <a:solidFill>
                  <a:prstClr val="black"/>
                </a:solidFill>
                <a:latin typeface="Times-Roman"/>
              </a:rPr>
              <a:t>                     Logical Operators                                                                 What are these logical Operators</a:t>
            </a:r>
          </a:p>
          <a:p>
            <a:r>
              <a:rPr lang="en-GB" sz="1200" b="0" dirty="0">
                <a:solidFill>
                  <a:prstClr val="black"/>
                </a:solidFill>
                <a:latin typeface="Times-Roman"/>
              </a:rPr>
              <a:t>	 </a:t>
            </a:r>
          </a:p>
          <a:p>
            <a:r>
              <a:rPr lang="en-GB" sz="1200" b="0" dirty="0">
                <a:solidFill>
                  <a:prstClr val="black"/>
                </a:solidFill>
                <a:latin typeface="Times-Roman"/>
              </a:rPr>
              <a:t>3	Short-Circuit Evaluation	                                                 What does short-circuit mean?  </a:t>
            </a:r>
          </a:p>
          <a:p>
            <a:r>
              <a:rPr lang="en-GB" sz="1200" b="0" dirty="0">
                <a:solidFill>
                  <a:prstClr val="black"/>
                </a:solidFill>
                <a:latin typeface="Times-Roman"/>
              </a:rPr>
              <a:t>4	if / if-else                 	                                                How does </a:t>
            </a:r>
            <a:r>
              <a:rPr lang="en-GB" sz="1300" b="0" dirty="0">
                <a:solidFill>
                  <a:prstClr val="black"/>
                </a:solidFill>
                <a:latin typeface="Courier" panose="02070309020205020404" pitchFamily="49" charset="0"/>
              </a:rPr>
              <a:t>if</a:t>
            </a:r>
            <a:r>
              <a:rPr lang="en-GB" sz="1200" b="0" dirty="0">
                <a:solidFill>
                  <a:prstClr val="black"/>
                </a:solidFill>
                <a:latin typeface="Times-Roman"/>
              </a:rPr>
              <a:t> work? What is a block (curly braces)?  		</a:t>
            </a:r>
          </a:p>
          <a:p>
            <a:r>
              <a:rPr lang="en-GB" sz="1200" b="0" dirty="0">
                <a:solidFill>
                  <a:prstClr val="black"/>
                </a:solidFill>
                <a:latin typeface="Times-Roman"/>
              </a:rPr>
              <a:t>5	Nested if-else  	What are nested if-else?  </a:t>
            </a:r>
          </a:p>
          <a:p>
            <a:r>
              <a:rPr lang="en-GB" sz="1200" b="0" dirty="0">
                <a:solidFill>
                  <a:prstClr val="black"/>
                </a:solidFill>
                <a:latin typeface="Times-Roman"/>
              </a:rPr>
              <a:t>6	switch Statement &amp; Ternary Operator	                           How does </a:t>
            </a:r>
            <a:r>
              <a:rPr lang="en-GB" sz="1300" b="0" dirty="0">
                <a:solidFill>
                  <a:prstClr val="black"/>
                </a:solidFill>
                <a:latin typeface="Courier" panose="02070309020205020404" pitchFamily="49" charset="0"/>
              </a:rPr>
              <a:t>switch</a:t>
            </a:r>
            <a:r>
              <a:rPr lang="en-GB" sz="1200" b="0" dirty="0">
                <a:solidFill>
                  <a:prstClr val="black"/>
                </a:solidFill>
                <a:latin typeface="Times-Roman"/>
              </a:rPr>
              <a:t> work? What does </a:t>
            </a:r>
            <a:r>
              <a:rPr lang="en-GB" sz="1300" b="0" dirty="0">
                <a:solidFill>
                  <a:prstClr val="black"/>
                </a:solidFill>
                <a:latin typeface="Courier" panose="02070309020205020404" pitchFamily="49" charset="0"/>
              </a:rPr>
              <a:t>?:</a:t>
            </a:r>
            <a:r>
              <a:rPr lang="en-GB" sz="1200" b="0" dirty="0">
                <a:solidFill>
                  <a:prstClr val="black"/>
                </a:solidFill>
                <a:latin typeface="Times-Roman"/>
              </a:rPr>
              <a:t> do?			</a:t>
            </a:r>
          </a:p>
        </p:txBody>
      </p:sp>
    </p:spTree>
    <p:extLst>
      <p:ext uri="{BB962C8B-B14F-4D97-AF65-F5344CB8AC3E}">
        <p14:creationId xmlns:p14="http://schemas.microsoft.com/office/powerpoint/2010/main" val="2366534616"/>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1932</Words>
  <Application>Microsoft Macintosh PowerPoint</Application>
  <PresentationFormat>Widescreen</PresentationFormat>
  <Paragraphs>249</Paragraphs>
  <Slides>33</Slides>
  <Notes>10</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33</vt:i4>
      </vt:variant>
    </vt:vector>
  </HeadingPairs>
  <TitlesOfParts>
    <vt:vector size="47" baseType="lpstr">
      <vt:lpstr>Google Sans</vt:lpstr>
      <vt:lpstr>Noto Sans SC</vt:lpstr>
      <vt:lpstr>Times-Bold</vt:lpstr>
      <vt:lpstr>Times-Roman</vt:lpstr>
      <vt:lpstr>Aptos</vt:lpstr>
      <vt:lpstr>Arial</vt:lpstr>
      <vt:lpstr>Calibri</vt:lpstr>
      <vt:lpstr>Courier</vt:lpstr>
      <vt:lpstr>Courier New</vt:lpstr>
      <vt:lpstr>Monaco</vt:lpstr>
      <vt:lpstr>Times New Roman</vt:lpstr>
      <vt:lpstr>Office 主题​​</vt:lpstr>
      <vt:lpstr>自定义主题</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Xiaolei Bi</cp:lastModifiedBy>
  <cp:revision>1</cp:revision>
  <dcterms:modified xsi:type="dcterms:W3CDTF">2026-09-19T12:44:24Z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{"Label":"1","ContentProducer":"001191110102MACQD9K64010000","ProduceID":"7687206992792406980","ReservedCode1":"","ContentPropagator":"","PropagateID":"","ReservedCode2":""}</vt:lpwstr>
  </property>
</Properties>
</file>