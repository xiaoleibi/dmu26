
<file path=[Content_Types].xml><?xml version="1.0" encoding="utf-8"?>
<Types xmlns="http://schemas.openxmlformats.org/package/2006/content-types">
  <Default ContentType="image/jpeg" Extension="jpeg"/>
  <Default ContentType="image/png" Extension="png"/>
  <Default ContentType="application/vnd.openxmlformats-package.relationships+xml" Extension="rels"/>
  <Default ContentType="application/xml" Extension="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3.xml"/>
  <Override ContentType="application/vnd.openxmlformats-officedocument.presentationml.slideLayout+xml" PartName="/ppt/slideLayouts/slideLayout14.xml"/>
  <Override ContentType="application/vnd.openxmlformats-officedocument.presentationml.slideLayout+xml" PartName="/ppt/slideLayouts/slideLayout15.xml"/>
  <Override ContentType="application/vnd.openxmlformats-officedocument.presentationml.slideLayout+xml" PartName="/ppt/slideLayouts/slideLayout16.xml"/>
  <Override ContentType="application/vnd.openxmlformats-officedocument.presentationml.slideLayout+xml" PartName="/ppt/slideLayouts/slideLayout17.xml"/>
  <Override ContentType="application/vnd.openxmlformats-officedocument.presentationml.slideMaster+xml" PartName="/ppt/slideMasters/slideMaster1.xml"/>
  <Override ContentType="application/vnd.openxmlformats-officedocument.presentationml.slideMaster+xml" PartName="/ppt/slideMasters/slideMaster2.xml"/>
  <Override ContentType="application/vnd.openxmlformats-officedocument.presentationml.slideMaster+xml" PartName="/ppt/slideMasters/slideMaster3.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Override PartName="/docProps/custom.xml" ContentType="application/vnd.openxmlformats-officedocument.custom-propertie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core.xml" Type="http://schemas.openxmlformats.org/package/2006/relationships/metadata/core-properties"/><Relationship Id="rId3"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 id="2147483660" r:id="rId8"/>
    <p:sldMasterId id="2147483661" r:id="rId9"/>
  </p:sldMasterIdLst>
  <p:notesMasterIdLst>
    <p:notesMasterId r:id="rId6"/>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Lst>
  <p:sldSz cx="12192000" cy="6858000"/>
  <p:notesSz cx="6858000" cy="9144000"/>
  <p:defaultTextStyle>
    <a:defPPr lvl="0" marR="0" rtl="0" algn="l">
      <a:lnSpc>
        <a:spcPct val="100000"/>
      </a:lnSpc>
      <a:spcBef>
        <a:spcPts val="0"/>
      </a:spcBef>
      <a:spcAft>
        <a:spcPts val="0"/>
      </a:spcAft>
    </a:defPPr>
    <a:lvl1pPr lvl="0" marR="0" rtl="0" algn="l" marL="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marL="4572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marL="9144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marL="13716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marL="18288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marL="22860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marL="27432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marL="32004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marL="36576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Relationships xmlns="http://schemas.openxmlformats.org/package/2006/relationships"><Relationship Id="rId1" Target="theme/theme1.xml" Type="http://schemas.openxmlformats.org/officeDocument/2006/relationships/theme"/><Relationship Id="rId10" Target="slides/slide1.xml" Type="http://schemas.openxmlformats.org/officeDocument/2006/relationships/slide"/><Relationship Id="rId11" Target="slides/slide2.xml" Type="http://schemas.openxmlformats.org/officeDocument/2006/relationships/slide"/><Relationship Id="rId12" Target="slides/slide3.xml" Type="http://schemas.openxmlformats.org/officeDocument/2006/relationships/slide"/><Relationship Id="rId13" Target="slides/slide4.xml" Type="http://schemas.openxmlformats.org/officeDocument/2006/relationships/slide"/><Relationship Id="rId14" Target="slides/slide5.xml" Type="http://schemas.openxmlformats.org/officeDocument/2006/relationships/slide"/><Relationship Id="rId15" Target="slides/slide6.xml" Type="http://schemas.openxmlformats.org/officeDocument/2006/relationships/slide"/><Relationship Id="rId16" Target="slides/slide7.xml" Type="http://schemas.openxmlformats.org/officeDocument/2006/relationships/slide"/><Relationship Id="rId17" Target="slides/slide8.xml" Type="http://schemas.openxmlformats.org/officeDocument/2006/relationships/slide"/><Relationship Id="rId18" Target="slides/slide9.xml" Type="http://schemas.openxmlformats.org/officeDocument/2006/relationships/slide"/><Relationship Id="rId19" Target="slides/slide10.xml" Type="http://schemas.openxmlformats.org/officeDocument/2006/relationships/slide"/><Relationship Id="rId2" Target="viewProps.xml" Type="http://schemas.openxmlformats.org/officeDocument/2006/relationships/viewProps"/><Relationship Id="rId20" Target="slides/slide11.xml" Type="http://schemas.openxmlformats.org/officeDocument/2006/relationships/slide"/><Relationship Id="rId21" Target="slides/slide12.xml" Type="http://schemas.openxmlformats.org/officeDocument/2006/relationships/slide"/><Relationship Id="rId22" Target="slides/slide13.xml" Type="http://schemas.openxmlformats.org/officeDocument/2006/relationships/slide"/><Relationship Id="rId23" Target="slides/slide14.xml" Type="http://schemas.openxmlformats.org/officeDocument/2006/relationships/slide"/><Relationship Id="rId24" Target="slides/slide15.xml" Type="http://schemas.openxmlformats.org/officeDocument/2006/relationships/slide"/><Relationship Id="rId25" Target="slides/slide16.xml" Type="http://schemas.openxmlformats.org/officeDocument/2006/relationships/slide"/><Relationship Id="rId26" Target="slides/slide17.xml" Type="http://schemas.openxmlformats.org/officeDocument/2006/relationships/slide"/><Relationship Id="rId27" Target="slides/slide18.xml" Type="http://schemas.openxmlformats.org/officeDocument/2006/relationships/slide"/><Relationship Id="rId28" Target="slides/slide19.xml" Type="http://schemas.openxmlformats.org/officeDocument/2006/relationships/slide"/><Relationship Id="rId29" Target="slides/slide20.xml" Type="http://schemas.openxmlformats.org/officeDocument/2006/relationships/slide"/><Relationship Id="rId3" Target="presProps.xml" Type="http://schemas.openxmlformats.org/officeDocument/2006/relationships/presProps"/><Relationship Id="rId30" Target="slides/slide21.xml" Type="http://schemas.openxmlformats.org/officeDocument/2006/relationships/slide"/><Relationship Id="rId31" Target="slides/slide22.xml" Type="http://schemas.openxmlformats.org/officeDocument/2006/relationships/slide"/><Relationship Id="rId32" Target="slides/slide23.xml" Type="http://schemas.openxmlformats.org/officeDocument/2006/relationships/slide"/><Relationship Id="rId33" Target="slides/slide24.xml" Type="http://schemas.openxmlformats.org/officeDocument/2006/relationships/slide"/><Relationship Id="rId34" Target="slides/slide25.xml" Type="http://schemas.openxmlformats.org/officeDocument/2006/relationships/slide"/><Relationship Id="rId35" Target="slides/slide26.xml" Type="http://schemas.openxmlformats.org/officeDocument/2006/relationships/slide"/><Relationship Id="rId36" Target="slides/slide27.xml" Type="http://schemas.openxmlformats.org/officeDocument/2006/relationships/slide"/><Relationship Id="rId37" Target="slides/slide28.xml" Type="http://schemas.openxmlformats.org/officeDocument/2006/relationships/slide"/><Relationship Id="rId38" Target="slides/slide29.xml" Type="http://schemas.openxmlformats.org/officeDocument/2006/relationships/slide"/><Relationship Id="rId39" Target="slides/slide30.xml" Type="http://schemas.openxmlformats.org/officeDocument/2006/relationships/slide"/><Relationship Id="rId4" Target="slideMasters/slideMaster1.xml" Type="http://schemas.openxmlformats.org/officeDocument/2006/relationships/slideMaster"/><Relationship Id="rId40" Target="slides/slide31.xml" Type="http://schemas.openxmlformats.org/officeDocument/2006/relationships/slide"/><Relationship Id="rId41" Target="slides/slide32.xml" Type="http://schemas.openxmlformats.org/officeDocument/2006/relationships/slide"/><Relationship Id="rId42" Target="slides/slide33.xml" Type="http://schemas.openxmlformats.org/officeDocument/2006/relationships/slide"/><Relationship Id="rId43" Target="slides/slide34.xml" Type="http://schemas.openxmlformats.org/officeDocument/2006/relationships/slide"/><Relationship Id="rId44" Target="slides/slide35.xml" Type="http://schemas.openxmlformats.org/officeDocument/2006/relationships/slide"/><Relationship Id="rId45" Target="slides/slide36.xml" Type="http://schemas.openxmlformats.org/officeDocument/2006/relationships/slide"/><Relationship Id="rId46" Target="slides/slide37.xml" Type="http://schemas.openxmlformats.org/officeDocument/2006/relationships/slide"/><Relationship Id="rId47" Target="notesSlides/notesSlide1.xml" Type="http://schemas.openxmlformats.org/officeDocument/2006/relationships/notesSlide"/><Relationship Id="rId48" Target="notesSlides/notesSlide2.xml" Type="http://schemas.openxmlformats.org/officeDocument/2006/relationships/notesSlide"/><Relationship Id="rId49" Target="notesSlides/notesSlide3.xml" Type="http://schemas.openxmlformats.org/officeDocument/2006/relationships/notesSlide"/><Relationship Id="rId50" Target="notesSlides/notesSlide4.xml" Type="http://schemas.openxmlformats.org/officeDocument/2006/relationships/notesSlide"/><Relationship Id="rId51" Target="notesSlides/notesSlide5.xml" Type="http://schemas.openxmlformats.org/officeDocument/2006/relationships/notesSlide"/><Relationship Id="rId52" Target="notesSlides/notesSlide6.xml" Type="http://schemas.openxmlformats.org/officeDocument/2006/relationships/notesSlide"/><Relationship Id="rId53" Target="notesSlides/notesSlide7.xml" Type="http://schemas.openxmlformats.org/officeDocument/2006/relationships/notesSlide"/><Relationship Id="rId54" Target="notesSlides/notesSlide8.xml" Type="http://schemas.openxmlformats.org/officeDocument/2006/relationships/notesSlide"/><Relationship Id="rId55" Target="notesSlides/notesSlide9.xml" Type="http://schemas.openxmlformats.org/officeDocument/2006/relationships/notesSlide"/><Relationship Id="rId56" Target="notesSlides/notesSlide10.xml" Type="http://schemas.openxmlformats.org/officeDocument/2006/relationships/notesSlide"/><Relationship Id="rId57" Target="notesSlides/notesSlide11.xml" Type="http://schemas.openxmlformats.org/officeDocument/2006/relationships/notesSlide"/><Relationship Id="rId6" Target="notesMasters/notesMaster1.xml" Type="http://schemas.openxmlformats.org/officeDocument/2006/relationships/notesMaster"/><Relationship Id="rId7" Target="theme/theme2.xml" Type="http://schemas.openxmlformats.org/officeDocument/2006/relationships/theme"/><Relationship Id="rId8" Target="slideMasters/slideMaster2.xml" Type="http://schemas.openxmlformats.org/officeDocument/2006/relationships/slideMaster"/><Relationship Id="rId9" Target="slideMasters/slideMaster3.xml" Type="http://schemas.openxmlformats.org/officeDocument/2006/relationships/slideMaster"/></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9.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2.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4.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7.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Introduce all six comparison operators. Emphasize the == vs = confusion as the single most common logical error. Note that comparison operators bind weaker than arithmetic operators, so calculations complete before comparisons.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Introduce the boolean type formally. It has exactly two values: true and false. Explain that a boolean expression evaluates to a truth value, and that selection lets the program adapt dynamically at runtime based on the current program state.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XOR (^) is exclusive OR: exactly one operand must be true. Show the truth table. Note that XOR has higher precedence than AND and OR. It is rarely used in business logic but appears in bit manipulation.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Compare the four logical operators side by side. The double-character versions (AND-AND, OR-OR) short-circuit: once the result is determined from the left operand, the right operand is not evaluated. The single versions always evaluate both. Recommend using the short-circuit versions by default.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Walk through the short-circuit mechanism step by step. For AND: if left is false, the whole expression is false regardless of the right side. For OR: if left is true, the whole expression is true. This optimization also prevents errors (e.g., null checks). Warn about side effects from using non-short-circuit operators.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Complete precedence table from highest to lowest. New operators from this chapter are highlighted: NOT (!) is grouped with unary operators (very high), then comparison operators, then boolean operators in order: AND, XOR, OR, conditional AND, conditional OR. The ternary operator is very low, just above assignment.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t" wrap="square">
            <a:noAutofit/>
          </a:bodyPr>
          <a:lstStyle>
            <a:lvl1pPr algn="l" defTabSz="914400">
              <a:lnSpc>
                <a:spcPct val="100000"/>
              </a:lnSpc>
              <a:defRPr sz="1200" b="false" i="false" u="none" strike="noStrike">
                <a:solidFill>
                  <a:srgbClr val="000000">
                    <a:alpha val="100000"/>
                  </a:srgbClr>
                </a:solidFill>
                <a:latin typeface="Aptos"/>
              </a:defRPr>
            </a:lvl1pPr>
          </a:lstStyle>
          <a:p>
            <a:pPr algn="l" marL="0" indent="0" defTabSz="914400">
              <a:lnSpc>
                <a:spcPct val="100000"/>
              </a:lnSpc>
            </a:pPr>
            <a:r>
              <a:rPr lang="en-US" b="false" i="false" strike="noStrike" u="none" sz="1200">
                <a:solidFill>
                  <a:srgbClr val="000000"/>
                </a:solidFill>
                <a:latin typeface="Aptos"/>
                <a:ea typeface="Aptos"/>
                <a:cs typeface="Aptos"/>
                <a:sym typeface="Aptos"/>
              </a:rPr>
              <a:t>Use pair programming to type in your ide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A compound statement groups zero or more statements into a single syntactic unit using curly braces. It allows if/else to control multiple statements. Emphasize the best practice: always use braces even for one statement to avoid bugs when code is modified.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The dangling else is a classic ambiguity. In Java, else always pairs with the nearest unmatched if. Use braces to make the structure explicit and avoid bugs. This is why consistent indentation alone is not enough - braces define the actual structure.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t" wrap="square">
            <a:noAutofit/>
          </a:bodyPr>
          <a:lstStyle>
            <a:lvl1pPr algn="l" defTabSz="914400">
              <a:lnSpc>
                <a:spcPct val="100000"/>
              </a:lnSpc>
              <a:defRPr sz="1200" b="false" i="false" u="none" strike="noStrike"/>
            </a:lvl1pPr>
          </a:lstStyle>
          <a:p>
            <a:pPr algn="l" marL="0" indent="0" defTabSz="914400">
              <a:lnSpc>
                <a:spcPct val="100000"/>
              </a:lnSpc>
            </a:pPr>
            <a:r>
              <a:rPr lang="en-US" b="false" i="false" strike="noStrike" u="none" sz="1200">
                <a:solidFill>
                  <a:srgbClr val="000000"/>
                </a:solidFill>
                <a:latin typeface="Aptos"/>
                <a:ea typeface="Aptos"/>
                <a:cs typeface="Aptos"/>
                <a:sym typeface="Aptos"/>
              </a:rPr>
              <a:t>Click to add text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Summarize the six critical rules for switch. Emphasize: (1) limited expression types, (2) case must be literals, (3) break prevents fall-through, (4) default is optional, (5) cannot use ranges, (6) stacked cases share code. These are the most common points students miss when writing switch.</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2.xml.rels><?xml version="1.0" encoding="UTF-8" standalone="yes"?><Relationships xmlns="http://schemas.openxmlformats.org/package/2006/relationships"><Relationship Id="rId1" Target="../slideMasters/slideMaster2.xml" Type="http://schemas.openxmlformats.org/officeDocument/2006/relationships/slideMaster"/></Relationships>
</file>

<file path=ppt/slideLayouts/_rels/slideLayout13.xml.rels><?xml version="1.0" encoding="UTF-8" standalone="yes"?><Relationships xmlns="http://schemas.openxmlformats.org/package/2006/relationships"><Relationship Id="rId1" Target="../slideMasters/slideMaster3.xml" Type="http://schemas.openxmlformats.org/officeDocument/2006/relationships/slideMaster"/><Relationship Id="rId2" Target="../media/image1.png" Type="http://schemas.openxmlformats.org/officeDocument/2006/relationships/image"/><Relationship Id="rId3" Target="../media/image2.png" Type="http://schemas.openxmlformats.org/officeDocument/2006/relationships/image"/></Relationships>
</file>

<file path=ppt/slideLayouts/_rels/slideLayout14.xml.rels><?xml version="1.0" encoding="UTF-8" standalone="yes"?><Relationships xmlns="http://schemas.openxmlformats.org/package/2006/relationships"><Relationship Id="rId1" Target="../slideMasters/slideMaster3.xml" Type="http://schemas.openxmlformats.org/officeDocument/2006/relationships/slideMaster"/></Relationships>
</file>

<file path=ppt/slideLayouts/_rels/slideLayout15.xml.rels><?xml version="1.0" encoding="UTF-8" standalone="yes"?><Relationships xmlns="http://schemas.openxmlformats.org/package/2006/relationships"><Relationship Id="rId1" Target="../slideMasters/slideMaster3.xml" Type="http://schemas.openxmlformats.org/officeDocument/2006/relationships/slideMaster"/></Relationships>
</file>

<file path=ppt/slideLayouts/_rels/slideLayout16.xml.rels><?xml version="1.0" encoding="UTF-8" standalone="yes"?><Relationships xmlns="http://schemas.openxmlformats.org/package/2006/relationships"><Relationship Id="rId1" Target="../slideMasters/slideMaster3.xml" Type="http://schemas.openxmlformats.org/officeDocument/2006/relationships/slideMaster"/><Relationship Id="rId2" Target="../media/image1.png" Type="http://schemas.openxmlformats.org/officeDocument/2006/relationships/image"/></Relationships>
</file>

<file path=ppt/slideLayouts/_rels/slideLayout17.xml.rels><?xml version="1.0" encoding="UTF-8" standalone="yes"?><Relationships xmlns="http://schemas.openxmlformats.org/package/2006/relationships"><Relationship Id="rId1" Target="../slideMasters/slideMaster3.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幻灯片" type="title">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内容" type="obj">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0" name="Shape 5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节标题" type="secHead">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idx="1" type="body"/>
          </p:nvPr>
        </p:nvSpPr>
        <p:spPr>
          <a:xfrm>
            <a:off x="623888" y="3442097"/>
            <a:ext cx="7886700" cy="112514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两栏内容" type="twoObj">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idx="1" type="body"/>
          </p:nvPr>
        </p:nvSpPr>
        <p:spPr>
          <a:xfrm>
            <a:off x="6286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2" name="Shape 11"/>
          <p:cNvSpPr txBox="1"/>
          <p:nvPr>
            <p:ph idx="2" type="body"/>
          </p:nvPr>
        </p:nvSpPr>
        <p:spPr>
          <a:xfrm>
            <a:off x="46291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3" name="Shape 1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较" type="twoTxTwoObj">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idx="1" type="body"/>
          </p:nvPr>
        </p:nvSpPr>
        <p:spPr>
          <a:xfrm>
            <a:off x="629841" y="1260872"/>
            <a:ext cx="3868340"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9" name="Shape 37"/>
          <p:cNvSpPr txBox="1"/>
          <p:nvPr>
            <p:ph idx="2" type="body"/>
          </p:nvPr>
        </p:nvSpPr>
        <p:spPr>
          <a:xfrm>
            <a:off x="629841" y="1878806"/>
            <a:ext cx="3868340"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0" name="Shape 38"/>
          <p:cNvSpPr txBox="1"/>
          <p:nvPr>
            <p:ph idx="3" type="body"/>
          </p:nvPr>
        </p:nvSpPr>
        <p:spPr>
          <a:xfrm>
            <a:off x="4629150" y="1260872"/>
            <a:ext cx="3887391"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41" name="Shape 39"/>
          <p:cNvSpPr txBox="1"/>
          <p:nvPr>
            <p:ph idx="4" type="body"/>
          </p:nvPr>
        </p:nvSpPr>
        <p:spPr>
          <a:xfrm>
            <a:off x="4629150" y="1878806"/>
            <a:ext cx="3887391"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2" name="Shape 40"/>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仅标题" type="titleOnly">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空白" type="blank">
  <p:cSld name="BLANK">
    <p:spTree>
      <p:nvGrpSpPr>
        <p:cNvPr id="50" name="Shape 50"/>
        <p:cNvGrpSpPr/>
        <p:nvPr/>
      </p:nvGrpSpPr>
      <p:grpSpPr>
        <a:xfrm>
          <a:off x="0" y="0"/>
          <a:ext cx="0" cy="0"/>
          <a:chOff x="0" y="0"/>
          <a:chExt cx="0" cy="0"/>
        </a:xfrm>
      </p:grpSpPr>
      <p:sp>
        <p:nvSpPr>
          <p:cNvPr id="51" name="Shape 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内容与标题" type="objTx">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idx="1" type="body"/>
          </p:nvPr>
        </p:nvSpPr>
        <p:spPr>
          <a:xfrm>
            <a:off x="3887391" y="740569"/>
            <a:ext cx="4629150" cy="3655219"/>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57" name="Shape 45"/>
          <p:cNvSpPr txBox="1"/>
          <p:nvPr>
            <p:ph idx="2"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58" name="Shape 4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图片与标题" type="picTx">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idx="2" type="pic"/>
          </p:nvPr>
        </p:nvSpPr>
        <p:spPr>
          <a:xfrm>
            <a:off x="3887391" y="740569"/>
            <a:ext cx="4629150" cy="3655219"/>
          </a:xfrm>
          <a:prstGeom prst="rect">
            <a:avLst/>
          </a:prstGeom>
          <a:noFill/>
          <a:ln>
            <a:noFill/>
          </a:ln>
        </p:spPr>
      </p:sp>
      <p:sp>
        <p:nvSpPr>
          <p:cNvPr id="64" name="Shape 26"/>
          <p:cNvSpPr txBox="1"/>
          <p:nvPr>
            <p:ph idx="1"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65" name="Shape 2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竖排文字" type="vertTx">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idx="1" type="body"/>
          </p:nvPr>
        </p:nvSpPr>
        <p:spPr>
          <a:xfrm rot="5400000">
            <a:off x="2940248" y="-942379"/>
            <a:ext cx="3263504"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1" name="Shape 5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竖排标题与文本" type="vertTitleAndTx">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idx="1" type="body"/>
          </p:nvPr>
        </p:nvSpPr>
        <p:spPr>
          <a:xfrm rot="5400000">
            <a:off x="1349573" y="-447080"/>
            <a:ext cx="4358879" cy="5800725"/>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Shape 1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showMasterSp="false">
  <p:cSld name="Title Slide">
    <p:bg>
      <p:bgPr>
        <a:solidFill>
          <a:srgbClr val="FFFFFF">
            <a:alpha val="100000"/>
          </a:srgbClr>
        </a:solidFill>
      </p:bgPr>
    </p:bg>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703615" y="436740"/>
            <a:ext cx="493006" cy="274723"/>
          </a:xfrm>
          <a:prstGeom prst="rect">
            <a:avLst/>
          </a:prstGeom>
          <a:ln w="12700">
            <a:noFill/>
            <a:prstDash val="solid"/>
          </a:ln>
        </p:spPr>
      </p:pic>
      <p:pic>
        <p:nvPicPr>
          <p:cNvPr name="Picture 3" id="3"/>
          <p:cNvPicPr>
            <a:picLocks noChangeAspect="true"/>
          </p:cNvPicPr>
          <p:nvPr/>
        </p:nvPicPr>
        <p:blipFill>
          <a:blip r:embed="rId3"/>
          <a:srcRect l="0" r="0" t="0" b="0"/>
          <a:stretch>
            <a:fillRect/>
          </a:stretch>
        </p:blipFill>
        <p:spPr>
          <a:xfrm rot="0" flipH="false" flipV="false">
            <a:off x="1114425" y="180911"/>
            <a:ext cx="4395851" cy="871537"/>
          </a:xfrm>
          <a:prstGeom prst="rect">
            <a:avLst/>
          </a:prstGeom>
          <a:ln w="12700">
            <a:noFill/>
            <a:prstDash val="solid"/>
          </a:ln>
        </p:spPr>
      </p:pic>
      <p:sp>
        <p:nvSpPr>
          <p:cNvPr name="AutoShape 4" id="4"/>
          <p:cNvSpPr/>
          <p:nvPr>
            <p:ph idx="6" type="body" sz="quarter" hasCustomPrompt="true"/>
          </p:nvPr>
        </p:nvSpPr>
        <p:spPr>
          <a:xfrm rot="0" flipH="false" flipV="false">
            <a:off x="688975" y="279399"/>
            <a:ext cx="4584700" cy="495300"/>
          </a:xfrm>
          <a:prstGeom prst="rect">
            <a:avLst/>
          </a:prstGeom>
          <a:noFill/>
          <a:ln w="12700">
            <a:noFill/>
            <a:prstDash val="solid"/>
          </a:ln>
        </p:spPr>
        <p:txBody>
          <a:bodyPr anchor="t" wrap="square" lIns="0" rIns="0" tIns="0" bIns="0">
            <a:spAutoFit/>
          </a:bodyPr>
          <a:lstStyle>
            <a:lvl1pPr algn="l">
              <a:lnSpc>
                <a:spcPct val="100000"/>
              </a:lnSpc>
              <a:defRPr sz="3050" b="true" i="false" u="none" strike="noStrike" spc="0">
                <a:solidFill>
                  <a:srgbClr val="1F2329">
                    <a:alpha val="100000"/>
                  </a:srgbClr>
                </a:solidFill>
                <a:latin typeface="Noto Sans SC"/>
              </a:defRPr>
            </a:lvl1pPr>
          </a:lstStyle>
          <a:p>
            <a:pPr algn="l" marL="0" indent="0">
              <a:lnSpc>
                <a:spcPct val="100000"/>
              </a:lnSpc>
            </a:pPr>
            <a:r>
              <a:rPr lang="en-US" b="true" i="false" strike="noStrike" u="none" sz="3050">
                <a:solidFill>
                  <a:srgbClr val="464646"/>
                </a:solidFill>
                <a:latin typeface="Times New Roman"/>
                <a:ea typeface="Times New Roman"/>
                <a:cs typeface="Times New Roman"/>
                <a:sym typeface="Times New Roman"/>
              </a:rPr>
              <a:t>Click to add title</a:t>
            </a:r>
          </a:p>
        </p:txBody>
      </p:sp>
      <p:sp>
        <p:nvSpPr>
          <p:cNvPr name="AutoShape 5" id="5"/>
          <p:cNvSpPr/>
          <p:nvPr>
            <p:ph idx="7" type="body" sz="quarter" hasCustomPrompt="true"/>
          </p:nvPr>
        </p:nvSpPr>
        <p:spPr>
          <a:xfrm rot="0" flipH="false" flipV="false">
            <a:off x="1828800" y="3840480"/>
            <a:ext cx="8534400" cy="1714500"/>
          </a:xfrm>
          <a:prstGeom prst="rect">
            <a:avLst/>
          </a:prstGeom>
          <a:noFill/>
          <a:ln w="12700">
            <a:noFill/>
            <a:prstDash val="solid"/>
          </a:ln>
        </p:spPr>
        <p:txBody>
          <a:bodyPr anchor="t" wrap="square" lIns="0" rIns="0" tIns="0" bIns="0">
            <a:spAutoFit/>
          </a:bodyPr>
          <a:lstStyle>
            <a:lvl1pPr algn="l">
              <a:lnSpc>
                <a:spcPct val="100000"/>
              </a:lnSpc>
              <a:defRPr sz="3200" b="true" i="false" u="none" strike="noStrike" spc="0">
                <a:solidFill>
                  <a:srgbClr val="1F2329">
                    <a:alpha val="100000"/>
                  </a:srgbClr>
                </a:solidFill>
                <a:latin typeface="Noto Sans SC"/>
              </a:defRPr>
            </a:lvl1pPr>
          </a:lstStyle>
          <a:p>
            <a:pPr algn="l" marL="0" indent="0">
              <a:lnSpc>
                <a:spcPct val="100000"/>
              </a:lnSpc>
            </a:pPr>
            <a:r>
              <a:rPr lang="en-US" b="false" i="false" strike="noStrike" u="none" sz="100">
                <a:solidFill>
                  <a:srgbClr val="1F2329"/>
                </a:solidFill>
                <a:latin typeface="Calibri"/>
                <a:ea typeface="Calibri"/>
                <a:cs typeface="Calibri"/>
                <a:sym typeface="Calibri"/>
              </a:rPr>
              <a:t>Click to add subtitle</a:t>
            </a:r>
          </a:p>
        </p:txBody>
      </p:sp>
      <p:sp>
        <p:nvSpPr>
          <p:cNvPr name="AutoShape 6" id="6"/>
          <p:cNvSpPr/>
          <p:nvPr>
            <p:ph idx="8" type="body" sz="quarter" hasCustomPrompt="true"/>
          </p:nvPr>
        </p:nvSpPr>
        <p:spPr>
          <a:xfrm rot="0" flipH="false" flipV="false">
            <a:off x="4570476" y="6624399"/>
            <a:ext cx="2407284" cy="121284"/>
          </a:xfrm>
          <a:prstGeom prst="rect">
            <a:avLst/>
          </a:prstGeom>
          <a:noFill/>
          <a:ln w="12700">
            <a:noFill/>
            <a:prstDash val="solid"/>
          </a:ln>
        </p:spPr>
        <p:txBody>
          <a:bodyPr anchor="t"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
        <p:nvSpPr>
          <p:cNvPr name="AutoShape 7" id="7"/>
          <p:cNvSpPr/>
          <p:nvPr>
            <p:ph idx="9" type="body" sz="quarter" hasCustomPrompt="true"/>
          </p:nvPr>
        </p:nvSpPr>
        <p:spPr>
          <a:xfrm rot="0" flipH="false" flipV="false">
            <a:off x="609600" y="6377940"/>
            <a:ext cx="2804160" cy="342900"/>
          </a:xfrm>
          <a:prstGeom prst="rect">
            <a:avLst/>
          </a:prstGeom>
          <a:noFill/>
          <a:ln w="12700">
            <a:noFill/>
            <a:prstDash val="solid"/>
          </a:ln>
        </p:spPr>
        <p:txBody>
          <a:bodyPr anchor="t" wrap="square" lIns="0" rIns="0" tIns="0" bIns="0">
            <a:spAutoFit/>
          </a:bodyPr>
          <a:lstStyle>
            <a:lvl1pPr algn="l">
              <a:lnSpc>
                <a:spcPct val="100000"/>
              </a:lnSpc>
              <a:defRPr sz="100" b="false" i="false" u="none" strike="noStrike" spc="0">
                <a:solidFill>
                  <a:srgbClr val="898989">
                    <a:alpha val="100000"/>
                  </a:srgbClr>
                </a:solidFill>
                <a:latin typeface="Calibri"/>
              </a:defRPr>
            </a:lvl1pPr>
          </a:lstStyle>
          <a:p>
            <a:pPr algn="l" marL="0" indent="0">
              <a:lnSpc>
                <a:spcPct val="100000"/>
              </a:lnSpc>
            </a:pPr>
            <a:r>
              <a:rPr lang="en-US" b="false" i="false" strike="noStrike" u="none" sz="100">
                <a:solidFill>
                  <a:srgbClr val="898989"/>
                </a:solidFill>
                <a:latin typeface="Calibri"/>
                <a:ea typeface="Calibri"/>
                <a:cs typeface="Calibri"/>
                <a:sym typeface="Calibri"/>
              </a:rPr>
              <a:t>9/18/26</a:t>
            </a:r>
          </a:p>
        </p:txBody>
      </p:sp>
      <p:sp>
        <p:nvSpPr>
          <p:cNvPr name="AutoShape 8" id="8"/>
          <p:cNvSpPr/>
          <p:nvPr>
            <p:ph idx="10" type="body" sz="quarter" hasCustomPrompt="true"/>
          </p:nvPr>
        </p:nvSpPr>
        <p:spPr>
          <a:xfrm rot="0" flipH="false" flipV="false">
            <a:off x="8778240" y="6377940"/>
            <a:ext cx="2804160" cy="342900"/>
          </a:xfrm>
          <a:prstGeom prst="rect">
            <a:avLst/>
          </a:prstGeom>
          <a:noFill/>
          <a:ln w="12700">
            <a:noFill/>
            <a:prstDash val="solid"/>
          </a:ln>
        </p:spPr>
        <p:txBody>
          <a:bodyPr anchor="t" wrap="square" lIns="0" rIns="0" tIns="0" bIns="0">
            <a:spAutoFit/>
          </a:bodyPr>
          <a:lstStyle>
            <a:lvl1pPr algn="r">
              <a:lnSpc>
                <a:spcPct val="100000"/>
              </a:lnSpc>
              <a:defRPr sz="100" b="false" i="false" u="none" strike="noStrike" spc="0">
                <a:solidFill>
                  <a:srgbClr val="898989">
                    <a:alpha val="100000"/>
                  </a:srgbClr>
                </a:solidFill>
                <a:latin typeface="Calibri"/>
              </a:defRPr>
            </a:lvl1pPr>
          </a:lstStyle>
          <a:p>
            <a:pPr algn="r" marL="0" indent="0">
              <a:lnSpc>
                <a:spcPct val="100000"/>
              </a:lnSpc>
            </a:pPr>
            <a:fld type="slidenum" id="{361EDCC3-274D-45A5-A63E-FCFBC1A8BB74}">
              <a:rPr b="false" i="false" strike="noStrike" u="none" sz="100">
                <a:solidFill>
                  <a:srgbClr val="898989"/>
                </a:solidFill>
                <a:latin typeface="Calibri"/>
                <a:ea typeface="Calibri"/>
                <a:cs typeface="Calibri"/>
                <a:sym typeface="Calibri"/>
              </a:rPr>
              <a:t>‹#›</a:t>
            </a:fld>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and Content">
    <p:spTree>
      <p:nvGrpSpPr>
        <p:cNvPr id="1" name=""/>
        <p:cNvGrpSpPr/>
        <p:nvPr/>
      </p:nvGrpSpPr>
      <p:grpSpPr>
        <a:xfrm>
          <a:off x="0" y="0"/>
          <a:ext cx="0" cy="0"/>
          <a:chOff x="0" y="0"/>
          <a:chExt cx="0" cy="0"/>
        </a:xfrm>
      </p:grpSpPr>
      <p:sp>
        <p:nvSpPr>
          <p:cNvPr name="AutoShape 2" id="2"/>
          <p:cNvSpPr/>
          <p:nvPr>
            <p:ph idx="11" type="body" sz="quarter" hasCustomPrompt="true"/>
          </p:nvPr>
        </p:nvSpPr>
        <p:spPr>
          <a:xfrm rot="0" flipH="false" flipV="false">
            <a:off x="669925" y="279399"/>
            <a:ext cx="4829810" cy="620712"/>
          </a:xfrm>
          <a:prstGeom prst="rect">
            <a:avLst/>
          </a:prstGeom>
          <a:noFill/>
          <a:ln w="12700">
            <a:noFill/>
            <a:prstDash val="solid"/>
          </a:ln>
        </p:spPr>
        <p:txBody>
          <a:bodyPr anchor="t" wrap="square" lIns="0" rIns="0" tIns="0" bIns="0">
            <a:spAutoFit/>
          </a:bodyPr>
          <a:lstStyle>
            <a:lvl1pPr algn="l">
              <a:lnSpc>
                <a:spcPct val="100000"/>
              </a:lnSpc>
              <a:defRPr sz="3050" b="true" i="false" u="none" strike="noStrike" spc="0">
                <a:solidFill>
                  <a:srgbClr val="1F2329">
                    <a:alpha val="100000"/>
                  </a:srgbClr>
                </a:solidFill>
                <a:latin typeface="Noto Sans SC"/>
              </a:defRPr>
            </a:lvl1pPr>
          </a:lstStyle>
          <a:p>
            <a:pPr algn="l" marL="0" indent="0">
              <a:lnSpc>
                <a:spcPct val="100000"/>
              </a:lnSpc>
            </a:pPr>
            <a:r>
              <a:rPr lang="en-US" b="true" i="false" strike="noStrike" u="none" sz="3050">
                <a:solidFill>
                  <a:srgbClr val="464646"/>
                </a:solidFill>
                <a:latin typeface="Times New Roman"/>
                <a:ea typeface="Times New Roman"/>
                <a:cs typeface="Times New Roman"/>
                <a:sym typeface="Times New Roman"/>
              </a:rPr>
              <a:t>Click to add title</a:t>
            </a:r>
          </a:p>
        </p:txBody>
      </p:sp>
      <p:sp>
        <p:nvSpPr>
          <p:cNvPr name="AutoShape 3" id="3"/>
          <p:cNvSpPr/>
          <p:nvPr>
            <p:ph idx="12" type="body" sz="quarter" hasCustomPrompt="true"/>
          </p:nvPr>
        </p:nvSpPr>
        <p:spPr>
          <a:xfrm rot="0" flipH="false" flipV="false">
            <a:off x="609600" y="1577340"/>
            <a:ext cx="10972800" cy="4526280"/>
          </a:xfrm>
          <a:prstGeom prst="rect">
            <a:avLst/>
          </a:prstGeom>
          <a:noFill/>
          <a:ln w="12700">
            <a:noFill/>
            <a:prstDash val="solid"/>
          </a:ln>
        </p:spPr>
        <p:txBody>
          <a:bodyPr anchor="t" wrap="square" lIns="0" rIns="0" tIns="0" bIns="0">
            <a:spAutoFit/>
          </a:bodyPr>
          <a:lstStyle>
            <a:lvl1pPr algn="l">
              <a:lnSpc>
                <a:spcPct val="100000"/>
              </a:lnSpc>
              <a:defRPr sz="1600" b="false" i="false" u="none" strike="noStrike" spc="0">
                <a:solidFill>
                  <a:srgbClr val="1F2329">
                    <a:alpha val="100000"/>
                  </a:srgbClr>
                </a:solidFill>
                <a:latin typeface="Noto Sans SC"/>
              </a:defRPr>
            </a:lvl1pPr>
          </a:lstStyle>
          <a:p>
            <a:pPr algn="l" marL="0" indent="0">
              <a:lnSpc>
                <a:spcPct val="100000"/>
              </a:lnSpc>
            </a:pPr>
            <a:r>
              <a:rPr lang="en-US" b="false" i="false" strike="noStrike" u="none" sz="100">
                <a:solidFill>
                  <a:srgbClr val="1F2329"/>
                </a:solidFill>
                <a:latin typeface="Calibri"/>
                <a:ea typeface="Calibri"/>
                <a:cs typeface="Calibri"/>
                <a:sym typeface="Calibri"/>
              </a:rPr>
              <a:t>Click to add text</a:t>
            </a:r>
          </a:p>
        </p:txBody>
      </p:sp>
      <p:sp>
        <p:nvSpPr>
          <p:cNvPr name="AutoShape 4" id="4"/>
          <p:cNvSpPr/>
          <p:nvPr>
            <p:ph idx="13" type="body" sz="quarter" hasCustomPrompt="true"/>
          </p:nvPr>
        </p:nvSpPr>
        <p:spPr>
          <a:xfrm rot="0" flipH="false" flipV="false">
            <a:off x="4570476" y="6624399"/>
            <a:ext cx="2407284" cy="121284"/>
          </a:xfrm>
          <a:prstGeom prst="rect">
            <a:avLst/>
          </a:prstGeom>
          <a:noFill/>
          <a:ln w="12700">
            <a:noFill/>
            <a:prstDash val="solid"/>
          </a:ln>
        </p:spPr>
        <p:txBody>
          <a:bodyPr anchor="t"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
        <p:nvSpPr>
          <p:cNvPr name="AutoShape 5" id="5"/>
          <p:cNvSpPr/>
          <p:nvPr>
            <p:ph idx="14" type="body" sz="quarter" hasCustomPrompt="true"/>
          </p:nvPr>
        </p:nvSpPr>
        <p:spPr>
          <a:xfrm rot="0" flipH="false" flipV="false">
            <a:off x="609600" y="6377940"/>
            <a:ext cx="2804160" cy="342900"/>
          </a:xfrm>
          <a:prstGeom prst="rect">
            <a:avLst/>
          </a:prstGeom>
          <a:noFill/>
          <a:ln w="12700">
            <a:noFill/>
            <a:prstDash val="solid"/>
          </a:ln>
        </p:spPr>
        <p:txBody>
          <a:bodyPr anchor="t" wrap="square" lIns="0" rIns="0" tIns="0" bIns="0">
            <a:spAutoFit/>
          </a:bodyPr>
          <a:lstStyle>
            <a:lvl1pPr algn="l">
              <a:lnSpc>
                <a:spcPct val="100000"/>
              </a:lnSpc>
              <a:defRPr sz="100" b="false" i="false" u="none" strike="noStrike" spc="0">
                <a:solidFill>
                  <a:srgbClr val="898989">
                    <a:alpha val="100000"/>
                  </a:srgbClr>
                </a:solidFill>
                <a:latin typeface="Calibri"/>
              </a:defRPr>
            </a:lvl1pPr>
          </a:lstStyle>
          <a:p>
            <a:pPr algn="l" marL="0" indent="0">
              <a:lnSpc>
                <a:spcPct val="100000"/>
              </a:lnSpc>
            </a:pPr>
            <a:r>
              <a:rPr lang="en-US" b="false" i="false" strike="noStrike" u="none" sz="100">
                <a:solidFill>
                  <a:srgbClr val="898989"/>
                </a:solidFill>
                <a:latin typeface="Calibri"/>
                <a:ea typeface="Calibri"/>
                <a:cs typeface="Calibri"/>
                <a:sym typeface="Calibri"/>
              </a:rPr>
              <a:t>9/18/26</a:t>
            </a:r>
          </a:p>
        </p:txBody>
      </p:sp>
      <p:sp>
        <p:nvSpPr>
          <p:cNvPr name="AutoShape 6" id="6"/>
          <p:cNvSpPr/>
          <p:nvPr>
            <p:ph idx="15" type="body" sz="quarter" hasCustomPrompt="true"/>
          </p:nvPr>
        </p:nvSpPr>
        <p:spPr>
          <a:xfrm rot="0" flipH="false" flipV="false">
            <a:off x="8778240" y="6377940"/>
            <a:ext cx="2804160" cy="342900"/>
          </a:xfrm>
          <a:prstGeom prst="rect">
            <a:avLst/>
          </a:prstGeom>
          <a:noFill/>
          <a:ln w="12700">
            <a:noFill/>
            <a:prstDash val="solid"/>
          </a:ln>
        </p:spPr>
        <p:txBody>
          <a:bodyPr anchor="t" wrap="square" lIns="0" rIns="0" tIns="0" bIns="0">
            <a:spAutoFit/>
          </a:bodyPr>
          <a:lstStyle>
            <a:lvl1pPr algn="r">
              <a:lnSpc>
                <a:spcPct val="100000"/>
              </a:lnSpc>
              <a:defRPr sz="100" b="false" i="false" u="none" strike="noStrike" spc="0">
                <a:solidFill>
                  <a:srgbClr val="898989">
                    <a:alpha val="100000"/>
                  </a:srgbClr>
                </a:solidFill>
                <a:latin typeface="Calibri"/>
              </a:defRPr>
            </a:lvl1pPr>
          </a:lstStyle>
          <a:p>
            <a:pPr algn="r" marL="0" indent="0">
              <a:lnSpc>
                <a:spcPct val="100000"/>
              </a:lnSpc>
            </a:pPr>
            <a:fld type="slidenum" id="{BEBFA382-D6F0-4743-9857-075FBF31B1A0}">
              <a:rPr b="false" i="false" strike="noStrike" u="none" sz="100">
                <a:solidFill>
                  <a:srgbClr val="898989"/>
                </a:solidFill>
                <a:latin typeface="Calibri"/>
                <a:ea typeface="Calibri"/>
                <a:cs typeface="Calibri"/>
                <a:sym typeface="Calibri"/>
              </a:rPr>
              <a:t>‹#›</a:t>
            </a:fld>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wo Content">
    <p:spTree>
      <p:nvGrpSpPr>
        <p:cNvPr id="1" name=""/>
        <p:cNvGrpSpPr/>
        <p:nvPr/>
      </p:nvGrpSpPr>
      <p:grpSpPr>
        <a:xfrm>
          <a:off x="0" y="0"/>
          <a:ext cx="0" cy="0"/>
          <a:chOff x="0" y="0"/>
          <a:chExt cx="0" cy="0"/>
        </a:xfrm>
      </p:grpSpPr>
      <p:sp>
        <p:nvSpPr>
          <p:cNvPr name="AutoShape 2" id="2"/>
          <p:cNvSpPr/>
          <p:nvPr>
            <p:ph idx="16" type="body" sz="quarter" hasCustomPrompt="true"/>
          </p:nvPr>
        </p:nvSpPr>
        <p:spPr>
          <a:xfrm rot="0" flipH="false" flipV="false">
            <a:off x="669925" y="279399"/>
            <a:ext cx="4829810" cy="620712"/>
          </a:xfrm>
          <a:prstGeom prst="rect">
            <a:avLst/>
          </a:prstGeom>
          <a:noFill/>
          <a:ln w="12700">
            <a:noFill/>
            <a:prstDash val="solid"/>
          </a:ln>
        </p:spPr>
        <p:txBody>
          <a:bodyPr anchor="t" wrap="square" lIns="0" rIns="0" tIns="0" bIns="0">
            <a:spAutoFit/>
          </a:bodyPr>
          <a:lstStyle>
            <a:lvl1pPr algn="l">
              <a:lnSpc>
                <a:spcPct val="100000"/>
              </a:lnSpc>
              <a:defRPr sz="3050" b="true" i="false" u="none" strike="noStrike" spc="0">
                <a:solidFill>
                  <a:srgbClr val="1F2329">
                    <a:alpha val="100000"/>
                  </a:srgbClr>
                </a:solidFill>
                <a:latin typeface="Noto Sans SC"/>
              </a:defRPr>
            </a:lvl1pPr>
          </a:lstStyle>
          <a:p>
            <a:pPr algn="l" marL="0" indent="0">
              <a:lnSpc>
                <a:spcPct val="100000"/>
              </a:lnSpc>
            </a:pPr>
            <a:r>
              <a:rPr lang="en-US" b="true" i="false" strike="noStrike" u="none" sz="3050">
                <a:solidFill>
                  <a:srgbClr val="464646"/>
                </a:solidFill>
                <a:latin typeface="Times New Roman"/>
                <a:ea typeface="Times New Roman"/>
                <a:cs typeface="Times New Roman"/>
                <a:sym typeface="Times New Roman"/>
              </a:rPr>
              <a:t>Click to add title</a:t>
            </a:r>
          </a:p>
        </p:txBody>
      </p:sp>
      <p:sp>
        <p:nvSpPr>
          <p:cNvPr name="AutoShape 3" id="3"/>
          <p:cNvSpPr/>
          <p:nvPr>
            <p:ph idx="17" type="body" sz="quarter" hasCustomPrompt="true"/>
          </p:nvPr>
        </p:nvSpPr>
        <p:spPr>
          <a:xfrm rot="0" flipH="false" flipV="false">
            <a:off x="609600" y="1577340"/>
            <a:ext cx="5303520" cy="4526280"/>
          </a:xfrm>
          <a:prstGeom prst="rect">
            <a:avLst/>
          </a:prstGeom>
          <a:noFill/>
          <a:ln w="12700">
            <a:noFill/>
            <a:prstDash val="solid"/>
          </a:ln>
        </p:spPr>
        <p:txBody>
          <a:bodyPr anchor="t" wrap="square" lIns="0" rIns="0" tIns="0" bIns="0">
            <a:spAutoFit/>
          </a:bodyPr>
          <a:lstStyle>
            <a:lvl1pPr algn="l">
              <a:lnSpc>
                <a:spcPct val="100000"/>
              </a:lnSpc>
              <a:defRPr sz="1600" b="false" i="false" u="none" strike="noStrike" spc="0">
                <a:solidFill>
                  <a:srgbClr val="1F2329">
                    <a:alpha val="100000"/>
                  </a:srgbClr>
                </a:solidFill>
                <a:latin typeface="Noto Sans SC"/>
              </a:defRPr>
            </a:lvl1pPr>
          </a:lstStyle>
          <a:p>
            <a:pPr algn="l" marL="0" indent="0">
              <a:lnSpc>
                <a:spcPct val="100000"/>
              </a:lnSpc>
            </a:pPr>
            <a:r>
              <a:rPr lang="en-US" b="false" i="false" strike="noStrike" u="none" sz="100">
                <a:solidFill>
                  <a:srgbClr val="1F2329"/>
                </a:solidFill>
                <a:latin typeface="Calibri"/>
                <a:ea typeface="Calibri"/>
                <a:cs typeface="Calibri"/>
                <a:sym typeface="Calibri"/>
              </a:rPr>
              <a:t>Click to add text</a:t>
            </a:r>
          </a:p>
        </p:txBody>
      </p:sp>
      <p:sp>
        <p:nvSpPr>
          <p:cNvPr name="AutoShape 4" id="4"/>
          <p:cNvSpPr/>
          <p:nvPr>
            <p:ph idx="18" type="body" sz="quarter" hasCustomPrompt="true"/>
          </p:nvPr>
        </p:nvSpPr>
        <p:spPr>
          <a:xfrm rot="0" flipH="false" flipV="false">
            <a:off x="6278880" y="1577340"/>
            <a:ext cx="5303520" cy="4526280"/>
          </a:xfrm>
          <a:prstGeom prst="rect">
            <a:avLst/>
          </a:prstGeom>
          <a:noFill/>
          <a:ln w="12700">
            <a:noFill/>
            <a:prstDash val="solid"/>
          </a:ln>
        </p:spPr>
        <p:txBody>
          <a:bodyPr anchor="t" wrap="square" lIns="0" rIns="0" tIns="0" bIns="0">
            <a:spAutoFit/>
          </a:bodyPr>
          <a:lstStyle>
            <a:lvl1pPr algn="l">
              <a:lnSpc>
                <a:spcPct val="100000"/>
              </a:lnSpc>
              <a:defRPr sz="1600" b="false" i="false" u="none" strike="noStrike" spc="0">
                <a:solidFill>
                  <a:srgbClr val="1F2329">
                    <a:alpha val="100000"/>
                  </a:srgbClr>
                </a:solidFill>
                <a:latin typeface="Noto Sans SC"/>
              </a:defRPr>
            </a:lvl1pPr>
          </a:lstStyle>
          <a:p>
            <a:pPr algn="l" marL="0" indent="0">
              <a:lnSpc>
                <a:spcPct val="100000"/>
              </a:lnSpc>
            </a:pPr>
            <a:r>
              <a:rPr lang="en-US" b="false" i="false" strike="noStrike" u="none" sz="100">
                <a:solidFill>
                  <a:srgbClr val="1F2329"/>
                </a:solidFill>
                <a:latin typeface="Calibri"/>
                <a:ea typeface="Calibri"/>
                <a:cs typeface="Calibri"/>
                <a:sym typeface="Calibri"/>
              </a:rPr>
              <a:t>Click to add text</a:t>
            </a:r>
          </a:p>
        </p:txBody>
      </p:sp>
      <p:sp>
        <p:nvSpPr>
          <p:cNvPr name="AutoShape 5" id="5"/>
          <p:cNvSpPr/>
          <p:nvPr>
            <p:ph idx="19" type="body" sz="quarter" hasCustomPrompt="true"/>
          </p:nvPr>
        </p:nvSpPr>
        <p:spPr>
          <a:xfrm rot="0" flipH="false" flipV="false">
            <a:off x="4570476" y="6624399"/>
            <a:ext cx="2407284" cy="121284"/>
          </a:xfrm>
          <a:prstGeom prst="rect">
            <a:avLst/>
          </a:prstGeom>
          <a:noFill/>
          <a:ln w="12700">
            <a:noFill/>
            <a:prstDash val="solid"/>
          </a:ln>
        </p:spPr>
        <p:txBody>
          <a:bodyPr anchor="t"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
        <p:nvSpPr>
          <p:cNvPr name="AutoShape 6" id="6"/>
          <p:cNvSpPr/>
          <p:nvPr>
            <p:ph idx="20" type="body" sz="quarter" hasCustomPrompt="true"/>
          </p:nvPr>
        </p:nvSpPr>
        <p:spPr>
          <a:xfrm rot="0" flipH="false" flipV="false">
            <a:off x="609600" y="6377940"/>
            <a:ext cx="2804160" cy="342900"/>
          </a:xfrm>
          <a:prstGeom prst="rect">
            <a:avLst/>
          </a:prstGeom>
          <a:noFill/>
          <a:ln w="12700">
            <a:noFill/>
            <a:prstDash val="solid"/>
          </a:ln>
        </p:spPr>
        <p:txBody>
          <a:bodyPr anchor="t" wrap="square" lIns="0" rIns="0" tIns="0" bIns="0">
            <a:spAutoFit/>
          </a:bodyPr>
          <a:lstStyle>
            <a:lvl1pPr algn="l">
              <a:lnSpc>
                <a:spcPct val="100000"/>
              </a:lnSpc>
              <a:defRPr sz="100" b="false" i="false" u="none" strike="noStrike" spc="0">
                <a:solidFill>
                  <a:srgbClr val="898989">
                    <a:alpha val="100000"/>
                  </a:srgbClr>
                </a:solidFill>
                <a:latin typeface="Calibri"/>
              </a:defRPr>
            </a:lvl1pPr>
          </a:lstStyle>
          <a:p>
            <a:pPr algn="l" marL="0" indent="0">
              <a:lnSpc>
                <a:spcPct val="100000"/>
              </a:lnSpc>
            </a:pPr>
            <a:r>
              <a:rPr lang="en-US" b="false" i="false" strike="noStrike" u="none" sz="100">
                <a:solidFill>
                  <a:srgbClr val="898989"/>
                </a:solidFill>
                <a:latin typeface="Calibri"/>
                <a:ea typeface="Calibri"/>
                <a:cs typeface="Calibri"/>
                <a:sym typeface="Calibri"/>
              </a:rPr>
              <a:t>9/18/26</a:t>
            </a:r>
          </a:p>
        </p:txBody>
      </p:sp>
      <p:sp>
        <p:nvSpPr>
          <p:cNvPr name="AutoShape 7" id="7"/>
          <p:cNvSpPr/>
          <p:nvPr>
            <p:ph idx="21" type="body" sz="quarter" hasCustomPrompt="true"/>
          </p:nvPr>
        </p:nvSpPr>
        <p:spPr>
          <a:xfrm rot="0" flipH="false" flipV="false">
            <a:off x="8778240" y="6377940"/>
            <a:ext cx="2804160" cy="342900"/>
          </a:xfrm>
          <a:prstGeom prst="rect">
            <a:avLst/>
          </a:prstGeom>
          <a:noFill/>
          <a:ln w="12700">
            <a:noFill/>
            <a:prstDash val="solid"/>
          </a:ln>
        </p:spPr>
        <p:txBody>
          <a:bodyPr anchor="t" wrap="square" lIns="0" rIns="0" tIns="0" bIns="0">
            <a:spAutoFit/>
          </a:bodyPr>
          <a:lstStyle>
            <a:lvl1pPr algn="r">
              <a:lnSpc>
                <a:spcPct val="100000"/>
              </a:lnSpc>
              <a:defRPr sz="100" b="false" i="false" u="none" strike="noStrike" spc="0">
                <a:solidFill>
                  <a:srgbClr val="898989">
                    <a:alpha val="100000"/>
                  </a:srgbClr>
                </a:solidFill>
                <a:latin typeface="Calibri"/>
              </a:defRPr>
            </a:lvl1pPr>
          </a:lstStyle>
          <a:p>
            <a:pPr algn="r" marL="0" indent="0">
              <a:lnSpc>
                <a:spcPct val="100000"/>
              </a:lnSpc>
            </a:pPr>
            <a:fld type="slidenum" id="{2C86A58E-24DC-4196-9496-AB87EB3CE284}">
              <a:rPr b="false" i="false" strike="noStrike" u="none" sz="100">
                <a:solidFill>
                  <a:srgbClr val="898989"/>
                </a:solidFill>
                <a:latin typeface="Calibri"/>
                <a:ea typeface="Calibri"/>
                <a:cs typeface="Calibri"/>
                <a:sym typeface="Calibri"/>
              </a:rPr>
              <a:t>‹#›</a:t>
            </a:fld>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showMasterSp="false">
  <p:cSld name="Title Only">
    <p:bg>
      <p:bgPr>
        <a:solidFill>
          <a:srgbClr val="FFFFFF">
            <a:alpha val="100000"/>
          </a:srgbClr>
        </a:solidFill>
      </p:bgPr>
    </p:bg>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703615" y="436740"/>
            <a:ext cx="493006" cy="274723"/>
          </a:xfrm>
          <a:prstGeom prst="rect">
            <a:avLst/>
          </a:prstGeom>
          <a:ln w="12700">
            <a:noFill/>
            <a:prstDash val="solid"/>
          </a:ln>
        </p:spPr>
      </p:pic>
      <p:sp>
        <p:nvSpPr>
          <p:cNvPr name="AutoShape 3" id="3"/>
          <p:cNvSpPr/>
          <p:nvPr>
            <p:ph idx="22" type="body" sz="quarter" hasCustomPrompt="true"/>
          </p:nvPr>
        </p:nvSpPr>
        <p:spPr>
          <a:xfrm rot="0" flipH="false" flipV="false">
            <a:off x="669925" y="279399"/>
            <a:ext cx="4829810" cy="620712"/>
          </a:xfrm>
          <a:prstGeom prst="rect">
            <a:avLst/>
          </a:prstGeom>
          <a:noFill/>
          <a:ln w="12700">
            <a:noFill/>
            <a:prstDash val="solid"/>
          </a:ln>
        </p:spPr>
        <p:txBody>
          <a:bodyPr anchor="t" wrap="square" lIns="0" rIns="0" tIns="0" bIns="0">
            <a:spAutoFit/>
          </a:bodyPr>
          <a:lstStyle>
            <a:lvl1pPr algn="l">
              <a:lnSpc>
                <a:spcPct val="100000"/>
              </a:lnSpc>
              <a:defRPr sz="3050" b="true" i="false" u="none" strike="noStrike" spc="0">
                <a:solidFill>
                  <a:srgbClr val="1F2329">
                    <a:alpha val="100000"/>
                  </a:srgbClr>
                </a:solidFill>
                <a:latin typeface="Noto Sans SC"/>
              </a:defRPr>
            </a:lvl1pPr>
          </a:lstStyle>
          <a:p>
            <a:pPr algn="l" marL="0" indent="0">
              <a:lnSpc>
                <a:spcPct val="100000"/>
              </a:lnSpc>
            </a:pPr>
            <a:r>
              <a:rPr lang="en-US" b="true" i="false" strike="noStrike" u="none" sz="3050">
                <a:solidFill>
                  <a:srgbClr val="464646"/>
                </a:solidFill>
                <a:latin typeface="Times New Roman"/>
                <a:ea typeface="Times New Roman"/>
                <a:cs typeface="Times New Roman"/>
                <a:sym typeface="Times New Roman"/>
              </a:rPr>
              <a:t>Click to add title</a:t>
            </a:r>
          </a:p>
        </p:txBody>
      </p:sp>
      <p:sp>
        <p:nvSpPr>
          <p:cNvPr name="AutoShape 4" id="4"/>
          <p:cNvSpPr/>
          <p:nvPr>
            <p:ph idx="23" type="body" sz="quarter" hasCustomPrompt="true"/>
          </p:nvPr>
        </p:nvSpPr>
        <p:spPr>
          <a:xfrm rot="0" flipH="false" flipV="false">
            <a:off x="4570476" y="6624399"/>
            <a:ext cx="2407284" cy="121284"/>
          </a:xfrm>
          <a:prstGeom prst="rect">
            <a:avLst/>
          </a:prstGeom>
          <a:noFill/>
          <a:ln w="12700">
            <a:noFill/>
            <a:prstDash val="solid"/>
          </a:ln>
        </p:spPr>
        <p:txBody>
          <a:bodyPr anchor="t"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
        <p:nvSpPr>
          <p:cNvPr name="AutoShape 5" id="5"/>
          <p:cNvSpPr/>
          <p:nvPr>
            <p:ph idx="24" type="body" sz="quarter" hasCustomPrompt="true"/>
          </p:nvPr>
        </p:nvSpPr>
        <p:spPr>
          <a:xfrm rot="0" flipH="false" flipV="false">
            <a:off x="609600" y="6377940"/>
            <a:ext cx="2804160" cy="342900"/>
          </a:xfrm>
          <a:prstGeom prst="rect">
            <a:avLst/>
          </a:prstGeom>
          <a:noFill/>
          <a:ln w="12700">
            <a:noFill/>
            <a:prstDash val="solid"/>
          </a:ln>
        </p:spPr>
        <p:txBody>
          <a:bodyPr anchor="t" wrap="square" lIns="0" rIns="0" tIns="0" bIns="0">
            <a:spAutoFit/>
          </a:bodyPr>
          <a:lstStyle>
            <a:lvl1pPr algn="l">
              <a:lnSpc>
                <a:spcPct val="100000"/>
              </a:lnSpc>
              <a:defRPr sz="100" b="false" i="false" u="none" strike="noStrike" spc="0">
                <a:solidFill>
                  <a:srgbClr val="898989">
                    <a:alpha val="100000"/>
                  </a:srgbClr>
                </a:solidFill>
                <a:latin typeface="Calibri"/>
              </a:defRPr>
            </a:lvl1pPr>
          </a:lstStyle>
          <a:p>
            <a:pPr algn="l" marL="0" indent="0">
              <a:lnSpc>
                <a:spcPct val="100000"/>
              </a:lnSpc>
            </a:pPr>
            <a:r>
              <a:rPr lang="en-US" b="false" i="false" strike="noStrike" u="none" sz="100">
                <a:solidFill>
                  <a:srgbClr val="898989"/>
                </a:solidFill>
                <a:latin typeface="Calibri"/>
                <a:ea typeface="Calibri"/>
                <a:cs typeface="Calibri"/>
                <a:sym typeface="Calibri"/>
              </a:rPr>
              <a:t>9/18/26</a:t>
            </a:r>
          </a:p>
        </p:txBody>
      </p:sp>
      <p:sp>
        <p:nvSpPr>
          <p:cNvPr name="AutoShape 6" id="6"/>
          <p:cNvSpPr/>
          <p:nvPr>
            <p:ph idx="25" type="body" sz="quarter" hasCustomPrompt="true"/>
          </p:nvPr>
        </p:nvSpPr>
        <p:spPr>
          <a:xfrm rot="0" flipH="false" flipV="false">
            <a:off x="8778240" y="6377940"/>
            <a:ext cx="2804160" cy="342900"/>
          </a:xfrm>
          <a:prstGeom prst="rect">
            <a:avLst/>
          </a:prstGeom>
          <a:noFill/>
          <a:ln w="12700">
            <a:noFill/>
            <a:prstDash val="solid"/>
          </a:ln>
        </p:spPr>
        <p:txBody>
          <a:bodyPr anchor="t" wrap="square" lIns="0" rIns="0" tIns="0" bIns="0">
            <a:spAutoFit/>
          </a:bodyPr>
          <a:lstStyle>
            <a:lvl1pPr algn="r">
              <a:lnSpc>
                <a:spcPct val="100000"/>
              </a:lnSpc>
              <a:defRPr sz="100" b="false" i="false" u="none" strike="noStrike" spc="0">
                <a:solidFill>
                  <a:srgbClr val="898989">
                    <a:alpha val="100000"/>
                  </a:srgbClr>
                </a:solidFill>
                <a:latin typeface="Calibri"/>
              </a:defRPr>
            </a:lvl1pPr>
          </a:lstStyle>
          <a:p>
            <a:pPr algn="r" marL="0" indent="0">
              <a:lnSpc>
                <a:spcPct val="100000"/>
              </a:lnSpc>
            </a:pPr>
            <a:fld type="slidenum" id="{A52950DE-EE86-495D-8556-0C728687E9E9}">
              <a:rPr b="false" i="false" strike="noStrike" u="none" sz="100">
                <a:solidFill>
                  <a:srgbClr val="898989"/>
                </a:solidFill>
                <a:latin typeface="Calibri"/>
                <a:ea typeface="Calibri"/>
                <a:cs typeface="Calibri"/>
                <a:sym typeface="Calibri"/>
              </a:rPr>
              <a:t>‹#›</a:t>
            </a:fld>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Blank">
    <p:spTree>
      <p:nvGrpSpPr>
        <p:cNvPr id="1" name=""/>
        <p:cNvGrpSpPr/>
        <p:nvPr/>
      </p:nvGrpSpPr>
      <p:grpSpPr>
        <a:xfrm>
          <a:off x="0" y="0"/>
          <a:ext cx="0" cy="0"/>
          <a:chOff x="0" y="0"/>
          <a:chExt cx="0" cy="0"/>
        </a:xfrm>
      </p:grpSpPr>
      <p:sp>
        <p:nvSpPr>
          <p:cNvPr name="AutoShape 2" id="2"/>
          <p:cNvSpPr/>
          <p:nvPr>
            <p:ph idx="26" type="body" sz="quarter" hasCustomPrompt="true"/>
          </p:nvPr>
        </p:nvSpPr>
        <p:spPr>
          <a:xfrm rot="0" flipH="false" flipV="false">
            <a:off x="4570476" y="6624399"/>
            <a:ext cx="2407284" cy="121284"/>
          </a:xfrm>
          <a:prstGeom prst="rect">
            <a:avLst/>
          </a:prstGeom>
          <a:noFill/>
          <a:ln w="12700">
            <a:noFill/>
            <a:prstDash val="solid"/>
          </a:ln>
        </p:spPr>
        <p:txBody>
          <a:bodyPr anchor="t"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
        <p:nvSpPr>
          <p:cNvPr name="AutoShape 3" id="3"/>
          <p:cNvSpPr/>
          <p:nvPr>
            <p:ph idx="27" type="body" sz="quarter" hasCustomPrompt="true"/>
          </p:nvPr>
        </p:nvSpPr>
        <p:spPr>
          <a:xfrm rot="0" flipH="false" flipV="false">
            <a:off x="609600" y="6377940"/>
            <a:ext cx="2804160" cy="342900"/>
          </a:xfrm>
          <a:prstGeom prst="rect">
            <a:avLst/>
          </a:prstGeom>
          <a:noFill/>
          <a:ln w="12700">
            <a:noFill/>
            <a:prstDash val="solid"/>
          </a:ln>
        </p:spPr>
        <p:txBody>
          <a:bodyPr anchor="t" wrap="square" lIns="0" rIns="0" tIns="0" bIns="0">
            <a:spAutoFit/>
          </a:bodyPr>
          <a:lstStyle>
            <a:lvl1pPr algn="l">
              <a:lnSpc>
                <a:spcPct val="100000"/>
              </a:lnSpc>
              <a:defRPr sz="100" b="false" i="false" u="none" strike="noStrike" spc="0">
                <a:solidFill>
                  <a:srgbClr val="898989">
                    <a:alpha val="100000"/>
                  </a:srgbClr>
                </a:solidFill>
                <a:latin typeface="Calibri"/>
              </a:defRPr>
            </a:lvl1pPr>
          </a:lstStyle>
          <a:p>
            <a:pPr algn="l" marL="0" indent="0">
              <a:lnSpc>
                <a:spcPct val="100000"/>
              </a:lnSpc>
            </a:pPr>
            <a:r>
              <a:rPr lang="en-US" b="false" i="false" strike="noStrike" u="none" sz="100">
                <a:solidFill>
                  <a:srgbClr val="898989"/>
                </a:solidFill>
                <a:latin typeface="Calibri"/>
                <a:ea typeface="Calibri"/>
                <a:cs typeface="Calibri"/>
                <a:sym typeface="Calibri"/>
              </a:rPr>
              <a:t>9/18/26</a:t>
            </a:r>
          </a:p>
        </p:txBody>
      </p:sp>
      <p:sp>
        <p:nvSpPr>
          <p:cNvPr name="AutoShape 4" id="4"/>
          <p:cNvSpPr/>
          <p:nvPr>
            <p:ph idx="28" type="body" sz="quarter" hasCustomPrompt="true"/>
          </p:nvPr>
        </p:nvSpPr>
        <p:spPr>
          <a:xfrm rot="0" flipH="false" flipV="false">
            <a:off x="8778240" y="6377940"/>
            <a:ext cx="2804160" cy="342900"/>
          </a:xfrm>
          <a:prstGeom prst="rect">
            <a:avLst/>
          </a:prstGeom>
          <a:noFill/>
          <a:ln w="12700">
            <a:noFill/>
            <a:prstDash val="solid"/>
          </a:ln>
        </p:spPr>
        <p:txBody>
          <a:bodyPr anchor="t" wrap="square" lIns="0" rIns="0" tIns="0" bIns="0">
            <a:spAutoFit/>
          </a:bodyPr>
          <a:lstStyle>
            <a:lvl1pPr algn="r">
              <a:lnSpc>
                <a:spcPct val="100000"/>
              </a:lnSpc>
              <a:defRPr sz="100" b="false" i="false" u="none" strike="noStrike" spc="0">
                <a:solidFill>
                  <a:srgbClr val="898989">
                    <a:alpha val="100000"/>
                  </a:srgbClr>
                </a:solidFill>
                <a:latin typeface="Calibri"/>
              </a:defRPr>
            </a:lvl1pPr>
          </a:lstStyle>
          <a:p>
            <a:pPr algn="r" marL="0" indent="0">
              <a:lnSpc>
                <a:spcPct val="100000"/>
              </a:lnSpc>
            </a:pPr>
            <a:fld type="slidenum" id="{24A1B2C0-02E3-4DE0-BCF6-4AEB65893FF6}">
              <a:rPr b="false" i="false" strike="noStrike" u="none" sz="100">
                <a:solidFill>
                  <a:srgbClr val="898989"/>
                </a:solidFill>
                <a:latin typeface="Calibri"/>
                <a:ea typeface="Calibri"/>
                <a:cs typeface="Calibri"/>
                <a:sym typeface="Calibri"/>
              </a:rPr>
              <a:t>‹#›</a:t>
            </a:fld>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_rels/slideMaster2.xml.rels><?xml version="1.0" encoding="UTF-8" standalone="yes"?><Relationships xmlns="http://schemas.openxmlformats.org/package/2006/relationships"><Relationship Id="rId1" Target="../theme/theme3.xml" Type="http://schemas.openxmlformats.org/officeDocument/2006/relationships/theme"/><Relationship Id="rId2" Target="../slideLayouts/slideLayout12.xml" Type="http://schemas.openxmlformats.org/officeDocument/2006/relationships/slideLayout"/></Relationships>
</file>

<file path=ppt/slideMasters/_rels/slideMaster3.xml.rels><?xml version="1.0" encoding="UTF-8" standalone="yes"?><Relationships xmlns="http://schemas.openxmlformats.org/package/2006/relationships"><Relationship Id="rId1" Target="../theme/theme4.xml" Type="http://schemas.openxmlformats.org/officeDocument/2006/relationships/theme"/><Relationship Id="rId2" Target="../slideLayouts/slideLayout13.xml" Type="http://schemas.openxmlformats.org/officeDocument/2006/relationships/slideLayout"/><Relationship Id="rId3" Target="../slideLayouts/slideLayout14.xml" Type="http://schemas.openxmlformats.org/officeDocument/2006/relationships/slideLayout"/><Relationship Id="rId4" Target="../slideLayouts/slideLayout15.xml" Type="http://schemas.openxmlformats.org/officeDocument/2006/relationships/slideLayout"/><Relationship Id="rId5" Target="../slideLayouts/slideLayout16.xml" Type="http://schemas.openxmlformats.org/officeDocument/2006/relationships/slideLayout"/><Relationship Id="rId6" Target="../slideLayouts/slideLayout17.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Arial"/>
              <a:buNone/>
              <a:defRPr b="0" i="0" sz="3300" u="none" cap="none" strike="noStrike">
                <a:solidFill>
                  <a:schemeClr val="dk1"/>
                </a:solidFill>
                <a:latin typeface="Arial"/>
                <a:ea typeface="Arial"/>
                <a:cs typeface="Arial"/>
                <a:sym typeface="Arial"/>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9pPr>
          </a:lstStyle>
          <a:p/>
        </p:txBody>
      </p:sp>
      <p:sp>
        <p:nvSpPr>
          <p:cNvPr id="8" name="Shape 3"/>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9" name="Shape 4"/>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10" name="Shape 5"/>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900" u="none" cap="none" strike="noStrike">
                <a:solidFill>
                  <a:srgbClr val="888888"/>
                </a:solidFill>
                <a:latin typeface="Arial"/>
                <a:ea typeface="Arial"/>
                <a:cs typeface="Arial"/>
                <a:sym typeface="Arial"/>
              </a:defRPr>
            </a:lvl1pPr>
            <a:lvl2pPr indent="0" lvl="1" marL="0" marR="0" rtl="0" algn="r">
              <a:spcBef>
                <a:spcPts val="0"/>
              </a:spcBef>
              <a:buNone/>
              <a:defRPr b="0" i="0" sz="900" u="none" cap="none" strike="noStrike">
                <a:solidFill>
                  <a:srgbClr val="888888"/>
                </a:solidFill>
                <a:latin typeface="Arial"/>
                <a:ea typeface="Arial"/>
                <a:cs typeface="Arial"/>
                <a:sym typeface="Arial"/>
              </a:defRPr>
            </a:lvl2pPr>
            <a:lvl3pPr indent="0" lvl="2" marL="0" marR="0" rtl="0" algn="r">
              <a:spcBef>
                <a:spcPts val="0"/>
              </a:spcBef>
              <a:buNone/>
              <a:defRPr b="0" i="0" sz="900" u="none" cap="none" strike="noStrike">
                <a:solidFill>
                  <a:srgbClr val="888888"/>
                </a:solidFill>
                <a:latin typeface="Arial"/>
                <a:ea typeface="Arial"/>
                <a:cs typeface="Arial"/>
                <a:sym typeface="Arial"/>
              </a:defRPr>
            </a:lvl3pPr>
            <a:lvl4pPr indent="0" lvl="3" marL="0" marR="0" rtl="0" algn="r">
              <a:spcBef>
                <a:spcPts val="0"/>
              </a:spcBef>
              <a:buNone/>
              <a:defRPr b="0" i="0" sz="900" u="none" cap="none" strike="noStrike">
                <a:solidFill>
                  <a:srgbClr val="888888"/>
                </a:solidFill>
                <a:latin typeface="Arial"/>
                <a:ea typeface="Arial"/>
                <a:cs typeface="Arial"/>
                <a:sym typeface="Arial"/>
              </a:defRPr>
            </a:lvl4pPr>
            <a:lvl5pPr indent="0" lvl="4" marL="0" marR="0" rtl="0" algn="r">
              <a:spcBef>
                <a:spcPts val="0"/>
              </a:spcBef>
              <a:buNone/>
              <a:defRPr b="0" i="0" sz="900" u="none" cap="none" strike="noStrike">
                <a:solidFill>
                  <a:srgbClr val="888888"/>
                </a:solidFill>
                <a:latin typeface="Arial"/>
                <a:ea typeface="Arial"/>
                <a:cs typeface="Arial"/>
                <a:sym typeface="Arial"/>
              </a:defRPr>
            </a:lvl5pPr>
            <a:lvl6pPr indent="0" lvl="5" marL="0" marR="0" rtl="0" algn="r">
              <a:spcBef>
                <a:spcPts val="0"/>
              </a:spcBef>
              <a:buNone/>
              <a:defRPr b="0" i="0" sz="900" u="none" cap="none" strike="noStrike">
                <a:solidFill>
                  <a:srgbClr val="888888"/>
                </a:solidFill>
                <a:latin typeface="Arial"/>
                <a:ea typeface="Arial"/>
                <a:cs typeface="Arial"/>
                <a:sym typeface="Arial"/>
              </a:defRPr>
            </a:lvl6pPr>
            <a:lvl7pPr indent="0" lvl="6" marL="0" marR="0" rtl="0" algn="r">
              <a:spcBef>
                <a:spcPts val="0"/>
              </a:spcBef>
              <a:buNone/>
              <a:defRPr b="0" i="0" sz="900" u="none" cap="none" strike="noStrike">
                <a:solidFill>
                  <a:srgbClr val="888888"/>
                </a:solidFill>
                <a:latin typeface="Arial"/>
                <a:ea typeface="Arial"/>
                <a:cs typeface="Arial"/>
                <a:sym typeface="Arial"/>
              </a:defRPr>
            </a:lvl7pPr>
            <a:lvl8pPr indent="0" lvl="7" marL="0" marR="0" rtl="0" algn="r">
              <a:spcBef>
                <a:spcPts val="0"/>
              </a:spcBef>
              <a:buNone/>
              <a:defRPr b="0" i="0" sz="900" u="none" cap="none" strike="noStrike">
                <a:solidFill>
                  <a:srgbClr val="888888"/>
                </a:solidFill>
                <a:latin typeface="Arial"/>
                <a:ea typeface="Arial"/>
                <a:cs typeface="Arial"/>
                <a:sym typeface="Arial"/>
              </a:defRPr>
            </a:lvl8pPr>
            <a:lvl9pPr indent="0" lvl="8" marL="0" marR="0" rtl="0" algn="r">
              <a:spcBef>
                <a:spcPts val="0"/>
              </a:spcBef>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自定义主题">
    <p:bg>
      <p:bgPr>
        <a:solidFill>
          <a:srgbClr val="FFFFFF">
            <a:alpha val="100000"/>
          </a:srgbClr>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5748369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Office Theme">
    <p:bg>
      <p:bgPr>
        <a:solidFill>
          <a:srgbClr val="FFFFFF">
            <a:alpha val="100000"/>
          </a:srgbClr>
        </a:solidFill>
      </p:bgPr>
    </p:bg>
    <p:spTree>
      <p:nvGrpSpPr>
        <p:cNvPr id="5" name="Shape 5"/>
        <p:cNvGrpSpPr/>
        <p:nvPr/>
      </p:nvGrpSpPr>
      <p:grpSpPr>
        <a:xfrm>
          <a:off x="0" y="0"/>
          <a:ext cx="0" cy="0"/>
          <a:chOff x="0" y="0"/>
          <a:chExt cx="0" cy="0"/>
        </a:xfrm>
      </p:grpSpPr>
      <p:sp>
        <p:nvSpPr>
          <p:cNvPr name="AutoShape 1" id="1"/>
          <p:cNvSpPr/>
          <p:nvPr>
            <p:ph idx="1" type="body" sz="quarter" hasCustomPrompt="true"/>
          </p:nvPr>
        </p:nvSpPr>
        <p:spPr>
          <a:xfrm rot="0" flipH="false" flipV="false">
            <a:off x="669925" y="279399"/>
            <a:ext cx="4829810" cy="620712"/>
          </a:xfrm>
          <a:prstGeom prst="rect">
            <a:avLst/>
          </a:prstGeom>
          <a:noFill/>
          <a:ln w="12700">
            <a:noFill/>
            <a:prstDash val="solid"/>
          </a:ln>
        </p:spPr>
        <p:txBody>
          <a:bodyPr anchor="t" wrap="square" lIns="0" rIns="0" tIns="0" bIns="0">
            <a:spAutoFit/>
          </a:bodyPr>
          <a:lstStyle>
            <a:lvl1pPr algn="l">
              <a:lnSpc>
                <a:spcPct val="100000"/>
              </a:lnSpc>
              <a:defRPr sz="3050" b="true" i="false" u="none" strike="noStrike" spc="0">
                <a:solidFill>
                  <a:srgbClr val="1F2329">
                    <a:alpha val="100000"/>
                  </a:srgbClr>
                </a:solidFill>
                <a:latin typeface="Noto Sans SC"/>
              </a:defRPr>
            </a:lvl1pPr>
          </a:lstStyle>
          <a:p>
            <a:pPr algn="l" marL="0" indent="0">
              <a:lnSpc>
                <a:spcPct val="100000"/>
              </a:lnSpc>
            </a:pPr>
            <a:r>
              <a:rPr lang="en-US" b="true" i="false" strike="noStrike" u="none" sz="3050">
                <a:solidFill>
                  <a:srgbClr val="464646"/>
                </a:solidFill>
                <a:latin typeface="Calibri"/>
                <a:ea typeface="Calibri"/>
                <a:cs typeface="Calibri"/>
                <a:sym typeface="Calibri"/>
              </a:rPr>
              <a:t>Click to add title</a:t>
            </a:r>
          </a:p>
        </p:txBody>
      </p:sp>
      <p:sp>
        <p:nvSpPr>
          <p:cNvPr name="AutoShape 2" id="2"/>
          <p:cNvSpPr/>
          <p:nvPr>
            <p:ph idx="2" type="body" sz="quarter" hasCustomPrompt="true"/>
          </p:nvPr>
        </p:nvSpPr>
        <p:spPr>
          <a:xfrm rot="0" flipH="false" flipV="false">
            <a:off x="609600" y="1577340"/>
            <a:ext cx="10972800" cy="4526280"/>
          </a:xfrm>
          <a:prstGeom prst="rect">
            <a:avLst/>
          </a:prstGeom>
          <a:noFill/>
          <a:ln w="12700">
            <a:noFill/>
            <a:prstDash val="solid"/>
          </a:ln>
        </p:spPr>
        <p:txBody>
          <a:bodyPr anchor="t" wrap="square" lIns="0" rIns="0" tIns="0" bIns="0">
            <a:spAutoFit/>
          </a:bodyPr>
          <a:lstStyle>
            <a:lvl1pPr algn="l">
              <a:lnSpc>
                <a:spcPct val="100000"/>
              </a:lnSpc>
              <a:defRPr sz="1600" b="false" i="false" u="none" strike="noStrike" spc="0">
                <a:solidFill>
                  <a:srgbClr val="1F2329">
                    <a:alpha val="100000"/>
                  </a:srgbClr>
                </a:solidFill>
                <a:latin typeface="Noto Sans SC"/>
              </a:defRPr>
            </a:lvl1pPr>
          </a:lstStyle>
          <a:p>
            <a:pPr algn="l" marL="0" indent="0">
              <a:lnSpc>
                <a:spcPct val="100000"/>
              </a:lnSpc>
            </a:pPr>
            <a:r>
              <a:rPr lang="en-US" b="false" i="false" strike="noStrike" u="none" sz="100">
                <a:solidFill>
                  <a:srgbClr val="1F2329"/>
                </a:solidFill>
                <a:latin typeface="Calibri"/>
                <a:ea typeface="Calibri"/>
                <a:cs typeface="Calibri"/>
                <a:sym typeface="Calibri"/>
              </a:rPr>
              <a:t>Click to add text</a:t>
            </a:r>
          </a:p>
        </p:txBody>
      </p:sp>
      <p:sp>
        <p:nvSpPr>
          <p:cNvPr name="AutoShape 3" id="3"/>
          <p:cNvSpPr/>
          <p:nvPr>
            <p:ph idx="3" type="body" sz="quarter" hasCustomPrompt="true"/>
          </p:nvPr>
        </p:nvSpPr>
        <p:spPr>
          <a:xfrm rot="0" flipH="false" flipV="false">
            <a:off x="4570476" y="6624399"/>
            <a:ext cx="2407284" cy="121284"/>
          </a:xfrm>
          <a:prstGeom prst="rect">
            <a:avLst/>
          </a:prstGeom>
          <a:noFill/>
          <a:ln w="12700">
            <a:noFill/>
            <a:prstDash val="solid"/>
          </a:ln>
        </p:spPr>
        <p:txBody>
          <a:bodyPr anchor="t" wrap="square" lIns="0" rIns="0" tIns="0" bIns="0">
            <a:spAutoFit/>
          </a:bodyPr>
          <a:lstStyle>
            <a:lvl1pPr algn="l">
              <a:lnSpc>
                <a:spcPts val="815"/>
              </a:lnSpc>
              <a:defRPr sz="750" b="false" i="false" u="none" strike="noStrike" spc="0">
                <a:solidFill>
                  <a:srgbClr val="000000">
                    <a:alpha val="100000"/>
                  </a:srgbClr>
                </a:solidFill>
                <a:latin typeface="Calibri"/>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
        <p:nvSpPr>
          <p:cNvPr name="AutoShape 4" id="4"/>
          <p:cNvSpPr/>
          <p:nvPr>
            <p:ph idx="4" type="body" sz="quarter" hasCustomPrompt="true"/>
          </p:nvPr>
        </p:nvSpPr>
        <p:spPr>
          <a:xfrm rot="0" flipH="false" flipV="false">
            <a:off x="609600" y="6377940"/>
            <a:ext cx="2804160" cy="342900"/>
          </a:xfrm>
          <a:prstGeom prst="rect">
            <a:avLst/>
          </a:prstGeom>
          <a:noFill/>
          <a:ln w="12700">
            <a:noFill/>
            <a:prstDash val="solid"/>
          </a:ln>
        </p:spPr>
        <p:txBody>
          <a:bodyPr anchor="t" wrap="square" lIns="0" rIns="0" tIns="0" bIns="0">
            <a:spAutoFit/>
          </a:bodyPr>
          <a:lstStyle>
            <a:lvl1pPr algn="l">
              <a:lnSpc>
                <a:spcPct val="100000"/>
              </a:lnSpc>
              <a:defRPr sz="100" b="false" i="false" u="none" strike="noStrike" spc="0">
                <a:solidFill>
                  <a:srgbClr val="898989">
                    <a:alpha val="100000"/>
                  </a:srgbClr>
                </a:solidFill>
                <a:latin typeface="Calibri"/>
              </a:defRPr>
            </a:lvl1pPr>
          </a:lstStyle>
          <a:p>
            <a:pPr algn="l" marL="0" indent="0">
              <a:lnSpc>
                <a:spcPct val="100000"/>
              </a:lnSpc>
            </a:pPr>
            <a:r>
              <a:rPr lang="en-US" b="false" i="false" strike="noStrike" u="none" sz="100">
                <a:solidFill>
                  <a:srgbClr val="898989"/>
                </a:solidFill>
                <a:latin typeface="Calibri"/>
                <a:ea typeface="Calibri"/>
                <a:cs typeface="Calibri"/>
                <a:sym typeface="Calibri"/>
              </a:rPr>
              <a:t>9/18/26</a:t>
            </a:r>
          </a:p>
        </p:txBody>
      </p:sp>
      <p:sp>
        <p:nvSpPr>
          <p:cNvPr name="AutoShape 6" id="6"/>
          <p:cNvSpPr/>
          <p:nvPr>
            <p:ph idx="5" type="body" sz="quarter" hasCustomPrompt="true"/>
          </p:nvPr>
        </p:nvSpPr>
        <p:spPr>
          <a:xfrm rot="0" flipH="false" flipV="false">
            <a:off x="8778240" y="6377940"/>
            <a:ext cx="2804160" cy="342900"/>
          </a:xfrm>
          <a:prstGeom prst="rect">
            <a:avLst/>
          </a:prstGeom>
          <a:noFill/>
          <a:ln w="12700">
            <a:noFill/>
            <a:prstDash val="solid"/>
          </a:ln>
        </p:spPr>
        <p:txBody>
          <a:bodyPr anchor="t" wrap="square" lIns="0" rIns="0" tIns="0" bIns="0">
            <a:spAutoFit/>
          </a:bodyPr>
          <a:lstStyle>
            <a:lvl1pPr algn="r">
              <a:lnSpc>
                <a:spcPct val="100000"/>
              </a:lnSpc>
              <a:defRPr sz="100" b="false" i="false" u="none" strike="noStrike" spc="0">
                <a:solidFill>
                  <a:srgbClr val="898989">
                    <a:alpha val="100000"/>
                  </a:srgbClr>
                </a:solidFill>
                <a:latin typeface="Calibri"/>
              </a:defRPr>
            </a:lvl1pPr>
          </a:lstStyle>
          <a:p>
            <a:pPr algn="r" marL="0" indent="0">
              <a:lnSpc>
                <a:spcPct val="100000"/>
              </a:lnSpc>
            </a:pPr>
            <a:fld type="slidenum" id="{6878B1AF-7CC0-44A8-A8AB-08818D6BD040}">
              <a:rPr b="false" i="false" strike="noStrike" u="none" sz="100">
                <a:solidFill>
                  <a:srgbClr val="898989"/>
                </a:solidFill>
                <a:latin typeface="Calibri"/>
                <a:ea typeface="Calibri"/>
                <a:cs typeface="Calibri"/>
                <a:sym typeface="Calibri"/>
              </a:rPr>
              <a:t>‹#›</a:t>
            </a:fld>
          </a:p>
        </p:txBody>
      </p:sp>
    </p:spTree>
  </p:cSld>
  <p:clrMap accent1="accent1" accent2="accent2" accent3="accent3" accent4="accent4" accent5="accent5" accent6="accent6" bg1="lt1" bg2="dk2" tx1="dk1" tx2="lt2" folHlink="folHlink" hlink="hlink"/>
  <p:sldLayoutIdLst>
    <p:sldLayoutId id="2157483700" r:id="rId2"/>
    <p:sldLayoutId id="2157483701" r:id="rId3"/>
    <p:sldLayoutId id="2157483702" r:id="rId4"/>
    <p:sldLayoutId id="2157483703" r:id="rId5"/>
    <p:sldLayoutId id="2157483704"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5.png" Type="http://schemas.openxmlformats.org/officeDocument/2006/relationships/image"/><Relationship Id="rId3" Target="../media/image6.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12.xml" Type="http://schemas.openxmlformats.org/officeDocument/2006/relationships/slideLayout"/><Relationship Id="rId2" Target="../notesSlides/notesSlide1.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12.xml" Type="http://schemas.openxmlformats.org/officeDocument/2006/relationships/slideLayout"/><Relationship Id="rId2" Target="../notesSlides/notesSlide2.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16.xml" Type="http://schemas.openxmlformats.org/officeDocument/2006/relationships/slideLayout"/><Relationship Id="rId2" Target="../media/image7.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11.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12.xml" Type="http://schemas.openxmlformats.org/officeDocument/2006/relationships/slideLayout"/><Relationship Id="rId2" Target="../notesSlides/notesSlide3.xml" Type="http://schemas.openxmlformats.org/officeDocument/2006/relationships/notesSlide"/></Relationships>
</file>

<file path=ppt/slides/_rels/slide8.xml.rels><?xml version="1.0" encoding="UTF-8" standalone="yes"?><Relationships xmlns="http://schemas.openxmlformats.org/package/2006/relationships"><Relationship Id="rId1" Target="../slideLayouts/slideLayout12.xml" Type="http://schemas.openxmlformats.org/officeDocument/2006/relationships/slideLayout"/><Relationship Id="rId2" Target="../notesSlides/notesSlide4.xml" Type="http://schemas.openxmlformats.org/officeDocument/2006/relationships/notesSlide"/></Relationships>
</file>

<file path=ppt/slides/_rels/slide9.xml.rels><?xml version="1.0" encoding="UTF-8" standalone="yes"?><Relationships xmlns="http://schemas.openxmlformats.org/package/2006/relationships"><Relationship Id="rId1" Target="../slideLayouts/slideLayout12.xml" Type="http://schemas.openxmlformats.org/officeDocument/2006/relationships/slideLayout"/><Relationship Id="rId2" Target="../notesSlides/notesSlide5.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12.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11.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13.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12.xml" Type="http://schemas.openxmlformats.org/officeDocument/2006/relationships/slideLayout"/><Relationship Id="rId2" Target="../notesSlides/notesSlide6.xml" Type="http://schemas.openxmlformats.org/officeDocument/2006/relationships/notesSlide"/></Relationships>
</file>

<file path=ppt/slides/_rels/slide14.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14.png" Type="http://schemas.openxmlformats.org/officeDocument/2006/relationships/image"/><Relationship Id="rId3" Target="https://en.cppreference.com/w/cpp/language/operator_precedence.html" TargetMode="External" Type="http://schemas.openxmlformats.org/officeDocument/2006/relationships/hyperlink"/></Relationships>
</file>

<file path=ppt/slides/_rels/slide15.xml.rels><?xml version="1.0" encoding="UTF-8" standalone="yes"?><Relationships xmlns="http://schemas.openxmlformats.org/package/2006/relationships"><Relationship Id="rId1" Target="../slideLayouts/slideLayout16.xml" Type="http://schemas.openxmlformats.org/officeDocument/2006/relationships/slideLayout"/><Relationship Id="rId2" Target="../media/image15.png" Type="http://schemas.openxmlformats.org/officeDocument/2006/relationships/image"/><Relationship Id="rId3" Target="../media/image16.png" Type="http://schemas.openxmlformats.org/officeDocument/2006/relationships/image"/><Relationship Id="rId4" Target="../media/image17.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16.xml" Type="http://schemas.openxmlformats.org/officeDocument/2006/relationships/slideLayout"/><Relationship Id="rId2" Target="../media/image18.png" Type="http://schemas.openxmlformats.org/officeDocument/2006/relationships/image"/><Relationship Id="rId3" Target="../media/image19.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20.png" Type="http://schemas.openxmlformats.org/officeDocument/2006/relationships/image"/><Relationship Id="rId3" Target="../media/image21.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22.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22.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23.png" Type="http://schemas.openxmlformats.org/officeDocument/2006/relationships/image"/><Relationship Id="rId3" Target="../media/image24.jpe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22.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25.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16.xml" Type="http://schemas.openxmlformats.org/officeDocument/2006/relationships/slideLayout"/><Relationship Id="rId2" Target="../media/image26.png" Type="http://schemas.openxmlformats.org/officeDocument/2006/relationships/image"/><Relationship Id="rId3" Target="../media/image27.png" Type="http://schemas.openxmlformats.org/officeDocument/2006/relationships/image"/><Relationship Id="rId4" Target="../notesSlides/notesSlide7.xml" Type="http://schemas.openxmlformats.org/officeDocument/2006/relationships/notesSlide"/></Relationships>
</file>

<file path=ppt/slides/_rels/slide24.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28.pn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16.xml" Type="http://schemas.openxmlformats.org/officeDocument/2006/relationships/slideLayout"/><Relationship Id="rId2" Target="../media/image29.png" Type="http://schemas.openxmlformats.org/officeDocument/2006/relationships/image"/><Relationship Id="rId3" Target="../media/image30.pn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13.xml" Type="http://schemas.openxmlformats.org/officeDocument/2006/relationships/slideLayout"/><Relationship Id="rId2" Target="../media/image31.pn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16.xml" Type="http://schemas.openxmlformats.org/officeDocument/2006/relationships/slideLayout"/></Relationships>
</file>

<file path=ppt/slides/_rels/slide28.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32.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12.xml" Type="http://schemas.openxmlformats.org/officeDocument/2006/relationships/slideLayout"/><Relationship Id="rId2" Target="../notesSlides/notesSlide8.xml" Type="http://schemas.openxmlformats.org/officeDocument/2006/relationships/notesSlide"/></Relationships>
</file>

<file path=ppt/slides/_rels/slide30.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33.pn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32.png" Type="http://schemas.openxmlformats.org/officeDocument/2006/relationships/image"/><Relationship Id="rId3" Target="../media/image34.pn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12.xml" Type="http://schemas.openxmlformats.org/officeDocument/2006/relationships/slideLayout"/><Relationship Id="rId2" Target="../notesSlides/notesSlide9.xml" Type="http://schemas.openxmlformats.org/officeDocument/2006/relationships/notesSlide"/></Relationships>
</file>

<file path=ppt/slides/_rels/slide33.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32.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17.xml" Type="http://schemas.openxmlformats.org/officeDocument/2006/relationships/slideLayout"/><Relationship Id="rId2" Target="../media/image35.png" Type="http://schemas.openxmlformats.org/officeDocument/2006/relationships/image"/><Relationship Id="rId3" Target="../media/image36.png" Type="http://schemas.openxmlformats.org/officeDocument/2006/relationships/image"/><Relationship Id="rId4" Target="../notesSlides/notesSlide10.xml" Type="http://schemas.openxmlformats.org/officeDocument/2006/relationships/notesSlide"/></Relationships>
</file>

<file path=ppt/slides/_rels/slide35.xml.rels><?xml version="1.0" encoding="UTF-8" standalone="yes"?><Relationships xmlns="http://schemas.openxmlformats.org/package/2006/relationships"><Relationship Id="rId1" Target="../slideLayouts/slideLayout14.xml" Type="http://schemas.openxmlformats.org/officeDocument/2006/relationships/slideLayout"/></Relationships>
</file>

<file path=ppt/slides/_rels/slide36.xml.rels><?xml version="1.0" encoding="UTF-8" standalone="yes"?><Relationships xmlns="http://schemas.openxmlformats.org/package/2006/relationships"><Relationship Id="rId1" Target="../slideLayouts/slideLayout14.xml" Type="http://schemas.openxmlformats.org/officeDocument/2006/relationships/slideLayout"/><Relationship Id="rId2" Target="../media/image37.pn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12.xml" Type="http://schemas.openxmlformats.org/officeDocument/2006/relationships/slideLayout"/><Relationship Id="rId2" Target="../notesSlides/notesSlide11.xml" Type="http://schemas.openxmlformats.org/officeDocument/2006/relationships/notesSlide"/><Relationship Id="rId3" Target="../media/image38.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grpSp>
        <p:nvGrpSpPr>
          <p:cNvPr name="Group 2" id="2"/>
          <p:cNvGrpSpPr/>
          <p:nvPr/>
        </p:nvGrpSpPr>
        <p:grpSpPr>
          <a:xfrm>
            <a:off x="0" y="4953000"/>
            <a:ext cx="12192000" cy="1900237"/>
            <a:chOff x="0" y="4953000"/>
            <a:chExt cx="12192000" cy="1900237"/>
          </a:xfrm>
        </p:grpSpPr>
        <p:sp>
          <p:nvSpPr>
            <p:cNvPr name="Freeform 3" id="3"/>
            <p:cNvSpPr/>
            <p:nvPr/>
          </p:nvSpPr>
          <p:spPr>
            <a:xfrm rot="0" flipH="false" flipV="false">
              <a:off x="2247900" y="4953000"/>
              <a:ext cx="9944100" cy="485775"/>
            </a:xfrm>
            <a:custGeom>
              <a:avLst/>
              <a:gdLst/>
              <a:ahLst/>
              <a:cxnLst/>
              <a:rect r="r" b="b" t="t" l="l"/>
              <a:pathLst>
                <a:path h="485775" w="9944100">
                  <a:moveTo>
                    <a:pt x="9944100" y="0"/>
                  </a:moveTo>
                  <a:lnTo>
                    <a:pt x="0" y="288544"/>
                  </a:lnTo>
                  <a:lnTo>
                    <a:pt x="9944100" y="485775"/>
                  </a:lnTo>
                  <a:lnTo>
                    <a:pt x="9944100" y="0"/>
                  </a:lnTo>
                  <a:close/>
                </a:path>
              </a:pathLst>
            </a:custGeom>
            <a:solidFill>
              <a:srgbClr val="9FCADC">
                <a:alpha val="39999"/>
              </a:srgbClr>
            </a:solidFill>
            <a:ln w="12700">
              <a:noFill/>
              <a:prstDash val="solid"/>
            </a:ln>
          </p:spPr>
          <p:txBody>
            <a:bodyPr anchor="t" rtlCol="false" wrap="square" lIns="0" rIns="0" tIns="0" bIns="0">
              <a:noAutofit/>
            </a:bodyPr>
            <a:lstStyle/>
            <a:p>
              <a:pPr algn="l" marL="0" indent="0">
                <a:lnSpc>
                  <a:spcPct val="100000"/>
                </a:lnSpc>
                <a:defRPr/>
              </a:pPr>
              <a:r>
                <a:rPr lang="en-US" b="false" i="false" strike="noStrike" u="none" sz="100">
                  <a:solidFill>
                    <a:srgbClr val="1F2329"/>
                  </a:solidFill>
                  <a:latin typeface="Calibri"/>
                  <a:ea typeface="Calibri"/>
                  <a:cs typeface="Calibri"/>
                  <a:sym typeface="Calibri"/>
                </a:rPr>
                <a:t> </a:t>
              </a:r>
              <a:endParaRPr lang="en-US" sz="1100"/>
            </a:p>
          </p:txBody>
        </p:sp>
        <p:sp>
          <p:nvSpPr>
            <p:cNvPr name="Freeform 4" id="4"/>
            <p:cNvSpPr/>
            <p:nvPr/>
          </p:nvSpPr>
          <p:spPr>
            <a:xfrm rot="0" flipH="false" flipV="false">
              <a:off x="148831" y="5238750"/>
              <a:ext cx="12043167" cy="790575"/>
            </a:xfrm>
            <a:custGeom>
              <a:avLst/>
              <a:gdLst/>
              <a:ahLst/>
              <a:cxnLst/>
              <a:rect r="r" b="b" t="t" l="l"/>
              <a:pathLst>
                <a:path h="790575" w="12043167">
                  <a:moveTo>
                    <a:pt x="12043167" y="0"/>
                  </a:moveTo>
                  <a:lnTo>
                    <a:pt x="0" y="0"/>
                  </a:lnTo>
                  <a:lnTo>
                    <a:pt x="12043167" y="790575"/>
                  </a:lnTo>
                  <a:lnTo>
                    <a:pt x="12043167" y="0"/>
                  </a:lnTo>
                  <a:close/>
                </a:path>
              </a:pathLst>
            </a:custGeom>
            <a:solidFill>
              <a:srgbClr val="000000">
                <a:alpha val="100000"/>
              </a:srgbClr>
            </a:solidFill>
            <a:ln w="12700">
              <a:noFill/>
              <a:prstDash val="solid"/>
            </a:ln>
          </p:spPr>
          <p:txBody>
            <a:bodyPr anchor="t" rtlCol="false" wrap="square" lIns="0" rIns="0" tIns="0" bIns="0">
              <a:noAutofit/>
            </a:bodyPr>
            <a:lstStyle/>
            <a:p>
              <a:pPr algn="l" marL="0" indent="0">
                <a:lnSpc>
                  <a:spcPct val="100000"/>
                </a:lnSpc>
                <a:defRPr/>
              </a:pPr>
              <a:r>
                <a:rPr lang="en-US" b="false" i="false" strike="noStrike" u="none" sz="100">
                  <a:solidFill>
                    <a:srgbClr val="1F2329"/>
                  </a:solidFill>
                  <a:latin typeface="Calibri"/>
                  <a:ea typeface="Calibri"/>
                  <a:cs typeface="Calibri"/>
                  <a:sym typeface="Calibri"/>
                </a:rPr>
                <a:t> </a:t>
              </a:r>
              <a:endParaRPr lang="en-US" sz="1100"/>
            </a:p>
          </p:txBody>
        </p:sp>
        <p:pic>
          <p:nvPicPr>
            <p:cNvPr name="Picture 5" id="5"/>
            <p:cNvPicPr>
              <a:picLocks noChangeAspect="true"/>
            </p:cNvPicPr>
            <p:nvPr/>
          </p:nvPicPr>
          <p:blipFill>
            <a:blip r:embed="rId2"/>
            <a:srcRect l="0" r="0" t="0" b="0"/>
            <a:stretch>
              <a:fillRect/>
            </a:stretch>
          </p:blipFill>
          <p:spPr>
            <a:xfrm rot="0" flipH="false" flipV="false">
              <a:off x="0" y="4991036"/>
              <a:ext cx="12187301" cy="1862201"/>
            </a:xfrm>
            <a:prstGeom prst="rect">
              <a:avLst/>
            </a:prstGeom>
            <a:ln w="12700">
              <a:noFill/>
              <a:prstDash val="solid"/>
            </a:ln>
          </p:spPr>
        </p:pic>
        <p:pic>
          <p:nvPicPr>
            <p:cNvPr name="Picture 6" id="6"/>
            <p:cNvPicPr>
              <a:picLocks noChangeAspect="true"/>
            </p:cNvPicPr>
            <p:nvPr/>
          </p:nvPicPr>
          <p:blipFill>
            <a:blip r:embed="rId3"/>
            <a:srcRect l="0" r="0" t="0" b="0"/>
            <a:stretch>
              <a:fillRect/>
            </a:stretch>
          </p:blipFill>
          <p:spPr>
            <a:xfrm rot="0" flipH="false" flipV="false">
              <a:off x="4377" y="4999355"/>
              <a:ext cx="12187622" cy="801496"/>
            </a:xfrm>
            <a:prstGeom prst="rect">
              <a:avLst/>
            </a:prstGeom>
            <a:ln w="12700">
              <a:noFill/>
              <a:prstDash val="solid"/>
            </a:ln>
          </p:spPr>
        </p:pic>
      </p:grpSp>
      <p:sp>
        <p:nvSpPr>
          <p:cNvPr name="AutoShape 7" id="7"/>
          <p:cNvSpPr/>
          <p:nvPr/>
        </p:nvSpPr>
        <p:spPr>
          <a:xfrm rot="0" flipH="false" flipV="false">
            <a:off x="6713219" y="6602094"/>
            <a:ext cx="2542540" cy="140335"/>
          </a:xfrm>
          <a:prstGeom prst="rect">
            <a:avLst/>
          </a:prstGeom>
          <a:noFill/>
          <a:ln w="12700">
            <a:noFill/>
            <a:prstDash val="solid"/>
          </a:ln>
        </p:spPr>
        <p:txBody>
          <a:bodyPr anchor="t" rtlCol="false" vert="horz" wrap="square" lIns="0" rIns="0" tIns="12700" bIns="0">
            <a:spAutoFit/>
          </a:bodyPr>
          <a:lstStyle/>
          <a:p>
            <a:pPr algn="l" marL="12700" indent="0">
              <a:lnSpc>
                <a:spcPct val="100000"/>
              </a:lnSpc>
              <a:spcBef>
                <a:spcPts val="100"/>
              </a:spcBef>
              <a:defRPr/>
            </a:pPr>
            <a:r>
              <a:rPr lang="en-US" b="false" i="false" strike="noStrike" u="none" sz="750">
                <a:solidFill>
                  <a:srgbClr val="E8EFF4"/>
                </a:solidFill>
                <a:latin typeface="Times New Roman"/>
                <a:ea typeface="Times New Roman"/>
                <a:cs typeface="Times New Roman"/>
                <a:sym typeface="Times New Roman"/>
              </a:rPr>
              <a:t>Copyright</a:t>
            </a:r>
            <a:r>
              <a:rPr lang="en-US" b="false" i="false" strike="noStrike" u="none" sz="750" spc="-20">
                <a:solidFill>
                  <a:srgbClr val="E8EFF4"/>
                </a:solidFill>
                <a:latin typeface="Times New Roman"/>
                <a:ea typeface="Times New Roman"/>
                <a:cs typeface="Times New Roman"/>
                <a:sym typeface="Times New Roman"/>
              </a:rPr>
              <a:t> </a:t>
            </a:r>
            <a:r>
              <a:rPr lang="en-US" b="false" i="false" strike="noStrike" u="none" sz="750" spc="60">
                <a:solidFill>
                  <a:srgbClr val="E8EFF4"/>
                </a:solidFill>
                <a:latin typeface="Times New Roman"/>
                <a:ea typeface="Times New Roman"/>
                <a:cs typeface="Times New Roman"/>
                <a:sym typeface="Times New Roman"/>
              </a:rPr>
              <a:t>©</a:t>
            </a:r>
            <a:r>
              <a:rPr lang="en-US" b="false" i="false" strike="noStrike" u="none" sz="750" spc="80">
                <a:solidFill>
                  <a:srgbClr val="E8EFF4"/>
                </a:solidFill>
                <a:latin typeface="Times New Roman"/>
                <a:ea typeface="Times New Roman"/>
                <a:cs typeface="Times New Roman"/>
                <a:sym typeface="Times New Roman"/>
              </a:rPr>
              <a:t> </a:t>
            </a:r>
            <a:r>
              <a:rPr lang="en-US" b="false" i="false" strike="noStrike" u="none" sz="750" spc="60">
                <a:solidFill>
                  <a:srgbClr val="E8EFF4"/>
                </a:solidFill>
                <a:latin typeface="Times New Roman"/>
                <a:ea typeface="Times New Roman"/>
                <a:cs typeface="Times New Roman"/>
                <a:sym typeface="Times New Roman"/>
              </a:rPr>
              <a:t>2020</a:t>
            </a:r>
            <a:r>
              <a:rPr lang="en-US" b="false" i="false" strike="noStrike" u="none" sz="750" spc="70">
                <a:solidFill>
                  <a:srgbClr val="E8EFF4"/>
                </a:solidFill>
                <a:latin typeface="Times New Roman"/>
                <a:ea typeface="Times New Roman"/>
                <a:cs typeface="Times New Roman"/>
                <a:sym typeface="Times New Roman"/>
              </a:rPr>
              <a:t> </a:t>
            </a:r>
            <a:r>
              <a:rPr lang="en-US" b="false" i="false" strike="noStrike" u="none" sz="750">
                <a:solidFill>
                  <a:srgbClr val="E8EFF4"/>
                </a:solidFill>
                <a:latin typeface="Times New Roman"/>
                <a:ea typeface="Times New Roman"/>
                <a:cs typeface="Times New Roman"/>
                <a:sym typeface="Times New Roman"/>
              </a:rPr>
              <a:t>Pearson</a:t>
            </a:r>
            <a:r>
              <a:rPr lang="en-US" b="false" i="false" strike="noStrike" u="none" sz="750" spc="75">
                <a:solidFill>
                  <a:srgbClr val="E8EFF4"/>
                </a:solidFill>
                <a:latin typeface="Times New Roman"/>
                <a:ea typeface="Times New Roman"/>
                <a:cs typeface="Times New Roman"/>
                <a:sym typeface="Times New Roman"/>
              </a:rPr>
              <a:t> </a:t>
            </a:r>
            <a:r>
              <a:rPr lang="en-US" b="false" i="false" strike="noStrike" u="none" sz="750">
                <a:solidFill>
                  <a:srgbClr val="E8EFF4"/>
                </a:solidFill>
                <a:latin typeface="Times New Roman"/>
                <a:ea typeface="Times New Roman"/>
                <a:cs typeface="Times New Roman"/>
                <a:sym typeface="Times New Roman"/>
              </a:rPr>
              <a:t>Education</a:t>
            </a:r>
            <a:r>
              <a:rPr lang="en-US" b="false" i="false" strike="noStrike" u="none" sz="750" spc="70">
                <a:solidFill>
                  <a:srgbClr val="E8EFF4"/>
                </a:solidFill>
                <a:latin typeface="Times New Roman"/>
                <a:ea typeface="Times New Roman"/>
                <a:cs typeface="Times New Roman"/>
                <a:sym typeface="Times New Roman"/>
              </a:rPr>
              <a:t> </a:t>
            </a:r>
            <a:r>
              <a:rPr lang="en-US" b="false" i="false" strike="noStrike" u="none" sz="750" spc="-20">
                <a:solidFill>
                  <a:srgbClr val="E8EFF4"/>
                </a:solidFill>
                <a:latin typeface="Times New Roman"/>
                <a:ea typeface="Times New Roman"/>
                <a:cs typeface="Times New Roman"/>
                <a:sym typeface="Times New Roman"/>
              </a:rPr>
              <a:t>Ltd.</a:t>
            </a:r>
            <a:r>
              <a:rPr lang="en-US" b="false" i="false" strike="noStrike" u="none" sz="750" spc="20">
                <a:solidFill>
                  <a:srgbClr val="E8EFF4"/>
                </a:solidFill>
                <a:latin typeface="Times New Roman"/>
                <a:ea typeface="Times New Roman"/>
                <a:cs typeface="Times New Roman"/>
                <a:sym typeface="Times New Roman"/>
              </a:rPr>
              <a:t> </a:t>
            </a:r>
            <a:r>
              <a:rPr lang="en-US" b="false" i="false" strike="noStrike" u="none" sz="750" spc="-30">
                <a:solidFill>
                  <a:srgbClr val="E8EFF4"/>
                </a:solidFill>
                <a:latin typeface="Times New Roman"/>
                <a:ea typeface="Times New Roman"/>
                <a:cs typeface="Times New Roman"/>
                <a:sym typeface="Times New Roman"/>
              </a:rPr>
              <a:t>All</a:t>
            </a:r>
            <a:r>
              <a:rPr lang="en-US" b="false" i="false" strike="noStrike" u="none" sz="750" spc="60">
                <a:solidFill>
                  <a:srgbClr val="E8EFF4"/>
                </a:solidFill>
                <a:latin typeface="Times New Roman"/>
                <a:ea typeface="Times New Roman"/>
                <a:cs typeface="Times New Roman"/>
                <a:sym typeface="Times New Roman"/>
              </a:rPr>
              <a:t> </a:t>
            </a:r>
            <a:r>
              <a:rPr lang="en-US" b="false" i="false" strike="noStrike" u="none" sz="750">
                <a:solidFill>
                  <a:srgbClr val="E8EFF4"/>
                </a:solidFill>
                <a:latin typeface="Times New Roman"/>
                <a:ea typeface="Times New Roman"/>
                <a:cs typeface="Times New Roman"/>
                <a:sym typeface="Times New Roman"/>
              </a:rPr>
              <a:t>Rights</a:t>
            </a:r>
            <a:r>
              <a:rPr lang="en-US" b="false" i="false" strike="noStrike" u="none" sz="750" spc="-10">
                <a:solidFill>
                  <a:srgbClr val="E8EFF4"/>
                </a:solidFill>
                <a:latin typeface="Times New Roman"/>
                <a:ea typeface="Times New Roman"/>
                <a:cs typeface="Times New Roman"/>
                <a:sym typeface="Times New Roman"/>
              </a:rPr>
              <a:t> Reserved</a:t>
            </a:r>
            <a:endParaRPr lang="en-US" sz="1100"/>
          </a:p>
        </p:txBody>
      </p:sp>
      <p:sp>
        <p:nvSpPr>
          <p:cNvPr name="AutoShape 8" id="8"/>
          <p:cNvSpPr/>
          <p:nvPr/>
        </p:nvSpPr>
        <p:spPr>
          <a:xfrm rot="0" flipH="false" flipV="false">
            <a:off x="4080434" y="2048497"/>
            <a:ext cx="4180204" cy="2542427"/>
          </a:xfrm>
          <a:prstGeom prst="rect">
            <a:avLst/>
          </a:prstGeom>
          <a:noFill/>
          <a:ln w="12700">
            <a:noFill/>
            <a:prstDash val="solid"/>
          </a:ln>
        </p:spPr>
        <p:txBody>
          <a:bodyPr anchor="t" rtlCol="false" vert="horz" wrap="square" lIns="0" rIns="0" tIns="5715" bIns="0">
            <a:spAutoFit/>
          </a:bodyPr>
          <a:lstStyle/>
          <a:p>
            <a:pPr algn="l" marL="603250" indent="-591185" marR="5080">
              <a:lnSpc>
                <a:spcPct val="100000"/>
              </a:lnSpc>
              <a:spcBef>
                <a:spcPts val="45"/>
              </a:spcBef>
              <a:defRPr/>
            </a:pPr>
            <a:r>
              <a:rPr lang="en-US" b="true" i="false" strike="noStrike" u="none" sz="5400" spc="-130">
                <a:solidFill>
                  <a:srgbClr val="31859C"/>
                </a:solidFill>
                <a:latin typeface="Calibri"/>
                <a:ea typeface="Calibri"/>
                <a:cs typeface="Calibri"/>
                <a:sym typeface="Calibri"/>
              </a:rPr>
              <a:t>    Control Statements: Selection</a:t>
            </a:r>
            <a:endParaRPr lang="en-US" sz="1100"/>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95303" y="714104"/>
            <a:ext cx="4119679" cy="395701"/>
          </a:xfrm>
          <a:prstGeom prst="rect">
            <a:avLst/>
          </a:prstGeom>
          <a:ln w="12700">
            <a:noFill/>
            <a:prstDash val="solid"/>
          </a:ln>
        </p:spPr>
      </p:pic>
      <p:sp>
        <p:nvSpPr>
          <p:cNvPr name="AutoShape 3" id="3"/>
          <p:cNvSpPr/>
          <p:nvPr/>
        </p:nvSpPr>
        <p:spPr>
          <a:xfrm rot="0" flipH="false" flipV="false">
            <a:off x="5569584" y="6610032"/>
            <a:ext cx="2542540" cy="140335"/>
          </a:xfrm>
          <a:prstGeom prst="rect">
            <a:avLst/>
          </a:prstGeom>
          <a:noFill/>
          <a:ln w="12700">
            <a:noFill/>
            <a:prstDash val="solid"/>
          </a:ln>
        </p:spPr>
        <p:txBody>
          <a:bodyPr anchor="t" rtlCol="false" vert="horz" wrap="square" lIns="0" rIns="0" tIns="12700" bIns="0">
            <a:spAutoFit/>
          </a:bodyPr>
          <a:lstStyle/>
          <a:p>
            <a:pPr algn="l" marL="12700" indent="0">
              <a:lnSpc>
                <a:spcPct val="100000"/>
              </a:lnSpc>
              <a:spcBef>
                <a:spcPts val="100"/>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pic>
        <p:nvPicPr>
          <p:cNvPr name="Picture 4" id="4"/>
          <p:cNvPicPr>
            <a:picLocks noChangeAspect="true"/>
          </p:cNvPicPr>
          <p:nvPr/>
        </p:nvPicPr>
        <p:blipFill>
          <a:blip r:embed="rId3"/>
          <a:srcRect l="0" r="0" t="0" b="0"/>
          <a:stretch>
            <a:fillRect/>
          </a:stretch>
        </p:blipFill>
        <p:spPr>
          <a:xfrm rot="0" flipH="false" flipV="false">
            <a:off x="4181475" y="1990725"/>
            <a:ext cx="3829050" cy="2876550"/>
          </a:xfrm>
          <a:prstGeom prst="rect">
            <a:avLst/>
          </a:prstGeom>
          <a:ln w="12700">
            <a:noFill/>
            <a:prstDash val="solid"/>
          </a:ln>
        </p:spPr>
      </p:pic>
    </p:spTree>
  </p:cSld>
  <p:clrMapOvr>
    <a:masterClrMapping/>
  </p:clrMapOvr>
</p:sld>
</file>

<file path=ppt/slides/slide3.xml><?xml version="1.0" encoding="utf-8"?>
<p:sld xmlns:p="http://schemas.openxmlformats.org/presentationml/2006/main" xmlns:a="http://schemas.openxmlformats.org/drawingml/2006/main">
  <p:cSld>
    <p:bg>
      <p:bgPr>
        <a:solidFill>
          <a:srgbClr val="FFFFFF">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762000" y="381000"/>
            <a:ext cx="762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367E88"/>
                </a:solidFill>
              </a:rPr>
              <a:t>Comparison Operators</a:t>
            </a:r>
            <a:endParaRPr lang="en-US" sz="1100"/>
          </a:p>
        </p:txBody>
      </p:sp>
      <p:graphicFrame>
        <p:nvGraphicFramePr>
          <p:cNvPr name="Table 3" id="3"/>
          <p:cNvGraphicFramePr>
            <a:graphicFrameLocks noGrp="true"/>
          </p:cNvGraphicFramePr>
          <p:nvPr/>
        </p:nvGraphicFramePr>
        <p:xfrm>
          <a:off x="1016000" y="1397000"/>
          <a:ext cx="6096000" cy="2743200"/>
        </p:xfrm>
        <a:graphic>
          <a:graphicData uri="http://schemas.openxmlformats.org/drawingml/2006/table">
            <a:tbl>
              <a:tblPr>
                <a:effectLst/>
              </a:tblPr>
              <a:tblGrid>
                <a:gridCol w="2032000"/>
                <a:gridCol w="4064000"/>
              </a:tblGrid>
              <a:tr h="457200">
                <a:tc>
                  <a:txBody>
                    <a:bodyPr anchor="t" rtlCol="false"/>
                    <a:lstStyle/>
                    <a:p>
                      <a:pPr algn="ctr" marL="0" indent="0">
                        <a:lnSpc>
                          <a:spcPct val="100000"/>
                        </a:lnSpc>
                        <a:defRPr/>
                      </a:pPr>
                      <a:r>
                        <a:rPr lang="en-US" b="true" i="false" strike="noStrike" u="none" sz="1400">
                          <a:solidFill>
                            <a:srgbClr val="282828"/>
                          </a:solidFill>
                        </a:rPr>
                        <a:t>Operator</a:t>
                      </a:r>
                      <a:endParaRPr lang="en-US" sz="1100"/>
                    </a:p>
                  </a:txBody>
                  <a:tcPr anchor="ctr" anchorCtr="false" marL="101600" marR="101600" marT="101600" marB="101600">
                    <a:lnL>
                      <a:noFill/>
                    </a:lnL>
                    <a:lnR>
                      <a:noFill/>
                    </a:lnR>
                    <a:lnT>
                      <a:noFill/>
                    </a:lnT>
                    <a:lnB>
                      <a:noFill/>
                    </a:lnB>
                    <a:solidFill>
                      <a:srgbClr val="ADD8E6">
                        <a:alpha val="100000"/>
                      </a:srgbClr>
                    </a:solidFill>
                  </a:tcPr>
                </a:tc>
                <a:tc>
                  <a:txBody>
                    <a:bodyPr anchor="t" rtlCol="false"/>
                    <a:lstStyle/>
                    <a:p>
                      <a:pPr algn="ctr" marL="0" indent="0">
                        <a:lnSpc>
                          <a:spcPct val="100000"/>
                        </a:lnSpc>
                        <a:defRPr/>
                      </a:pPr>
                      <a:r>
                        <a:rPr lang="en-US" b="true" i="false" strike="noStrike" u="none" sz="1400">
                          <a:solidFill>
                            <a:srgbClr val="282828"/>
                          </a:solidFill>
                        </a:rPr>
                        <a:t>Meaning</a:t>
                      </a:r>
                      <a:endParaRPr lang="en-US" sz="1100"/>
                    </a:p>
                  </a:txBody>
                  <a:tcPr anchor="ctr" anchorCtr="false" marL="101600" marR="101600" marT="101600" marB="101600">
                    <a:lnL>
                      <a:noFill/>
                    </a:lnL>
                    <a:lnR>
                      <a:noFill/>
                    </a:lnR>
                    <a:lnT>
                      <a:noFill/>
                    </a:lnT>
                    <a:lnB>
                      <a:noFill/>
                    </a:lnB>
                    <a:solidFill>
                      <a:srgbClr val="ADD8E6">
                        <a:alpha val="100000"/>
                      </a:srgbClr>
                    </a:solidFill>
                  </a:tcPr>
                </a:tc>
              </a:tr>
              <a:tr h="381000">
                <a:tc>
                  <a:txBody>
                    <a:bodyPr anchor="t" rtlCol="false"/>
                    <a:lstStyle/>
                    <a:p>
                      <a:pPr algn="ctr" marL="0" indent="0">
                        <a:lnSpc>
                          <a:spcPct val="100000"/>
                        </a:lnSpc>
                        <a:defRPr/>
                      </a:pPr>
                      <a:r>
                        <a:rPr lang="en-US" b="false" i="false" strike="noStrike" u="none" sz="1300">
                          <a:solidFill>
                            <a:srgbClr val="000000"/>
                          </a:solidFill>
                        </a:rPr>
                        <a:t>&lt;</a:t>
                      </a:r>
                      <a:endParaRPr lang="en-US" sz="1100"/>
                    </a:p>
                  </a:txBody>
                  <a:tcPr anchor="ctr" anchorCtr="false" marL="101600" marR="101600" marT="95250" marB="95250">
                    <a:lnL>
                      <a:noFill/>
                    </a:lnL>
                    <a:lnR>
                      <a:noFill/>
                    </a:lnR>
                    <a:lnT>
                      <a:noFill/>
                    </a:lnT>
                    <a:lnB>
                      <a:noFill/>
                    </a:lnB>
                    <a:noFill/>
                  </a:tcPr>
                </a:tc>
                <a:tc>
                  <a:txBody>
                    <a:bodyPr anchor="t" rtlCol="false"/>
                    <a:lstStyle/>
                    <a:p>
                      <a:pPr algn="l" marL="0" indent="0">
                        <a:lnSpc>
                          <a:spcPct val="100000"/>
                        </a:lnSpc>
                        <a:defRPr/>
                      </a:pPr>
                      <a:r>
                        <a:rPr lang="en-US" b="false" i="false" strike="noStrike" u="none" sz="1300">
                          <a:solidFill>
                            <a:srgbClr val="000000"/>
                          </a:solidFill>
                        </a:rPr>
                        <a:t>Less than</a:t>
                      </a:r>
                      <a:endParaRPr lang="en-US" sz="1100"/>
                    </a:p>
                  </a:txBody>
                  <a:tcPr anchor="ctr" anchorCtr="false" marL="101600" marR="101600" marT="95250" marB="95250">
                    <a:lnL>
                      <a:noFill/>
                    </a:lnL>
                    <a:lnR>
                      <a:noFill/>
                    </a:lnR>
                    <a:lnT>
                      <a:noFill/>
                    </a:lnT>
                    <a:lnB>
                      <a:noFill/>
                    </a:lnB>
                    <a:noFill/>
                  </a:tcPr>
                </a:tc>
              </a:tr>
              <a:tr h="381000">
                <a:tc>
                  <a:txBody>
                    <a:bodyPr anchor="t" rtlCol="false"/>
                    <a:lstStyle/>
                    <a:p>
                      <a:pPr algn="ctr" marL="0" indent="0">
                        <a:lnSpc>
                          <a:spcPct val="100000"/>
                        </a:lnSpc>
                        <a:defRPr/>
                      </a:pPr>
                      <a:r>
                        <a:rPr lang="en-US" b="false" i="false" strike="noStrike" u="none" sz="1300">
                          <a:solidFill>
                            <a:srgbClr val="000000"/>
                          </a:solidFill>
                        </a:rPr>
                        <a:t>&lt;=</a:t>
                      </a:r>
                      <a:endParaRPr lang="en-US" sz="1100"/>
                    </a:p>
                  </a:txBody>
                  <a:tcPr anchor="ctr" anchorCtr="false" marL="101600" marR="101600" marT="95250" marB="95250">
                    <a:lnL>
                      <a:noFill/>
                    </a:lnL>
                    <a:lnR>
                      <a:noFill/>
                    </a:lnR>
                    <a:lnT>
                      <a:noFill/>
                    </a:lnT>
                    <a:lnB>
                      <a:noFill/>
                    </a:lnB>
                    <a:noFill/>
                  </a:tcPr>
                </a:tc>
                <a:tc>
                  <a:txBody>
                    <a:bodyPr anchor="t" rtlCol="false"/>
                    <a:lstStyle/>
                    <a:p>
                      <a:pPr algn="l" marL="0" indent="0">
                        <a:lnSpc>
                          <a:spcPct val="100000"/>
                        </a:lnSpc>
                        <a:defRPr/>
                      </a:pPr>
                      <a:r>
                        <a:rPr lang="en-US" b="false" i="false" strike="noStrike" u="none" sz="1300">
                          <a:solidFill>
                            <a:srgbClr val="000000"/>
                          </a:solidFill>
                        </a:rPr>
                        <a:t>Less than or equal to</a:t>
                      </a:r>
                      <a:endParaRPr lang="en-US" sz="1100"/>
                    </a:p>
                  </a:txBody>
                  <a:tcPr anchor="ctr" anchorCtr="false" marL="101600" marR="101600" marT="95250" marB="95250">
                    <a:lnL>
                      <a:noFill/>
                    </a:lnL>
                    <a:lnR>
                      <a:noFill/>
                    </a:lnR>
                    <a:lnT>
                      <a:noFill/>
                    </a:lnT>
                    <a:lnB>
                      <a:noFill/>
                    </a:lnB>
                    <a:noFill/>
                  </a:tcPr>
                </a:tc>
              </a:tr>
              <a:tr h="381000">
                <a:tc>
                  <a:txBody>
                    <a:bodyPr anchor="t" rtlCol="false"/>
                    <a:lstStyle/>
                    <a:p>
                      <a:pPr algn="ctr" marL="0" indent="0">
                        <a:lnSpc>
                          <a:spcPct val="100000"/>
                        </a:lnSpc>
                        <a:defRPr/>
                      </a:pPr>
                      <a:r>
                        <a:rPr lang="en-US" b="false" i="false" strike="noStrike" u="none" sz="1300">
                          <a:solidFill>
                            <a:srgbClr val="000000"/>
                          </a:solidFill>
                        </a:rPr>
                        <a:t>&gt;</a:t>
                      </a:r>
                      <a:endParaRPr lang="en-US" sz="1100"/>
                    </a:p>
                  </a:txBody>
                  <a:tcPr anchor="ctr" anchorCtr="false" marL="101600" marR="101600" marT="95250" marB="95250">
                    <a:lnL>
                      <a:noFill/>
                    </a:lnL>
                    <a:lnR>
                      <a:noFill/>
                    </a:lnR>
                    <a:lnT>
                      <a:noFill/>
                    </a:lnT>
                    <a:lnB>
                      <a:noFill/>
                    </a:lnB>
                    <a:noFill/>
                  </a:tcPr>
                </a:tc>
                <a:tc>
                  <a:txBody>
                    <a:bodyPr anchor="t" rtlCol="false"/>
                    <a:lstStyle/>
                    <a:p>
                      <a:pPr algn="l" marL="0" indent="0">
                        <a:lnSpc>
                          <a:spcPct val="100000"/>
                        </a:lnSpc>
                        <a:defRPr/>
                      </a:pPr>
                      <a:r>
                        <a:rPr lang="en-US" b="false" i="false" strike="noStrike" u="none" sz="1300">
                          <a:solidFill>
                            <a:srgbClr val="000000"/>
                          </a:solidFill>
                        </a:rPr>
                        <a:t>Greater than</a:t>
                      </a:r>
                      <a:endParaRPr lang="en-US" sz="1100"/>
                    </a:p>
                  </a:txBody>
                  <a:tcPr anchor="ctr" anchorCtr="false" marL="101600" marR="101600" marT="95250" marB="95250">
                    <a:lnL>
                      <a:noFill/>
                    </a:lnL>
                    <a:lnR>
                      <a:noFill/>
                    </a:lnR>
                    <a:lnT>
                      <a:noFill/>
                    </a:lnT>
                    <a:lnB>
                      <a:noFill/>
                    </a:lnB>
                    <a:noFill/>
                  </a:tcPr>
                </a:tc>
              </a:tr>
              <a:tr h="381000">
                <a:tc>
                  <a:txBody>
                    <a:bodyPr anchor="t" rtlCol="false"/>
                    <a:lstStyle/>
                    <a:p>
                      <a:pPr algn="ctr" marL="0" indent="0">
                        <a:lnSpc>
                          <a:spcPct val="100000"/>
                        </a:lnSpc>
                        <a:defRPr/>
                      </a:pPr>
                      <a:r>
                        <a:rPr lang="en-US" b="false" i="false" strike="noStrike" u="none" sz="1300">
                          <a:solidFill>
                            <a:srgbClr val="000000"/>
                          </a:solidFill>
                        </a:rPr>
                        <a:t>&gt;=</a:t>
                      </a:r>
                      <a:endParaRPr lang="en-US" sz="1100"/>
                    </a:p>
                  </a:txBody>
                  <a:tcPr anchor="ctr" anchorCtr="false" marL="101600" marR="101600" marT="95250" marB="95250">
                    <a:lnL>
                      <a:noFill/>
                    </a:lnL>
                    <a:lnR>
                      <a:noFill/>
                    </a:lnR>
                    <a:lnT>
                      <a:noFill/>
                    </a:lnT>
                    <a:lnB>
                      <a:noFill/>
                    </a:lnB>
                    <a:noFill/>
                  </a:tcPr>
                </a:tc>
                <a:tc>
                  <a:txBody>
                    <a:bodyPr anchor="t" rtlCol="false"/>
                    <a:lstStyle/>
                    <a:p>
                      <a:pPr algn="l" marL="0" indent="0">
                        <a:lnSpc>
                          <a:spcPct val="100000"/>
                        </a:lnSpc>
                        <a:defRPr/>
                      </a:pPr>
                      <a:r>
                        <a:rPr lang="en-US" b="false" i="false" strike="noStrike" u="none" sz="1300">
                          <a:solidFill>
                            <a:srgbClr val="000000"/>
                          </a:solidFill>
                        </a:rPr>
                        <a:t>Greater than or equal to</a:t>
                      </a:r>
                      <a:endParaRPr lang="en-US" sz="1100"/>
                    </a:p>
                  </a:txBody>
                  <a:tcPr anchor="ctr" anchorCtr="false" marL="101600" marR="101600" marT="95250" marB="95250">
                    <a:lnL>
                      <a:noFill/>
                    </a:lnL>
                    <a:lnR>
                      <a:noFill/>
                    </a:lnR>
                    <a:lnT>
                      <a:noFill/>
                    </a:lnT>
                    <a:lnB>
                      <a:noFill/>
                    </a:lnB>
                    <a:noFill/>
                  </a:tcPr>
                </a:tc>
              </a:tr>
              <a:tr h="381000">
                <a:tc>
                  <a:txBody>
                    <a:bodyPr anchor="t" rtlCol="false"/>
                    <a:lstStyle/>
                    <a:p>
                      <a:pPr algn="ctr" marL="0" indent="0">
                        <a:lnSpc>
                          <a:spcPct val="100000"/>
                        </a:lnSpc>
                        <a:defRPr/>
                      </a:pPr>
                      <a:r>
                        <a:rPr lang="en-US" b="false" i="false" strike="noStrike" u="none" sz="1300">
                          <a:solidFill>
                            <a:srgbClr val="000000"/>
                          </a:solidFill>
                        </a:rPr>
                        <a:t>==</a:t>
                      </a:r>
                      <a:endParaRPr lang="en-US" sz="1100"/>
                    </a:p>
                  </a:txBody>
                  <a:tcPr anchor="ctr" anchorCtr="false" marL="101600" marR="101600" marT="95250" marB="95250">
                    <a:lnL>
                      <a:noFill/>
                    </a:lnL>
                    <a:lnR>
                      <a:noFill/>
                    </a:lnR>
                    <a:lnT>
                      <a:noFill/>
                    </a:lnT>
                    <a:lnB>
                      <a:noFill/>
                    </a:lnB>
                    <a:noFill/>
                  </a:tcPr>
                </a:tc>
                <a:tc>
                  <a:txBody>
                    <a:bodyPr anchor="t" rtlCol="false"/>
                    <a:lstStyle/>
                    <a:p>
                      <a:pPr algn="l" marL="0" indent="0">
                        <a:lnSpc>
                          <a:spcPct val="100000"/>
                        </a:lnSpc>
                        <a:defRPr/>
                      </a:pPr>
                      <a:r>
                        <a:rPr lang="en-US" b="false" i="false" strike="noStrike" u="none" sz="1300">
                          <a:solidFill>
                            <a:srgbClr val="000000"/>
                          </a:solidFill>
                        </a:rPr>
                        <a:t>Equal to</a:t>
                      </a:r>
                      <a:endParaRPr lang="en-US" sz="1100"/>
                    </a:p>
                  </a:txBody>
                  <a:tcPr anchor="ctr" anchorCtr="false" marL="101600" marR="101600" marT="95250" marB="95250">
                    <a:lnL>
                      <a:noFill/>
                    </a:lnL>
                    <a:lnR>
                      <a:noFill/>
                    </a:lnR>
                    <a:lnT>
                      <a:noFill/>
                    </a:lnT>
                    <a:lnB>
                      <a:noFill/>
                    </a:lnB>
                    <a:noFill/>
                  </a:tcPr>
                </a:tc>
              </a:tr>
              <a:tr h="381000">
                <a:tc>
                  <a:txBody>
                    <a:bodyPr anchor="t" rtlCol="false"/>
                    <a:lstStyle/>
                    <a:p>
                      <a:pPr algn="ctr" marL="0" indent="0">
                        <a:lnSpc>
                          <a:spcPct val="100000"/>
                        </a:lnSpc>
                        <a:defRPr/>
                      </a:pPr>
                      <a:r>
                        <a:rPr lang="en-US" b="false" i="false" strike="noStrike" u="none" sz="1300">
                          <a:solidFill>
                            <a:srgbClr val="000000"/>
                          </a:solidFill>
                        </a:rPr>
                        <a:t>!=</a:t>
                      </a:r>
                      <a:endParaRPr lang="en-US" sz="1100"/>
                    </a:p>
                  </a:txBody>
                  <a:tcPr anchor="ctr" anchorCtr="false" marL="101600" marR="101600" marT="95250" marB="95250">
                    <a:lnL>
                      <a:noFill/>
                    </a:lnL>
                    <a:lnR>
                      <a:noFill/>
                    </a:lnR>
                    <a:lnT>
                      <a:noFill/>
                    </a:lnT>
                    <a:lnB>
                      <a:noFill/>
                    </a:lnB>
                    <a:noFill/>
                  </a:tcPr>
                </a:tc>
                <a:tc>
                  <a:txBody>
                    <a:bodyPr anchor="t" rtlCol="false"/>
                    <a:lstStyle/>
                    <a:p>
                      <a:pPr algn="l" marL="0" indent="0">
                        <a:lnSpc>
                          <a:spcPct val="100000"/>
                        </a:lnSpc>
                        <a:defRPr/>
                      </a:pPr>
                      <a:r>
                        <a:rPr lang="en-US" b="false" i="false" strike="noStrike" u="none" sz="1300">
                          <a:solidFill>
                            <a:srgbClr val="000000"/>
                          </a:solidFill>
                        </a:rPr>
                        <a:t>Not equal to</a:t>
                      </a:r>
                      <a:endParaRPr lang="en-US" sz="1100"/>
                    </a:p>
                  </a:txBody>
                  <a:tcPr anchor="ctr" anchorCtr="false" marL="101600" marR="101600" marT="95250" marB="95250">
                    <a:lnL>
                      <a:noFill/>
                    </a:lnL>
                    <a:lnR>
                      <a:noFill/>
                    </a:lnR>
                    <a:lnT>
                      <a:noFill/>
                    </a:lnT>
                    <a:lnB>
                      <a:noFill/>
                    </a:lnB>
                    <a:noFill/>
                  </a:tcPr>
                </a:tc>
              </a:tr>
            </a:tbl>
          </a:graphicData>
        </a:graphic>
      </p:graphicFrame>
      <p:sp>
        <p:nvSpPr>
          <p:cNvPr name="AutoShape 4" id="4"/>
          <p:cNvSpPr/>
          <p:nvPr/>
        </p:nvSpPr>
        <p:spPr>
          <a:xfrm rot="0" flipH="false" flipV="false">
            <a:off x="7620000" y="1397000"/>
            <a:ext cx="3937000" cy="2286000"/>
          </a:xfrm>
          <a:prstGeom prst="roundRect">
            <a:avLst>
              <a:gd name="adj" fmla="val 4444"/>
            </a:avLst>
          </a:prstGeom>
          <a:solidFill>
            <a:srgbClr val="FFF8DC">
              <a:alpha val="100000"/>
            </a:srgbClr>
          </a:solidFill>
          <a:ln w="12700" cmpd="sng" cap="flat">
            <a:solidFill>
              <a:srgbClr val="C89632">
                <a:alpha val="10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810500" y="1587500"/>
            <a:ext cx="3556000" cy="190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true" i="false" strike="noStrike" u="none" sz="1300">
                <a:solidFill>
                  <a:srgbClr val="783C00"/>
                </a:solidFill>
              </a:rPr>
              <a:t>Common Mistake:</a:t>
            </a:r>
            <a:r>
              <a:rPr lang="en-US" b="false" i="false" strike="noStrike" u="none" sz="1300">
                <a:solidFill>
                  <a:srgbClr val="783C00"/>
                </a:solidFill>
              </a:rPr>
              <a:t/>
            </a:r>
            <a:endParaRPr lang="en-US" sz="1100"/>
          </a:p>
          <a:p>
            <a:pPr algn="l" marL="0" indent="0">
              <a:lnSpc>
                <a:spcPct val="133333"/>
              </a:lnSpc>
            </a:pPr>
            <a:r>
              <a:rPr lang="en-US" b="false" i="false" strike="noStrike" u="none" sz="1300">
                <a:solidFill>
                  <a:srgbClr val="783C00"/>
                </a:solidFill>
              </a:rPr>
              <a:t>Do not confuse == (comparison) with = (assignment).</a:t>
            </a:r>
          </a:p>
          <a:p>
            <a:pPr algn="l" marL="0" indent="0">
              <a:lnSpc>
                <a:spcPct val="133333"/>
              </a:lnSpc>
            </a:pPr>
            <a:r>
              <a:rPr lang="en-US" b="false" i="false" strike="noStrike" u="none" sz="1300">
                <a:solidFill>
                  <a:srgbClr val="783C00"/>
                </a:solidFill>
              </a:rPr>
              <a:t/>
            </a:r>
          </a:p>
          <a:p>
            <a:pPr algn="l" marL="0" indent="0">
              <a:lnSpc>
                <a:spcPct val="133333"/>
              </a:lnSpc>
            </a:pPr>
            <a:r>
              <a:rPr lang="en-US" b="false" i="false" strike="noStrike" u="none" sz="1300">
                <a:solidFill>
                  <a:srgbClr val="783C00"/>
                </a:solidFill>
              </a:rPr>
              <a:t>if (x = 5) // WRONG: assigns 5 to x</a:t>
            </a:r>
          </a:p>
          <a:p>
            <a:pPr algn="l" marL="0" indent="0">
              <a:lnSpc>
                <a:spcPct val="133333"/>
              </a:lnSpc>
            </a:pPr>
            <a:r>
              <a:rPr lang="en-US" b="false" i="false" strike="noStrike" u="none" sz="1300">
                <a:solidFill>
                  <a:srgbClr val="783C00"/>
                </a:solidFill>
              </a:rPr>
              <a:t>if (x == 5) // CORRECT: compares x to 5</a:t>
            </a:r>
          </a:p>
        </p:txBody>
      </p:sp>
      <p:sp>
        <p:nvSpPr>
          <p:cNvPr name="AutoShape 6" id="6"/>
          <p:cNvSpPr/>
          <p:nvPr/>
        </p:nvSpPr>
        <p:spPr>
          <a:xfrm rot="0" flipH="false" flipV="false">
            <a:off x="1016000" y="4318000"/>
            <a:ext cx="10160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400">
                <a:solidFill>
                  <a:srgbClr val="3C3C3C"/>
                </a:solidFill>
              </a:rPr>
              <a:t>Comparison operators have lower precedence than arithmetic operators.</a:t>
            </a:r>
            <a:endParaRPr lang="en-US" sz="1100"/>
          </a:p>
          <a:p>
            <a:pPr algn="l" marL="0" indent="0">
              <a:lnSpc>
                <a:spcPct val="125000"/>
              </a:lnSpc>
            </a:pPr>
            <a:r>
              <a:rPr lang="en-US" b="false" i="false" strike="noStrike" u="none" sz="1400">
                <a:solidFill>
                  <a:srgbClr val="3C3C3C"/>
                </a:solidFill>
              </a:rPr>
              <a:t>Example: </a:t>
            </a:r>
            <a:r>
              <a:rPr lang="en-US" b="false" i="false" strike="noStrike" u="none" sz="1400">
                <a:solidFill>
                  <a:srgbClr val="3C3C3C"/>
                </a:solidFill>
                <a:latin typeface="Courier New"/>
                <a:ea typeface="Courier New"/>
                <a:cs typeface="Courier New"/>
                <a:sym typeface="Courier New"/>
              </a:rPr>
              <a:t>2 * antal &gt; 10</a:t>
            </a:r>
            <a:r>
              <a:rPr lang="en-US" b="false" i="false" strike="noStrike" u="none" sz="1400">
                <a:solidFill>
                  <a:srgbClr val="3C3C3C"/>
                </a:solidFill>
              </a:rPr>
              <a:t> is evaluated as </a:t>
            </a:r>
            <a:r>
              <a:rPr lang="en-US" b="false" i="false" strike="noStrike" u="none" sz="1400">
                <a:solidFill>
                  <a:srgbClr val="3C3C3C"/>
                </a:solidFill>
                <a:latin typeface="Courier New"/>
                <a:ea typeface="Courier New"/>
                <a:cs typeface="Courier New"/>
                <a:sym typeface="Courier New"/>
              </a:rPr>
              <a:t>(2 * antal) &gt; 10</a:t>
            </a:r>
          </a:p>
        </p:txBody>
      </p:sp>
      <p:sp>
        <p:nvSpPr>
          <p:cNvPr name="AutoShape 7" id="7"/>
          <p:cNvSpPr/>
          <p:nvPr/>
        </p:nvSpPr>
        <p:spPr>
          <a:xfrm rot="0" flipH="false" flipV="false">
            <a:off x="4445000" y="6477000"/>
            <a:ext cx="3810000" cy="254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900">
                <a:solidFill>
                  <a:srgbClr val="969696"/>
                </a:solidFill>
              </a:rPr>
              <a:t>Copyright © 2020 Pearson Education Ltd. All Rights Reserved</a:t>
            </a:r>
            <a:endParaRPr lang="en-US" sz="1100"/>
          </a:p>
        </p:txBody>
      </p:sp>
    </p:spTree>
  </p:cSld>
  <p:clrMapOvr>
    <a:masterClrMapping/>
  </p:clrMapOvr>
</p:sld>
</file>

<file path=ppt/slides/slide4.xml><?xml version="1.0" encoding="utf-8"?>
<p:sld xmlns:p="http://schemas.openxmlformats.org/presentationml/2006/main" xmlns:a="http://schemas.openxmlformats.org/drawingml/2006/main">
  <p:cSld>
    <p:bg>
      <p:bgPr>
        <a:solidFill>
          <a:srgbClr val="FFFFFF">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762000" y="381000"/>
            <a:ext cx="762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367E88"/>
                </a:solidFill>
              </a:rPr>
              <a:t>The boolean Type</a:t>
            </a:r>
            <a:endParaRPr lang="en-US" sz="1100"/>
          </a:p>
        </p:txBody>
      </p:sp>
      <p:sp>
        <p:nvSpPr>
          <p:cNvPr name="AutoShape 3" id="3"/>
          <p:cNvSpPr/>
          <p:nvPr/>
        </p:nvSpPr>
        <p:spPr>
          <a:xfrm rot="0" flipH="false" flipV="false">
            <a:off x="1016000" y="1397000"/>
            <a:ext cx="101600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true" i="false" strike="noStrike" u="none" sz="1600">
                <a:solidFill>
                  <a:srgbClr val="323232"/>
                </a:solidFill>
                <a:latin typeface="Courier New"/>
                <a:ea typeface="Courier New"/>
                <a:cs typeface="Courier New"/>
                <a:sym typeface="Courier New"/>
              </a:rPr>
              <a:t>boolean</a:t>
            </a:r>
            <a:r>
              <a:rPr lang="en-US" b="false" i="false" strike="noStrike" u="none" sz="1600">
                <a:solidFill>
                  <a:srgbClr val="323232"/>
                </a:solidFill>
              </a:rPr>
              <a:t> is Java's boolean type. It can only hold two values:</a:t>
            </a:r>
            <a:endParaRPr lang="en-US" sz="1100"/>
          </a:p>
        </p:txBody>
      </p:sp>
      <p:sp>
        <p:nvSpPr>
          <p:cNvPr name="AutoShape 4" id="4"/>
          <p:cNvSpPr/>
          <p:nvPr/>
        </p:nvSpPr>
        <p:spPr>
          <a:xfrm rot="0" flipH="false" flipV="false">
            <a:off x="1524000" y="2413000"/>
            <a:ext cx="2540000" cy="762000"/>
          </a:xfrm>
          <a:prstGeom prst="roundRect">
            <a:avLst>
              <a:gd name="adj" fmla="val 13333"/>
            </a:avLst>
          </a:prstGeom>
          <a:solidFill>
            <a:srgbClr val="DCF0DC">
              <a:alpha val="100000"/>
            </a:srgbClr>
          </a:solidFill>
          <a:ln w="12700" cmpd="sng" cap="flat">
            <a:solidFill>
              <a:srgbClr val="50A050">
                <a:alpha val="10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1524000" y="2413000"/>
            <a:ext cx="2540000" cy="762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true" i="false" strike="noStrike" u="none" sz="2200">
                <a:solidFill>
                  <a:srgbClr val="328232"/>
                </a:solidFill>
              </a:rPr>
              <a:t>true</a:t>
            </a:r>
            <a:endParaRPr lang="en-US" sz="1100"/>
          </a:p>
        </p:txBody>
      </p:sp>
      <p:sp>
        <p:nvSpPr>
          <p:cNvPr name="AutoShape 6" id="6"/>
          <p:cNvSpPr/>
          <p:nvPr/>
        </p:nvSpPr>
        <p:spPr>
          <a:xfrm rot="0" flipH="false" flipV="false">
            <a:off x="4572000" y="2413000"/>
            <a:ext cx="2540000" cy="762000"/>
          </a:xfrm>
          <a:prstGeom prst="roundRect">
            <a:avLst>
              <a:gd name="adj" fmla="val 13333"/>
            </a:avLst>
          </a:prstGeom>
          <a:solidFill>
            <a:srgbClr val="F0DCDC">
              <a:alpha val="100000"/>
            </a:srgbClr>
          </a:solidFill>
          <a:ln w="12700" cmpd="sng" cap="flat">
            <a:solidFill>
              <a:srgbClr val="A05050">
                <a:alpha val="100000"/>
              </a:srgbClr>
            </a:solidFill>
            <a:prstDash val="solid"/>
            <a:round/>
          </a:ln>
        </p:spPr>
        <p:txBody>
          <a:bodyPr anchor="ctr" rtlCol="false" vert="horz" wrap="square" lIns="63500" rIns="63500" tIns="63500" bIns="63500"/>
          <a:lstStyle/>
          <a:p>
            <a:pPr algn="ctr">
              <a:defRPr/>
            </a:pPr>
            <a:endParaRPr/>
          </a:p>
        </p:txBody>
      </p:sp>
      <p:sp>
        <p:nvSpPr>
          <p:cNvPr name="AutoShape 7" id="7"/>
          <p:cNvSpPr/>
          <p:nvPr/>
        </p:nvSpPr>
        <p:spPr>
          <a:xfrm rot="0" flipH="false" flipV="false">
            <a:off x="4572000" y="2413000"/>
            <a:ext cx="2540000" cy="762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true" i="false" strike="noStrike" u="none" sz="2200">
                <a:solidFill>
                  <a:srgbClr val="963232"/>
                </a:solidFill>
              </a:rPr>
              <a:t>false</a:t>
            </a:r>
            <a:endParaRPr lang="en-US" sz="1100"/>
          </a:p>
        </p:txBody>
      </p:sp>
      <p:sp>
        <p:nvSpPr>
          <p:cNvPr name="AutoShape 8" id="8"/>
          <p:cNvSpPr/>
          <p:nvPr/>
        </p:nvSpPr>
        <p:spPr>
          <a:xfrm rot="0" flipH="false" flipV="false">
            <a:off x="1016000" y="3683000"/>
            <a:ext cx="10160000" cy="203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50000"/>
              </a:lnSpc>
              <a:defRPr/>
            </a:pPr>
            <a:r>
              <a:rPr lang="en-US" b="false" i="false" strike="noStrike" u="none" sz="1400">
                <a:solidFill>
                  <a:srgbClr val="323232"/>
                </a:solidFill>
              </a:rPr>
              <a:t>Declare and assign just like numeric types:</a:t>
            </a:r>
            <a:endParaRPr lang="en-US" sz="1100"/>
          </a:p>
          <a:p>
            <a:pPr algn="l" marL="0" indent="0">
              <a:lnSpc>
                <a:spcPct val="150000"/>
              </a:lnSpc>
            </a:pPr>
            <a:r>
              <a:rPr lang="en-US" b="false" i="false" strike="noStrike" u="none" sz="1400">
                <a:solidFill>
                  <a:srgbClr val="323232"/>
                </a:solidFill>
                <a:latin typeface="Courier New"/>
                <a:ea typeface="Courier New"/>
                <a:cs typeface="Courier New"/>
                <a:sym typeface="Courier New"/>
              </a:rPr>
              <a:t>boolean erOverskud;</a:t>
            </a:r>
            <a:r>
              <a:rPr lang="en-US" b="false" i="false" strike="noStrike" u="none" sz="1400">
                <a:solidFill>
                  <a:srgbClr val="323232"/>
                </a:solidFill>
              </a:rPr>
              <a:t/>
            </a:r>
          </a:p>
          <a:p>
            <a:pPr algn="l" marL="0" indent="0">
              <a:lnSpc>
                <a:spcPct val="150000"/>
              </a:lnSpc>
            </a:pPr>
            <a:r>
              <a:rPr lang="en-US" b="false" i="false" strike="noStrike" u="none" sz="1400">
                <a:solidFill>
                  <a:srgbClr val="323232"/>
                </a:solidFill>
                <a:latin typeface="Courier New"/>
                <a:ea typeface="Courier New"/>
                <a:cs typeface="Courier New"/>
                <a:sym typeface="Courier New"/>
              </a:rPr>
              <a:t>erOverskud = (indtaegt &gt; udgift);</a:t>
            </a:r>
            <a:r>
              <a:rPr lang="en-US" b="false" i="false" strike="noStrike" u="none" sz="1400">
                <a:solidFill>
                  <a:srgbClr val="323232"/>
                </a:solidFill>
              </a:rPr>
              <a:t/>
            </a:r>
          </a:p>
          <a:p>
            <a:pPr algn="l" marL="0" indent="0">
              <a:lnSpc>
                <a:spcPct val="150000"/>
              </a:lnSpc>
            </a:pPr>
            <a:r>
              <a:rPr lang="en-US" b="false" i="false" strike="noStrike" u="none" sz="1400">
                <a:solidFill>
                  <a:srgbClr val="323232"/>
                </a:solidFill>
              </a:rPr>
              <a:t/>
            </a:r>
          </a:p>
          <a:p>
            <a:pPr algn="l" marL="0" indent="0">
              <a:lnSpc>
                <a:spcPct val="150000"/>
              </a:lnSpc>
            </a:pPr>
            <a:r>
              <a:rPr lang="en-US" b="false" i="false" strike="noStrike" u="none" sz="1400">
                <a:solidFill>
                  <a:srgbClr val="323232"/>
                </a:solidFill>
              </a:rPr>
              <a:t>A </a:t>
            </a:r>
            <a:r>
              <a:rPr lang="en-US" b="true" i="false" strike="noStrike" u="none" sz="1400">
                <a:solidFill>
                  <a:srgbClr val="323232"/>
                </a:solidFill>
              </a:rPr>
              <a:t>boolean expression</a:t>
            </a:r>
            <a:r>
              <a:rPr lang="en-US" b="false" i="false" strike="noStrike" u="none" sz="1400">
                <a:solidFill>
                  <a:srgbClr val="323232"/>
                </a:solidFill>
              </a:rPr>
              <a:t> evaluates to either true or false based on variable values.</a:t>
            </a:r>
          </a:p>
          <a:p>
            <a:pPr algn="l" marL="0" indent="0">
              <a:lnSpc>
                <a:spcPct val="150000"/>
              </a:lnSpc>
            </a:pPr>
            <a:r>
              <a:rPr lang="en-US" b="false" i="false" strike="noStrike" u="none" sz="1400">
                <a:solidFill>
                  <a:srgbClr val="323232"/>
                </a:solidFill>
              </a:rPr>
              <a:t>The </a:t>
            </a:r>
            <a:r>
              <a:rPr lang="en-US" b="true" i="false" strike="noStrike" u="none" sz="1400">
                <a:solidFill>
                  <a:srgbClr val="323232"/>
                </a:solidFill>
              </a:rPr>
              <a:t>program state</a:t>
            </a:r>
            <a:r>
              <a:rPr lang="en-US" b="false" i="false" strike="noStrike" u="none" sz="1400">
                <a:solidFill>
                  <a:srgbClr val="323232"/>
                </a:solidFill>
              </a:rPr>
              <a:t> (all variable values) determines which path the program takes.</a:t>
            </a:r>
          </a:p>
        </p:txBody>
      </p:sp>
      <p:sp>
        <p:nvSpPr>
          <p:cNvPr name="AutoShape 9" id="9"/>
          <p:cNvSpPr/>
          <p:nvPr/>
        </p:nvSpPr>
        <p:spPr>
          <a:xfrm rot="0" flipH="false" flipV="false">
            <a:off x="4445000" y="6477000"/>
            <a:ext cx="3810000" cy="254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900">
                <a:solidFill>
                  <a:srgbClr val="969696"/>
                </a:solidFill>
              </a:rPr>
              <a:t>Copyright © 2020 Pearson Education Ltd. All Rights Reserved</a:t>
            </a:r>
            <a:endParaRPr lang="en-US" sz="1100"/>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2077846" y="1753214"/>
            <a:ext cx="8036307" cy="3351570"/>
          </a:xfrm>
          <a:prstGeom prst="rect">
            <a:avLst/>
          </a:prstGeom>
          <a:ln w="12700">
            <a:noFill/>
            <a:prstDash val="solid"/>
          </a:ln>
        </p:spPr>
      </p:pic>
      <p:sp>
        <p:nvSpPr>
          <p:cNvPr name="AutoShape 3" id="3"/>
          <p:cNvSpPr/>
          <p:nvPr/>
        </p:nvSpPr>
        <p:spPr>
          <a:xfrm rot="0" flipH="false" flipV="false">
            <a:off x="688975" y="6610032"/>
            <a:ext cx="2542540" cy="140335"/>
          </a:xfrm>
          <a:prstGeom prst="rect">
            <a:avLst/>
          </a:prstGeom>
          <a:noFill/>
          <a:ln w="12700">
            <a:noFill/>
            <a:prstDash val="solid"/>
          </a:ln>
        </p:spPr>
        <p:txBody>
          <a:bodyPr anchor="t" rtlCol="false" vert="horz" wrap="square" lIns="0" rIns="0" tIns="12700" bIns="0">
            <a:spAutoFit/>
          </a:bodyPr>
          <a:lstStyle/>
          <a:p>
            <a:pPr algn="l" marL="12700" indent="0">
              <a:lnSpc>
                <a:spcPct val="100000"/>
              </a:lnSpc>
              <a:spcBef>
                <a:spcPts val="100"/>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grpSp>
        <p:nvGrpSpPr>
          <p:cNvPr name="Group 4" id="4"/>
          <p:cNvGrpSpPr/>
          <p:nvPr/>
        </p:nvGrpSpPr>
        <p:grpSpPr>
          <a:xfrm>
            <a:off x="704015" y="190436"/>
            <a:ext cx="2929771" cy="871537"/>
            <a:chOff x="704015" y="190436"/>
            <a:chExt cx="2929771" cy="871537"/>
          </a:xfrm>
        </p:grpSpPr>
        <p:pic>
          <p:nvPicPr>
            <p:cNvPr name="Picture 5" id="5"/>
            <p:cNvPicPr>
              <a:picLocks noChangeAspect="true"/>
            </p:cNvPicPr>
            <p:nvPr/>
          </p:nvPicPr>
          <p:blipFill>
            <a:blip r:embed="rId3"/>
            <a:srcRect l="0" r="0" t="0" b="0"/>
            <a:stretch>
              <a:fillRect/>
            </a:stretch>
          </p:blipFill>
          <p:spPr>
            <a:xfrm rot="0" flipH="false" flipV="false">
              <a:off x="704015" y="427267"/>
              <a:ext cx="1015987" cy="303143"/>
            </a:xfrm>
            <a:prstGeom prst="rect">
              <a:avLst/>
            </a:prstGeom>
            <a:ln w="12700">
              <a:noFill/>
              <a:prstDash val="solid"/>
            </a:ln>
          </p:spPr>
        </p:pic>
        <p:pic>
          <p:nvPicPr>
            <p:cNvPr name="Picture 6" id="6"/>
            <p:cNvPicPr>
              <a:picLocks noChangeAspect="true"/>
            </p:cNvPicPr>
            <p:nvPr/>
          </p:nvPicPr>
          <p:blipFill>
            <a:blip r:embed="rId4"/>
            <a:srcRect l="0" r="0" t="0" b="0"/>
            <a:stretch>
              <a:fillRect/>
            </a:stretch>
          </p:blipFill>
          <p:spPr>
            <a:xfrm rot="0" flipH="false" flipV="false">
              <a:off x="1552575" y="190436"/>
              <a:ext cx="1433449" cy="871537"/>
            </a:xfrm>
            <a:prstGeom prst="rect">
              <a:avLst/>
            </a:prstGeom>
            <a:ln w="12700">
              <a:noFill/>
              <a:prstDash val="solid"/>
            </a:ln>
          </p:spPr>
        </p:pic>
        <p:pic>
          <p:nvPicPr>
            <p:cNvPr name="Picture 7" id="7"/>
            <p:cNvPicPr>
              <a:picLocks noChangeAspect="true"/>
            </p:cNvPicPr>
            <p:nvPr/>
          </p:nvPicPr>
          <p:blipFill>
            <a:blip r:embed="rId5"/>
            <a:srcRect l="0" r="0" t="0" b="0"/>
            <a:stretch>
              <a:fillRect/>
            </a:stretch>
          </p:blipFill>
          <p:spPr>
            <a:xfrm rot="0" flipH="false" flipV="false">
              <a:off x="2543174" y="190436"/>
              <a:ext cx="1090612" cy="871537"/>
            </a:xfrm>
            <a:prstGeom prst="rect">
              <a:avLst/>
            </a:prstGeom>
            <a:ln w="12700">
              <a:noFill/>
              <a:prstDash val="solid"/>
            </a:ln>
          </p:spPr>
        </p:pic>
      </p:grpSp>
      <p:sp>
        <p:nvSpPr>
          <p:cNvPr name="AutoShape 8" id="8"/>
          <p:cNvSpPr/>
          <p:nvPr>
            <p:ph idx="22" type="body" sz="quarter" hasCustomPrompt="true"/>
          </p:nvPr>
        </p:nvSpPr>
        <p:spPr>
          <a:xfrm rot="0" flipH="false" flipV="false">
            <a:off x="669925" y="279399"/>
            <a:ext cx="4829810" cy="486030"/>
          </a:xfrm>
          <a:prstGeom prst="rect">
            <a:avLst/>
          </a:prstGeom>
        </p:spPr>
        <p:txBody>
          <a:bodyPr anchor="t" vert="horz" wrap="square" lIns="0" rIns="0" tIns="16510" bIns="0">
            <a:spAutoFit/>
          </a:bodyPr>
          <a:lstStyle>
            <a:lvl1pPr algn="l">
              <a:lnSpc>
                <a:spcPct val="100000"/>
              </a:lnSpc>
              <a:defRPr sz="3050" b="true" i="false" u="none" strike="noStrike" spc="0">
                <a:solidFill>
                  <a:srgbClr val="464646">
                    <a:alpha val="100000"/>
                  </a:srgbClr>
                </a:solidFill>
                <a:latin typeface="Times New Roman"/>
              </a:defRPr>
            </a:lvl1pPr>
          </a:lstStyle>
          <a:p>
            <a:pPr algn="l" marL="31750" indent="0">
              <a:lnSpc>
                <a:spcPct val="100000"/>
              </a:lnSpc>
              <a:spcBef>
                <a:spcPts val="130"/>
              </a:spcBef>
            </a:pPr>
            <a:r>
              <a:rPr lang="en-US" b="true" i="false" strike="noStrike" u="none" sz="3050">
                <a:solidFill>
                  <a:srgbClr val="464646"/>
                </a:solidFill>
                <a:latin typeface="Times New Roman"/>
                <a:ea typeface="Times New Roman"/>
                <a:cs typeface="Times New Roman"/>
                <a:sym typeface="Times New Roman"/>
              </a:rPr>
              <a:t>Truth</a:t>
            </a:r>
            <a:r>
              <a:rPr lang="en-US" b="true" i="false" strike="noStrike" u="none" sz="3050" spc="65">
                <a:solidFill>
                  <a:srgbClr val="464646"/>
                </a:solidFill>
                <a:latin typeface="Times New Roman"/>
                <a:ea typeface="Times New Roman"/>
                <a:cs typeface="Times New Roman"/>
                <a:sym typeface="Times New Roman"/>
              </a:rPr>
              <a:t> </a:t>
            </a:r>
            <a:r>
              <a:rPr lang="en-US" b="true" i="false" strike="noStrike" u="none" sz="3050" spc="140">
                <a:solidFill>
                  <a:srgbClr val="464646"/>
                </a:solidFill>
                <a:latin typeface="Times New Roman"/>
                <a:ea typeface="Times New Roman"/>
                <a:cs typeface="Times New Roman"/>
                <a:sym typeface="Times New Roman"/>
              </a:rPr>
              <a:t>table       - and</a:t>
            </a:r>
            <a:r>
              <a:rPr lang="en-US" b="true" i="false" strike="noStrike" u="none" sz="3050" spc="-40">
                <a:solidFill>
                  <a:srgbClr val="464646"/>
                </a:solidFill>
                <a:latin typeface="Times New Roman"/>
                <a:ea typeface="Times New Roman"/>
                <a:cs typeface="Times New Roman"/>
                <a:sym typeface="Times New Roman"/>
              </a:rPr>
              <a:t> </a:t>
            </a:r>
            <a:r>
              <a:rPr lang="en-US" b="true" i="false" strike="noStrike" u="none" sz="3050" spc="-345">
                <a:solidFill>
                  <a:srgbClr val="464646"/>
                </a:solidFill>
                <a:latin typeface="Times New Roman"/>
                <a:ea typeface="Times New Roman"/>
                <a:cs typeface="Times New Roman"/>
                <a:sym typeface="Times New Roman"/>
              </a:rPr>
              <a:t> </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85778" y="714073"/>
            <a:ext cx="4119669" cy="338613"/>
          </a:xfrm>
          <a:prstGeom prst="rect">
            <a:avLst/>
          </a:prstGeom>
          <a:ln w="12700">
            <a:noFill/>
            <a:prstDash val="solid"/>
          </a:ln>
        </p:spPr>
      </p:pic>
      <p:sp>
        <p:nvSpPr>
          <p:cNvPr name="AutoShape 3" id="3"/>
          <p:cNvSpPr/>
          <p:nvPr/>
        </p:nvSpPr>
        <p:spPr>
          <a:xfrm rot="0" flipH="false" flipV="false">
            <a:off x="774700" y="1497266"/>
            <a:ext cx="10557510" cy="1698625"/>
          </a:xfrm>
          <a:prstGeom prst="rect">
            <a:avLst/>
          </a:prstGeom>
          <a:noFill/>
          <a:ln w="12700">
            <a:noFill/>
            <a:prstDash val="solid"/>
          </a:ln>
        </p:spPr>
        <p:txBody>
          <a:bodyPr anchor="t" rtlCol="false" vert="horz" wrap="square" lIns="0" rIns="0" tIns="10795" bIns="0">
            <a:spAutoFit/>
          </a:bodyPr>
          <a:lstStyle>
            <a:lvl1pPr marL="457200" indent="-254000"/>
            <a:lvl2pPr marL="914400" indent="-254000"/>
            <a:lvl3pPr marL="1371600" indent="-254000"/>
            <a:lvl4pPr marL="1828800" indent="-254000"/>
            <a:lvl5pPr marL="2286000" indent="-254000"/>
            <a:lvl6pPr marL="2743200" indent="-254000"/>
            <a:lvl7pPr marL="3200400" indent="-254000"/>
            <a:lvl8pPr marL="3657600" indent="-254000"/>
            <a:lvl9pPr marL="4114800" indent="-254000"/>
          </a:lstStyle>
          <a:p>
            <a:pPr algn="l" indent="-190500" marL="203200" marR="5080">
              <a:lnSpc>
                <a:spcPts val="2550"/>
              </a:lnSpc>
              <a:spcBef>
                <a:spcPts val="85"/>
              </a:spcBef>
              <a:buClr>
                <a:srgbClr val="2CA1BE"/>
              </a:buClr>
              <a:buSzPct val="68000"/>
              <a:buChar char=""/>
              <a:tabLst>
                <a:tab pos="203200" algn="l"/>
              </a:tabLst>
              <a:defRPr/>
            </a:pPr>
            <a:r>
              <a:rPr lang="en-US" b="false" i="false" strike="noStrike" u="none" sz="2000" spc="60">
                <a:solidFill>
                  <a:srgbClr val="1F2329"/>
                </a:solidFill>
                <a:latin typeface="Times New Roman"/>
                <a:ea typeface="Times New Roman"/>
                <a:cs typeface="Times New Roman"/>
                <a:sym typeface="Times New Roman"/>
              </a:rPr>
              <a:t>The</a:t>
            </a:r>
            <a:r>
              <a:rPr lang="en-US" b="false" i="false" strike="noStrike" u="none" sz="2000" spc="-40">
                <a:solidFill>
                  <a:srgbClr val="1F2329"/>
                </a:solidFill>
                <a:latin typeface="Times New Roman"/>
                <a:ea typeface="Times New Roman"/>
                <a:cs typeface="Times New Roman"/>
                <a:sym typeface="Times New Roman"/>
              </a:rPr>
              <a:t> </a:t>
            </a:r>
            <a:r>
              <a:rPr lang="en-US" b="false" i="false" strike="noStrike" u="none" sz="2000" spc="385">
                <a:solidFill>
                  <a:srgbClr val="0000FF"/>
                </a:solidFill>
                <a:latin typeface="Arial"/>
                <a:ea typeface="Arial"/>
                <a:cs typeface="Arial"/>
                <a:sym typeface="Arial"/>
              </a:rPr>
              <a:t>||</a:t>
            </a:r>
            <a:r>
              <a:rPr lang="en-US" b="false" i="false" strike="noStrike" u="none" sz="2000" spc="-40">
                <a:solidFill>
                  <a:srgbClr val="0000FF"/>
                </a:solidFill>
                <a:latin typeface="Arial"/>
                <a:ea typeface="Arial"/>
                <a:cs typeface="Arial"/>
                <a:sym typeface="Arial"/>
              </a:rPr>
              <a:t> </a:t>
            </a:r>
            <a:r>
              <a:rPr lang="en-US" b="false" i="false" strike="noStrike" u="none" sz="2000" spc="75">
                <a:solidFill>
                  <a:srgbClr val="1F2329"/>
                </a:solidFill>
                <a:latin typeface="Times New Roman"/>
                <a:ea typeface="Times New Roman"/>
                <a:cs typeface="Times New Roman"/>
                <a:sym typeface="Times New Roman"/>
              </a:rPr>
              <a:t>(</a:t>
            </a:r>
            <a:r>
              <a:rPr lang="en-US" b="true" i="false" strike="noStrike" u="none" sz="2000" spc="75">
                <a:solidFill>
                  <a:srgbClr val="0000FF"/>
                </a:solidFill>
                <a:latin typeface="Times New Roman"/>
                <a:ea typeface="Times New Roman"/>
                <a:cs typeface="Times New Roman"/>
                <a:sym typeface="Times New Roman"/>
              </a:rPr>
              <a:t>conditional</a:t>
            </a:r>
            <a:r>
              <a:rPr lang="en-US" b="true" i="false" strike="noStrike" u="none" sz="2000" spc="190">
                <a:solidFill>
                  <a:srgbClr val="0000FF"/>
                </a:solidFill>
                <a:latin typeface="Times New Roman"/>
                <a:ea typeface="Times New Roman"/>
                <a:cs typeface="Times New Roman"/>
                <a:sym typeface="Times New Roman"/>
              </a:rPr>
              <a:t> </a:t>
            </a:r>
            <a:r>
              <a:rPr lang="en-US" b="true" i="false" strike="noStrike" u="none" sz="2000" spc="-55">
                <a:solidFill>
                  <a:srgbClr val="0000FF"/>
                </a:solidFill>
                <a:latin typeface="Times New Roman"/>
                <a:ea typeface="Times New Roman"/>
                <a:cs typeface="Times New Roman"/>
                <a:sym typeface="Times New Roman"/>
              </a:rPr>
              <a:t>OR</a:t>
            </a:r>
            <a:r>
              <a:rPr lang="en-US" b="false" i="false" strike="noStrike" u="none" sz="2000" spc="-55">
                <a:solidFill>
                  <a:srgbClr val="1F2329"/>
                </a:solidFill>
                <a:latin typeface="Times New Roman"/>
                <a:ea typeface="Times New Roman"/>
                <a:cs typeface="Times New Roman"/>
                <a:sym typeface="Times New Roman"/>
              </a:rPr>
              <a:t>) </a:t>
            </a:r>
            <a:r>
              <a:rPr lang="en-US" b="false" i="false" strike="noStrike" u="none" sz="2000" spc="100">
                <a:solidFill>
                  <a:srgbClr val="1F2329"/>
                </a:solidFill>
                <a:latin typeface="Times New Roman"/>
                <a:ea typeface="Times New Roman"/>
                <a:cs typeface="Times New Roman"/>
                <a:sym typeface="Times New Roman"/>
              </a:rPr>
              <a:t>operator</a:t>
            </a:r>
            <a:r>
              <a:rPr lang="en-US" b="false" i="false" strike="noStrike" u="none" sz="2000" spc="35">
                <a:solidFill>
                  <a:srgbClr val="1F2329"/>
                </a:solidFill>
                <a:latin typeface="Times New Roman"/>
                <a:ea typeface="Times New Roman"/>
                <a:cs typeface="Times New Roman"/>
                <a:sym typeface="Times New Roman"/>
              </a:rPr>
              <a:t> </a:t>
            </a:r>
            <a:r>
              <a:rPr lang="en-US" b="false" i="false" strike="noStrike" u="none" sz="2000" spc="105">
                <a:solidFill>
                  <a:srgbClr val="1F2329"/>
                </a:solidFill>
                <a:latin typeface="Times New Roman"/>
                <a:ea typeface="Times New Roman"/>
                <a:cs typeface="Times New Roman"/>
                <a:sym typeface="Times New Roman"/>
              </a:rPr>
              <a:t>ensures</a:t>
            </a:r>
            <a:r>
              <a:rPr lang="en-US" b="false" i="false" strike="noStrike" u="none" sz="2000" spc="-75">
                <a:solidFill>
                  <a:srgbClr val="1F2329"/>
                </a:solidFill>
                <a:latin typeface="Times New Roman"/>
                <a:ea typeface="Times New Roman"/>
                <a:cs typeface="Times New Roman"/>
                <a:sym typeface="Times New Roman"/>
              </a:rPr>
              <a:t> </a:t>
            </a:r>
            <a:r>
              <a:rPr lang="en-US" b="false" i="false" strike="noStrike" u="none" sz="2000" spc="110">
                <a:solidFill>
                  <a:srgbClr val="1F2329"/>
                </a:solidFill>
                <a:latin typeface="Times New Roman"/>
                <a:ea typeface="Times New Roman"/>
                <a:cs typeface="Times New Roman"/>
                <a:sym typeface="Times New Roman"/>
              </a:rPr>
              <a:t>that</a:t>
            </a:r>
            <a:r>
              <a:rPr lang="en-US" b="false" i="false" strike="noStrike" u="none" sz="2000" spc="-25">
                <a:solidFill>
                  <a:srgbClr val="1F2329"/>
                </a:solidFill>
                <a:latin typeface="Times New Roman"/>
                <a:ea typeface="Times New Roman"/>
                <a:cs typeface="Times New Roman"/>
                <a:sym typeface="Times New Roman"/>
              </a:rPr>
              <a:t> </a:t>
            </a:r>
            <a:r>
              <a:rPr lang="en-US" b="false" i="true" strike="noStrike" u="none" sz="2000">
                <a:solidFill>
                  <a:srgbClr val="1F2329"/>
                </a:solidFill>
                <a:latin typeface="Times New Roman"/>
                <a:ea typeface="Times New Roman"/>
                <a:cs typeface="Times New Roman"/>
                <a:sym typeface="Times New Roman"/>
              </a:rPr>
              <a:t>either</a:t>
            </a:r>
            <a:r>
              <a:rPr lang="en-US" b="false" i="true" strike="noStrike" u="none" sz="2000" spc="130">
                <a:solidFill>
                  <a:srgbClr val="1F2329"/>
                </a:solidFill>
                <a:latin typeface="Times New Roman"/>
                <a:ea typeface="Times New Roman"/>
                <a:cs typeface="Times New Roman"/>
                <a:sym typeface="Times New Roman"/>
              </a:rPr>
              <a:t> </a:t>
            </a:r>
            <a:r>
              <a:rPr lang="en-US" b="false" i="true" strike="noStrike" u="none" sz="2000">
                <a:solidFill>
                  <a:srgbClr val="1F2329"/>
                </a:solidFill>
                <a:latin typeface="Times New Roman"/>
                <a:ea typeface="Times New Roman"/>
                <a:cs typeface="Times New Roman"/>
                <a:sym typeface="Times New Roman"/>
              </a:rPr>
              <a:t>or</a:t>
            </a:r>
            <a:r>
              <a:rPr lang="en-US" b="false" i="true" strike="noStrike" u="none" sz="2000" spc="-25">
                <a:solidFill>
                  <a:srgbClr val="1F2329"/>
                </a:solidFill>
                <a:latin typeface="Times New Roman"/>
                <a:ea typeface="Times New Roman"/>
                <a:cs typeface="Times New Roman"/>
                <a:sym typeface="Times New Roman"/>
              </a:rPr>
              <a:t> </a:t>
            </a:r>
            <a:r>
              <a:rPr lang="en-US" b="false" i="true" strike="noStrike" u="none" sz="2000" spc="70">
                <a:solidFill>
                  <a:srgbClr val="1F2329"/>
                </a:solidFill>
                <a:latin typeface="Times New Roman"/>
                <a:ea typeface="Times New Roman"/>
                <a:cs typeface="Times New Roman"/>
                <a:sym typeface="Times New Roman"/>
              </a:rPr>
              <a:t>both</a:t>
            </a:r>
            <a:r>
              <a:rPr lang="en-US" b="false" i="true" strike="noStrike" u="none" sz="2000" spc="-40">
                <a:solidFill>
                  <a:srgbClr val="1F2329"/>
                </a:solidFill>
                <a:latin typeface="Times New Roman"/>
                <a:ea typeface="Times New Roman"/>
                <a:cs typeface="Times New Roman"/>
                <a:sym typeface="Times New Roman"/>
              </a:rPr>
              <a:t> </a:t>
            </a:r>
            <a:r>
              <a:rPr lang="en-US" b="false" i="false" strike="noStrike" u="none" sz="2000">
                <a:solidFill>
                  <a:srgbClr val="1F2329"/>
                </a:solidFill>
                <a:latin typeface="Times New Roman"/>
                <a:ea typeface="Times New Roman"/>
                <a:cs typeface="Times New Roman"/>
                <a:sym typeface="Times New Roman"/>
              </a:rPr>
              <a:t>of</a:t>
            </a:r>
            <a:r>
              <a:rPr lang="en-US" b="false" i="false" strike="noStrike" u="none" sz="2000" spc="-45">
                <a:solidFill>
                  <a:srgbClr val="1F2329"/>
                </a:solidFill>
                <a:latin typeface="Times New Roman"/>
                <a:ea typeface="Times New Roman"/>
                <a:cs typeface="Times New Roman"/>
                <a:sym typeface="Times New Roman"/>
              </a:rPr>
              <a:t> </a:t>
            </a:r>
            <a:r>
              <a:rPr lang="en-US" b="false" i="false" strike="noStrike" u="none" sz="2000" spc="105">
                <a:solidFill>
                  <a:srgbClr val="1F2329"/>
                </a:solidFill>
                <a:latin typeface="Times New Roman"/>
                <a:ea typeface="Times New Roman"/>
                <a:cs typeface="Times New Roman"/>
                <a:sym typeface="Times New Roman"/>
              </a:rPr>
              <a:t>two</a:t>
            </a:r>
            <a:r>
              <a:rPr lang="en-US" b="false" i="false" strike="noStrike" u="none" sz="2000" spc="-50">
                <a:solidFill>
                  <a:srgbClr val="1F2329"/>
                </a:solidFill>
                <a:latin typeface="Times New Roman"/>
                <a:ea typeface="Times New Roman"/>
                <a:cs typeface="Times New Roman"/>
                <a:sym typeface="Times New Roman"/>
              </a:rPr>
              <a:t> </a:t>
            </a:r>
            <a:r>
              <a:rPr lang="en-US" b="false" i="false" strike="noStrike" u="none" sz="2000" spc="70">
                <a:solidFill>
                  <a:srgbClr val="1F2329"/>
                </a:solidFill>
                <a:latin typeface="Times New Roman"/>
                <a:ea typeface="Times New Roman"/>
                <a:cs typeface="Times New Roman"/>
                <a:sym typeface="Times New Roman"/>
              </a:rPr>
              <a:t>conditions</a:t>
            </a:r>
            <a:r>
              <a:rPr lang="en-US" b="false" i="false" strike="noStrike" u="none" sz="2000" spc="-75">
                <a:solidFill>
                  <a:srgbClr val="1F2329"/>
                </a:solidFill>
                <a:latin typeface="Times New Roman"/>
                <a:ea typeface="Times New Roman"/>
                <a:cs typeface="Times New Roman"/>
                <a:sym typeface="Times New Roman"/>
              </a:rPr>
              <a:t> </a:t>
            </a:r>
            <a:r>
              <a:rPr lang="en-US" b="false" i="false" strike="noStrike" u="none" sz="2000" spc="110">
                <a:solidFill>
                  <a:srgbClr val="1F2329"/>
                </a:solidFill>
                <a:latin typeface="Times New Roman"/>
                <a:ea typeface="Times New Roman"/>
                <a:cs typeface="Times New Roman"/>
                <a:sym typeface="Times New Roman"/>
              </a:rPr>
              <a:t>are</a:t>
            </a:r>
            <a:r>
              <a:rPr lang="en-US" b="false" i="false" strike="noStrike" u="none" sz="2000" spc="35">
                <a:solidFill>
                  <a:srgbClr val="1F2329"/>
                </a:solidFill>
                <a:latin typeface="Times New Roman"/>
                <a:ea typeface="Times New Roman"/>
                <a:cs typeface="Times New Roman"/>
                <a:sym typeface="Times New Roman"/>
              </a:rPr>
              <a:t> </a:t>
            </a:r>
            <a:r>
              <a:rPr lang="en-US" b="false" i="false" strike="noStrike" u="none" sz="2000" spc="120">
                <a:solidFill>
                  <a:srgbClr val="1F2329"/>
                </a:solidFill>
                <a:latin typeface="Times New Roman"/>
                <a:ea typeface="Times New Roman"/>
                <a:cs typeface="Times New Roman"/>
                <a:sym typeface="Times New Roman"/>
              </a:rPr>
              <a:t>true</a:t>
            </a:r>
            <a:r>
              <a:rPr lang="en-US" b="false" i="false" strike="noStrike" u="none" sz="2000" spc="-40">
                <a:solidFill>
                  <a:srgbClr val="1F2329"/>
                </a:solidFill>
                <a:latin typeface="Times New Roman"/>
                <a:ea typeface="Times New Roman"/>
                <a:cs typeface="Times New Roman"/>
                <a:sym typeface="Times New Roman"/>
              </a:rPr>
              <a:t> </a:t>
            </a:r>
            <a:r>
              <a:rPr lang="en-US" b="false" i="false" strike="noStrike" u="none" sz="2000" spc="60">
                <a:solidFill>
                  <a:srgbClr val="1F2329"/>
                </a:solidFill>
                <a:latin typeface="Times New Roman"/>
                <a:ea typeface="Times New Roman"/>
                <a:cs typeface="Times New Roman"/>
                <a:sym typeface="Times New Roman"/>
              </a:rPr>
              <a:t>before choosing</a:t>
            </a:r>
            <a:r>
              <a:rPr lang="en-US" b="false" i="false" strike="noStrike" u="none" sz="2000" spc="-75">
                <a:solidFill>
                  <a:srgbClr val="1F2329"/>
                </a:solidFill>
                <a:latin typeface="Times New Roman"/>
                <a:ea typeface="Times New Roman"/>
                <a:cs typeface="Times New Roman"/>
                <a:sym typeface="Times New Roman"/>
              </a:rPr>
              <a:t> </a:t>
            </a:r>
            <a:r>
              <a:rPr lang="en-US" b="false" i="false" strike="noStrike" u="none" sz="2000" spc="95">
                <a:solidFill>
                  <a:srgbClr val="1F2329"/>
                </a:solidFill>
                <a:latin typeface="Times New Roman"/>
                <a:ea typeface="Times New Roman"/>
                <a:cs typeface="Times New Roman"/>
                <a:sym typeface="Times New Roman"/>
              </a:rPr>
              <a:t>a</a:t>
            </a:r>
            <a:r>
              <a:rPr lang="en-US" b="false" i="false" strike="noStrike" u="none" sz="2000" spc="-60">
                <a:solidFill>
                  <a:srgbClr val="1F2329"/>
                </a:solidFill>
                <a:latin typeface="Times New Roman"/>
                <a:ea typeface="Times New Roman"/>
                <a:cs typeface="Times New Roman"/>
                <a:sym typeface="Times New Roman"/>
              </a:rPr>
              <a:t> </a:t>
            </a:r>
            <a:r>
              <a:rPr lang="en-US" b="false" i="false" strike="noStrike" u="none" sz="2000" spc="85">
                <a:solidFill>
                  <a:srgbClr val="1F2329"/>
                </a:solidFill>
                <a:latin typeface="Times New Roman"/>
                <a:ea typeface="Times New Roman"/>
                <a:cs typeface="Times New Roman"/>
                <a:sym typeface="Times New Roman"/>
              </a:rPr>
              <a:t>certain</a:t>
            </a:r>
            <a:r>
              <a:rPr lang="en-US" b="false" i="false" strike="noStrike" u="none" sz="2000" spc="-45">
                <a:solidFill>
                  <a:srgbClr val="1F2329"/>
                </a:solidFill>
                <a:latin typeface="Times New Roman"/>
                <a:ea typeface="Times New Roman"/>
                <a:cs typeface="Times New Roman"/>
                <a:sym typeface="Times New Roman"/>
              </a:rPr>
              <a:t> </a:t>
            </a:r>
            <a:r>
              <a:rPr lang="en-US" b="false" i="false" strike="noStrike" u="none" sz="2000" spc="110">
                <a:solidFill>
                  <a:srgbClr val="1F2329"/>
                </a:solidFill>
                <a:latin typeface="Times New Roman"/>
                <a:ea typeface="Times New Roman"/>
                <a:cs typeface="Times New Roman"/>
                <a:sym typeface="Times New Roman"/>
              </a:rPr>
              <a:t>path</a:t>
            </a:r>
            <a:r>
              <a:rPr lang="en-US" b="false" i="false" strike="noStrike" u="none" sz="2000" spc="-40">
                <a:solidFill>
                  <a:srgbClr val="1F2329"/>
                </a:solidFill>
                <a:latin typeface="Times New Roman"/>
                <a:ea typeface="Times New Roman"/>
                <a:cs typeface="Times New Roman"/>
                <a:sym typeface="Times New Roman"/>
              </a:rPr>
              <a:t> </a:t>
            </a:r>
            <a:r>
              <a:rPr lang="en-US" b="false" i="false" strike="noStrike" u="none" sz="2000">
                <a:solidFill>
                  <a:srgbClr val="1F2329"/>
                </a:solidFill>
                <a:latin typeface="Times New Roman"/>
                <a:ea typeface="Times New Roman"/>
                <a:cs typeface="Times New Roman"/>
                <a:sym typeface="Times New Roman"/>
              </a:rPr>
              <a:t>of</a:t>
            </a:r>
            <a:r>
              <a:rPr lang="en-US" b="false" i="false" strike="noStrike" u="none" sz="2000" spc="20">
                <a:solidFill>
                  <a:srgbClr val="1F2329"/>
                </a:solidFill>
                <a:latin typeface="Times New Roman"/>
                <a:ea typeface="Times New Roman"/>
                <a:cs typeface="Times New Roman"/>
                <a:sym typeface="Times New Roman"/>
              </a:rPr>
              <a:t> </a:t>
            </a:r>
            <a:r>
              <a:rPr lang="en-US" b="false" i="false" strike="noStrike" u="none" sz="2000" spc="-10">
                <a:solidFill>
                  <a:srgbClr val="1F2329"/>
                </a:solidFill>
                <a:latin typeface="Times New Roman"/>
                <a:ea typeface="Times New Roman"/>
                <a:cs typeface="Times New Roman"/>
                <a:sym typeface="Times New Roman"/>
              </a:rPr>
              <a:t>execution.</a:t>
            </a:r>
            <a:endParaRPr lang="en-US" sz="1100"/>
          </a:p>
          <a:p>
            <a:pPr algn="l" indent="-189865" marL="202565">
              <a:lnSpc>
                <a:spcPct val="100000"/>
              </a:lnSpc>
              <a:spcBef>
                <a:spcPts val="125"/>
              </a:spcBef>
              <a:buClr>
                <a:srgbClr val="2CA1BE"/>
              </a:buClr>
              <a:buSzPct val="68000"/>
              <a:buChar char=""/>
              <a:tabLst>
                <a:tab pos="202565" algn="l"/>
              </a:tabLst>
            </a:pPr>
            <a:r>
              <a:rPr lang="en-US" b="false" i="false" strike="noStrike" u="none" sz="2000" spc="50">
                <a:solidFill>
                  <a:srgbClr val="1F2329"/>
                </a:solidFill>
                <a:latin typeface="Times New Roman"/>
                <a:ea typeface="Times New Roman"/>
                <a:cs typeface="Times New Roman"/>
                <a:sym typeface="Times New Roman"/>
              </a:rPr>
              <a:t>Figure</a:t>
            </a:r>
            <a:r>
              <a:rPr lang="en-US" b="false" i="false" strike="noStrike" u="none" sz="2000" spc="-45">
                <a:solidFill>
                  <a:srgbClr val="1F2329"/>
                </a:solidFill>
                <a:latin typeface="Times New Roman"/>
                <a:ea typeface="Times New Roman"/>
                <a:cs typeface="Times New Roman"/>
                <a:sym typeface="Times New Roman"/>
              </a:rPr>
              <a:t> </a:t>
            </a:r>
            <a:r>
              <a:rPr lang="en-US" b="false" i="false" strike="noStrike" u="none" sz="2000" spc="75">
                <a:solidFill>
                  <a:srgbClr val="1F2329"/>
                </a:solidFill>
                <a:latin typeface="Times New Roman"/>
                <a:ea typeface="Times New Roman"/>
                <a:cs typeface="Times New Roman"/>
                <a:sym typeface="Times New Roman"/>
              </a:rPr>
              <a:t>4.14</a:t>
            </a:r>
            <a:r>
              <a:rPr lang="en-US" b="false" i="false" strike="noStrike" u="none" sz="2000" spc="-20">
                <a:solidFill>
                  <a:srgbClr val="1F2329"/>
                </a:solidFill>
                <a:latin typeface="Times New Roman"/>
                <a:ea typeface="Times New Roman"/>
                <a:cs typeface="Times New Roman"/>
                <a:sym typeface="Times New Roman"/>
              </a:rPr>
              <a:t> </a:t>
            </a:r>
            <a:r>
              <a:rPr lang="en-US" b="false" i="false" strike="noStrike" u="none" sz="2000" spc="65">
                <a:solidFill>
                  <a:srgbClr val="1F2329"/>
                </a:solidFill>
                <a:latin typeface="Times New Roman"/>
                <a:ea typeface="Times New Roman"/>
                <a:cs typeface="Times New Roman"/>
                <a:sym typeface="Times New Roman"/>
              </a:rPr>
              <a:t>is</a:t>
            </a:r>
            <a:r>
              <a:rPr lang="en-US" b="false" i="false" strike="noStrike" u="none" sz="2000" spc="-75">
                <a:solidFill>
                  <a:srgbClr val="1F2329"/>
                </a:solidFill>
                <a:latin typeface="Times New Roman"/>
                <a:ea typeface="Times New Roman"/>
                <a:cs typeface="Times New Roman"/>
                <a:sym typeface="Times New Roman"/>
              </a:rPr>
              <a:t> </a:t>
            </a:r>
            <a:r>
              <a:rPr lang="en-US" b="false" i="false" strike="noStrike" u="none" sz="2000" spc="95">
                <a:solidFill>
                  <a:srgbClr val="1F2329"/>
                </a:solidFill>
                <a:latin typeface="Times New Roman"/>
                <a:ea typeface="Times New Roman"/>
                <a:cs typeface="Times New Roman"/>
                <a:sym typeface="Times New Roman"/>
              </a:rPr>
              <a:t>a</a:t>
            </a:r>
            <a:r>
              <a:rPr lang="en-US" b="false" i="false" strike="noStrike" u="none" sz="2000" spc="-45">
                <a:solidFill>
                  <a:srgbClr val="1F2329"/>
                </a:solidFill>
                <a:latin typeface="Times New Roman"/>
                <a:ea typeface="Times New Roman"/>
                <a:cs typeface="Times New Roman"/>
                <a:sym typeface="Times New Roman"/>
              </a:rPr>
              <a:t> </a:t>
            </a:r>
            <a:r>
              <a:rPr lang="en-US" b="false" i="false" strike="noStrike" u="none" sz="2000" spc="120">
                <a:solidFill>
                  <a:srgbClr val="1F2329"/>
                </a:solidFill>
                <a:latin typeface="Times New Roman"/>
                <a:ea typeface="Times New Roman"/>
                <a:cs typeface="Times New Roman"/>
                <a:sym typeface="Times New Roman"/>
              </a:rPr>
              <a:t>truth</a:t>
            </a:r>
            <a:r>
              <a:rPr lang="en-US" b="false" i="false" strike="noStrike" u="none" sz="2000" spc="-20">
                <a:solidFill>
                  <a:srgbClr val="1F2329"/>
                </a:solidFill>
                <a:latin typeface="Times New Roman"/>
                <a:ea typeface="Times New Roman"/>
                <a:cs typeface="Times New Roman"/>
                <a:sym typeface="Times New Roman"/>
              </a:rPr>
              <a:t> </a:t>
            </a:r>
            <a:r>
              <a:rPr lang="en-US" b="false" i="false" strike="noStrike" u="none" sz="2000" spc="75">
                <a:solidFill>
                  <a:srgbClr val="1F2329"/>
                </a:solidFill>
                <a:latin typeface="Times New Roman"/>
                <a:ea typeface="Times New Roman"/>
                <a:cs typeface="Times New Roman"/>
                <a:sym typeface="Times New Roman"/>
              </a:rPr>
              <a:t>table</a:t>
            </a:r>
            <a:r>
              <a:rPr lang="en-US" b="false" i="false" strike="noStrike" u="none" sz="2000" spc="40">
                <a:solidFill>
                  <a:srgbClr val="1F2329"/>
                </a:solidFill>
                <a:latin typeface="Times New Roman"/>
                <a:ea typeface="Times New Roman"/>
                <a:cs typeface="Times New Roman"/>
                <a:sym typeface="Times New Roman"/>
              </a:rPr>
              <a:t> </a:t>
            </a:r>
            <a:r>
              <a:rPr lang="en-US" b="false" i="false" strike="noStrike" u="none" sz="2000">
                <a:solidFill>
                  <a:srgbClr val="1F2329"/>
                </a:solidFill>
                <a:latin typeface="Times New Roman"/>
                <a:ea typeface="Times New Roman"/>
                <a:cs typeface="Times New Roman"/>
                <a:sym typeface="Times New Roman"/>
              </a:rPr>
              <a:t>for</a:t>
            </a:r>
            <a:r>
              <a:rPr lang="en-US" b="false" i="false" strike="noStrike" u="none" sz="2000" spc="-45">
                <a:solidFill>
                  <a:srgbClr val="1F2329"/>
                </a:solidFill>
                <a:latin typeface="Times New Roman"/>
                <a:ea typeface="Times New Roman"/>
                <a:cs typeface="Times New Roman"/>
                <a:sym typeface="Times New Roman"/>
              </a:rPr>
              <a:t> </a:t>
            </a:r>
            <a:r>
              <a:rPr lang="en-US" b="false" i="false" strike="noStrike" u="none" sz="2000" spc="100">
                <a:solidFill>
                  <a:srgbClr val="1F2329"/>
                </a:solidFill>
                <a:latin typeface="Times New Roman"/>
                <a:ea typeface="Times New Roman"/>
                <a:cs typeface="Times New Roman"/>
                <a:sym typeface="Times New Roman"/>
              </a:rPr>
              <a:t>operator</a:t>
            </a:r>
            <a:r>
              <a:rPr lang="en-US" b="false" i="false" strike="noStrike" u="none" sz="2000" spc="40">
                <a:solidFill>
                  <a:srgbClr val="1F2329"/>
                </a:solidFill>
                <a:latin typeface="Times New Roman"/>
                <a:ea typeface="Times New Roman"/>
                <a:cs typeface="Times New Roman"/>
                <a:sym typeface="Times New Roman"/>
              </a:rPr>
              <a:t> </a:t>
            </a:r>
            <a:r>
              <a:rPr lang="en-US" b="false" i="false" strike="noStrike" u="none" sz="2000" spc="65">
                <a:solidFill>
                  <a:srgbClr val="1F2329"/>
                </a:solidFill>
                <a:latin typeface="Times New Roman"/>
                <a:ea typeface="Times New Roman"/>
                <a:cs typeface="Times New Roman"/>
                <a:sym typeface="Times New Roman"/>
              </a:rPr>
              <a:t>conditional</a:t>
            </a:r>
            <a:r>
              <a:rPr lang="en-US" b="false" i="false" strike="noStrike" u="none" sz="2000" spc="-55">
                <a:solidFill>
                  <a:srgbClr val="1F2329"/>
                </a:solidFill>
                <a:latin typeface="Times New Roman"/>
                <a:ea typeface="Times New Roman"/>
                <a:cs typeface="Times New Roman"/>
                <a:sym typeface="Times New Roman"/>
              </a:rPr>
              <a:t> </a:t>
            </a:r>
            <a:r>
              <a:rPr lang="en-US" b="false" i="false" strike="noStrike" u="none" sz="2000" spc="-95">
                <a:solidFill>
                  <a:srgbClr val="1F2329"/>
                </a:solidFill>
                <a:latin typeface="Times New Roman"/>
                <a:ea typeface="Times New Roman"/>
                <a:cs typeface="Times New Roman"/>
                <a:sym typeface="Times New Roman"/>
              </a:rPr>
              <a:t>OR</a:t>
            </a:r>
            <a:r>
              <a:rPr lang="en-US" b="false" i="false" strike="noStrike" u="none" sz="2000" spc="-10">
                <a:solidFill>
                  <a:srgbClr val="1F2329"/>
                </a:solidFill>
                <a:latin typeface="Times New Roman"/>
                <a:ea typeface="Times New Roman"/>
                <a:cs typeface="Times New Roman"/>
                <a:sym typeface="Times New Roman"/>
              </a:rPr>
              <a:t> (</a:t>
            </a:r>
            <a:r>
              <a:rPr lang="en-US" b="false" i="false" strike="noStrike" u="none" sz="2000" spc="-10">
                <a:solidFill>
                  <a:srgbClr val="1F2329"/>
                </a:solidFill>
                <a:latin typeface="Monaco"/>
                <a:ea typeface="Monaco"/>
                <a:cs typeface="Monaco"/>
                <a:sym typeface="Monaco"/>
              </a:rPr>
              <a:t>||</a:t>
            </a:r>
            <a:r>
              <a:rPr lang="en-US" b="false" i="false" strike="noStrike" u="none" sz="2000" spc="-10">
                <a:solidFill>
                  <a:srgbClr val="1F2329"/>
                </a:solidFill>
                <a:latin typeface="Times New Roman"/>
                <a:ea typeface="Times New Roman"/>
                <a:cs typeface="Times New Roman"/>
                <a:sym typeface="Times New Roman"/>
              </a:rPr>
              <a:t>).</a:t>
            </a:r>
          </a:p>
          <a:p>
            <a:pPr algn="l" indent="-189865" marL="202565">
              <a:lnSpc>
                <a:spcPct val="100000"/>
              </a:lnSpc>
              <a:spcBef>
                <a:spcPts val="375"/>
              </a:spcBef>
              <a:buClr>
                <a:srgbClr val="2CA1BE"/>
              </a:buClr>
              <a:buSzPct val="68000"/>
              <a:buChar char=""/>
              <a:tabLst>
                <a:tab pos="202565" algn="l"/>
              </a:tabLst>
            </a:pPr>
            <a:r>
              <a:rPr lang="en-US" b="false" i="false" strike="noStrike" u="none" sz="2000" spc="85">
                <a:solidFill>
                  <a:srgbClr val="1F2329"/>
                </a:solidFill>
                <a:latin typeface="Times New Roman"/>
                <a:ea typeface="Times New Roman"/>
                <a:cs typeface="Times New Roman"/>
                <a:sym typeface="Times New Roman"/>
              </a:rPr>
              <a:t>Operator</a:t>
            </a:r>
            <a:r>
              <a:rPr lang="en-US" b="false" i="false" strike="noStrike" u="none" sz="2000" spc="-60">
                <a:solidFill>
                  <a:srgbClr val="1F2329"/>
                </a:solidFill>
                <a:latin typeface="Times New Roman"/>
                <a:ea typeface="Times New Roman"/>
                <a:cs typeface="Times New Roman"/>
                <a:sym typeface="Times New Roman"/>
              </a:rPr>
              <a:t> </a:t>
            </a:r>
            <a:r>
              <a:rPr lang="en-US" b="false" i="false" strike="noStrike" u="none" sz="2000" spc="-100">
                <a:solidFill>
                  <a:srgbClr val="1F2329"/>
                </a:solidFill>
                <a:latin typeface="Monaco"/>
                <a:ea typeface="Monaco"/>
                <a:cs typeface="Monaco"/>
                <a:sym typeface="Monaco"/>
              </a:rPr>
              <a:t>&amp;&amp;</a:t>
            </a:r>
            <a:r>
              <a:rPr lang="en-US" b="false" i="false" strike="noStrike" u="none" sz="2000" spc="-730">
                <a:solidFill>
                  <a:srgbClr val="1F2329"/>
                </a:solidFill>
                <a:latin typeface="Monaco"/>
                <a:ea typeface="Monaco"/>
                <a:cs typeface="Monaco"/>
                <a:sym typeface="Monaco"/>
              </a:rPr>
              <a:t> </a:t>
            </a:r>
            <a:r>
              <a:rPr lang="en-US" b="false" i="false" strike="noStrike" u="none" sz="2000" spc="95">
                <a:solidFill>
                  <a:srgbClr val="1F2329"/>
                </a:solidFill>
                <a:latin typeface="Times New Roman"/>
                <a:ea typeface="Times New Roman"/>
                <a:cs typeface="Times New Roman"/>
                <a:sym typeface="Times New Roman"/>
              </a:rPr>
              <a:t>has</a:t>
            </a:r>
            <a:r>
              <a:rPr lang="en-US" b="false" i="false" strike="noStrike" u="none" sz="2000" spc="-85">
                <a:solidFill>
                  <a:srgbClr val="1F2329"/>
                </a:solidFill>
                <a:latin typeface="Times New Roman"/>
                <a:ea typeface="Times New Roman"/>
                <a:cs typeface="Times New Roman"/>
                <a:sym typeface="Times New Roman"/>
              </a:rPr>
              <a:t> </a:t>
            </a:r>
            <a:r>
              <a:rPr lang="en-US" b="false" i="false" strike="noStrike" u="none" sz="2000" spc="95">
                <a:solidFill>
                  <a:srgbClr val="1F2329"/>
                </a:solidFill>
                <a:latin typeface="Times New Roman"/>
                <a:ea typeface="Times New Roman"/>
                <a:cs typeface="Times New Roman"/>
                <a:sym typeface="Times New Roman"/>
              </a:rPr>
              <a:t>a</a:t>
            </a:r>
            <a:r>
              <a:rPr lang="en-US" b="false" i="false" strike="noStrike" u="none" sz="2000" spc="15">
                <a:solidFill>
                  <a:srgbClr val="1F2329"/>
                </a:solidFill>
                <a:latin typeface="Times New Roman"/>
                <a:ea typeface="Times New Roman"/>
                <a:cs typeface="Times New Roman"/>
                <a:sym typeface="Times New Roman"/>
              </a:rPr>
              <a:t> </a:t>
            </a:r>
            <a:r>
              <a:rPr lang="en-US" b="false" i="false" strike="noStrike" u="none" sz="2000" spc="80">
                <a:solidFill>
                  <a:srgbClr val="1F2329"/>
                </a:solidFill>
                <a:latin typeface="Times New Roman"/>
                <a:ea typeface="Times New Roman"/>
                <a:cs typeface="Times New Roman"/>
                <a:sym typeface="Times New Roman"/>
              </a:rPr>
              <a:t>higher</a:t>
            </a:r>
            <a:r>
              <a:rPr lang="en-US" b="false" i="false" strike="noStrike" u="none" sz="2000" spc="-130">
                <a:solidFill>
                  <a:srgbClr val="1F2329"/>
                </a:solidFill>
                <a:latin typeface="Times New Roman"/>
                <a:ea typeface="Times New Roman"/>
                <a:cs typeface="Times New Roman"/>
                <a:sym typeface="Times New Roman"/>
              </a:rPr>
              <a:t> </a:t>
            </a:r>
            <a:r>
              <a:rPr lang="en-US" b="false" i="false" strike="noStrike" u="none" sz="2000" spc="85">
                <a:solidFill>
                  <a:srgbClr val="1F2329"/>
                </a:solidFill>
                <a:latin typeface="Times New Roman"/>
                <a:ea typeface="Times New Roman"/>
                <a:cs typeface="Times New Roman"/>
                <a:sym typeface="Times New Roman"/>
              </a:rPr>
              <a:t>precedence</a:t>
            </a:r>
            <a:r>
              <a:rPr lang="en-US" b="false" i="false" strike="noStrike" u="none" sz="2000" spc="-50">
                <a:solidFill>
                  <a:srgbClr val="1F2329"/>
                </a:solidFill>
                <a:latin typeface="Times New Roman"/>
                <a:ea typeface="Times New Roman"/>
                <a:cs typeface="Times New Roman"/>
                <a:sym typeface="Times New Roman"/>
              </a:rPr>
              <a:t> </a:t>
            </a:r>
            <a:r>
              <a:rPr lang="en-US" b="false" i="false" strike="noStrike" u="none" sz="2000" spc="110">
                <a:solidFill>
                  <a:srgbClr val="1F2329"/>
                </a:solidFill>
                <a:latin typeface="Times New Roman"/>
                <a:ea typeface="Times New Roman"/>
                <a:cs typeface="Times New Roman"/>
                <a:sym typeface="Times New Roman"/>
              </a:rPr>
              <a:t>than</a:t>
            </a:r>
            <a:r>
              <a:rPr lang="en-US" b="false" i="false" strike="noStrike" u="none" sz="2000" spc="30">
                <a:solidFill>
                  <a:srgbClr val="1F2329"/>
                </a:solidFill>
                <a:latin typeface="Times New Roman"/>
                <a:ea typeface="Times New Roman"/>
                <a:cs typeface="Times New Roman"/>
                <a:sym typeface="Times New Roman"/>
              </a:rPr>
              <a:t> </a:t>
            </a:r>
            <a:r>
              <a:rPr lang="en-US" b="false" i="false" strike="noStrike" u="none" sz="2000" spc="100">
                <a:solidFill>
                  <a:srgbClr val="1F2329"/>
                </a:solidFill>
                <a:latin typeface="Times New Roman"/>
                <a:ea typeface="Times New Roman"/>
                <a:cs typeface="Times New Roman"/>
                <a:sym typeface="Times New Roman"/>
              </a:rPr>
              <a:t>operator</a:t>
            </a:r>
            <a:r>
              <a:rPr lang="en-US" b="false" i="false" strike="noStrike" u="none" sz="2000" spc="-30">
                <a:solidFill>
                  <a:srgbClr val="1F2329"/>
                </a:solidFill>
                <a:latin typeface="Times New Roman"/>
                <a:ea typeface="Times New Roman"/>
                <a:cs typeface="Times New Roman"/>
                <a:sym typeface="Times New Roman"/>
              </a:rPr>
              <a:t> </a:t>
            </a:r>
            <a:r>
              <a:rPr lang="en-US" b="false" i="false" strike="noStrike" u="none" sz="2000" spc="-25">
                <a:solidFill>
                  <a:srgbClr val="1F2329"/>
                </a:solidFill>
                <a:latin typeface="Monaco"/>
                <a:ea typeface="Monaco"/>
                <a:cs typeface="Monaco"/>
                <a:sym typeface="Monaco"/>
              </a:rPr>
              <a:t>||</a:t>
            </a:r>
            <a:r>
              <a:rPr lang="en-US" b="false" i="false" strike="noStrike" u="none" sz="2000" spc="-25">
                <a:solidFill>
                  <a:srgbClr val="1F2329"/>
                </a:solidFill>
                <a:latin typeface="Times New Roman"/>
                <a:ea typeface="Times New Roman"/>
                <a:cs typeface="Times New Roman"/>
                <a:sym typeface="Times New Roman"/>
              </a:rPr>
              <a:t>.</a:t>
            </a:r>
          </a:p>
          <a:p>
            <a:pPr algn="l" indent="-189865" marL="202565">
              <a:lnSpc>
                <a:spcPct val="100000"/>
              </a:lnSpc>
              <a:spcBef>
                <a:spcPts val="380"/>
              </a:spcBef>
              <a:buClr>
                <a:srgbClr val="2CA1BE"/>
              </a:buClr>
              <a:buSzPct val="68000"/>
              <a:buChar char=""/>
              <a:tabLst>
                <a:tab pos="202565" algn="l"/>
              </a:tabLst>
            </a:pPr>
            <a:r>
              <a:rPr lang="en-US" b="false" i="false" strike="noStrike" u="none" sz="2000" spc="50">
                <a:solidFill>
                  <a:srgbClr val="1F2329"/>
                </a:solidFill>
                <a:latin typeface="Times New Roman"/>
                <a:ea typeface="Times New Roman"/>
                <a:cs typeface="Times New Roman"/>
                <a:sym typeface="Times New Roman"/>
              </a:rPr>
              <a:t>Both</a:t>
            </a:r>
            <a:r>
              <a:rPr lang="en-US" b="false" i="false" strike="noStrike" u="none" sz="2000" spc="-15">
                <a:solidFill>
                  <a:srgbClr val="1F2329"/>
                </a:solidFill>
                <a:latin typeface="Times New Roman"/>
                <a:ea typeface="Times New Roman"/>
                <a:cs typeface="Times New Roman"/>
                <a:sym typeface="Times New Roman"/>
              </a:rPr>
              <a:t> </a:t>
            </a:r>
            <a:r>
              <a:rPr lang="en-US" b="false" i="false" strike="noStrike" u="none" sz="2000" spc="100">
                <a:solidFill>
                  <a:srgbClr val="1F2329"/>
                </a:solidFill>
                <a:latin typeface="Times New Roman"/>
                <a:ea typeface="Times New Roman"/>
                <a:cs typeface="Times New Roman"/>
                <a:sym typeface="Times New Roman"/>
              </a:rPr>
              <a:t>operators</a:t>
            </a:r>
            <a:r>
              <a:rPr lang="en-US" b="false" i="false" strike="noStrike" u="none" sz="2000" spc="10">
                <a:solidFill>
                  <a:srgbClr val="1F2329"/>
                </a:solidFill>
                <a:latin typeface="Times New Roman"/>
                <a:ea typeface="Times New Roman"/>
                <a:cs typeface="Times New Roman"/>
                <a:sym typeface="Times New Roman"/>
              </a:rPr>
              <a:t> </a:t>
            </a:r>
            <a:r>
              <a:rPr lang="en-US" b="false" i="false" strike="noStrike" u="none" sz="2000" spc="75">
                <a:solidFill>
                  <a:srgbClr val="1F2329"/>
                </a:solidFill>
                <a:latin typeface="Times New Roman"/>
                <a:ea typeface="Times New Roman"/>
                <a:cs typeface="Times New Roman"/>
                <a:sym typeface="Times New Roman"/>
              </a:rPr>
              <a:t>associate</a:t>
            </a:r>
            <a:r>
              <a:rPr lang="en-US" b="false" i="false" strike="noStrike" u="none" sz="2000" spc="-35">
                <a:solidFill>
                  <a:srgbClr val="1F2329"/>
                </a:solidFill>
                <a:latin typeface="Times New Roman"/>
                <a:ea typeface="Times New Roman"/>
                <a:cs typeface="Times New Roman"/>
                <a:sym typeface="Times New Roman"/>
              </a:rPr>
              <a:t> </a:t>
            </a:r>
            <a:r>
              <a:rPr lang="en-US" b="false" i="false" strike="noStrike" u="none" sz="2000" spc="60">
                <a:solidFill>
                  <a:srgbClr val="1F2329"/>
                </a:solidFill>
                <a:latin typeface="Times New Roman"/>
                <a:ea typeface="Times New Roman"/>
                <a:cs typeface="Times New Roman"/>
                <a:sym typeface="Times New Roman"/>
              </a:rPr>
              <a:t>from</a:t>
            </a:r>
            <a:r>
              <a:rPr lang="en-US" b="false" i="false" strike="noStrike" u="none" sz="2000" spc="-55">
                <a:solidFill>
                  <a:srgbClr val="1F2329"/>
                </a:solidFill>
                <a:latin typeface="Times New Roman"/>
                <a:ea typeface="Times New Roman"/>
                <a:cs typeface="Times New Roman"/>
                <a:sym typeface="Times New Roman"/>
              </a:rPr>
              <a:t> </a:t>
            </a:r>
            <a:r>
              <a:rPr lang="en-US" b="false" i="false" strike="noStrike" u="none" sz="2000">
                <a:solidFill>
                  <a:srgbClr val="1F2329"/>
                </a:solidFill>
                <a:latin typeface="Times New Roman"/>
                <a:ea typeface="Times New Roman"/>
                <a:cs typeface="Times New Roman"/>
                <a:sym typeface="Times New Roman"/>
              </a:rPr>
              <a:t>left</a:t>
            </a:r>
            <a:r>
              <a:rPr lang="en-US" b="false" i="false" strike="noStrike" u="none" sz="2000" spc="55">
                <a:solidFill>
                  <a:srgbClr val="1F2329"/>
                </a:solidFill>
                <a:latin typeface="Times New Roman"/>
                <a:ea typeface="Times New Roman"/>
                <a:cs typeface="Times New Roman"/>
                <a:sym typeface="Times New Roman"/>
              </a:rPr>
              <a:t> </a:t>
            </a:r>
            <a:r>
              <a:rPr lang="en-US" b="false" i="false" strike="noStrike" u="none" sz="2000" spc="95">
                <a:solidFill>
                  <a:srgbClr val="1F2329"/>
                </a:solidFill>
                <a:latin typeface="Times New Roman"/>
                <a:ea typeface="Times New Roman"/>
                <a:cs typeface="Times New Roman"/>
                <a:sym typeface="Times New Roman"/>
              </a:rPr>
              <a:t>to</a:t>
            </a:r>
            <a:r>
              <a:rPr lang="en-US" b="false" i="false" strike="noStrike" u="none" sz="2000" spc="35">
                <a:solidFill>
                  <a:srgbClr val="1F2329"/>
                </a:solidFill>
                <a:latin typeface="Times New Roman"/>
                <a:ea typeface="Times New Roman"/>
                <a:cs typeface="Times New Roman"/>
                <a:sym typeface="Times New Roman"/>
              </a:rPr>
              <a:t> </a:t>
            </a:r>
            <a:r>
              <a:rPr lang="en-US" b="false" i="false" strike="noStrike" u="none" sz="2000" spc="45">
                <a:solidFill>
                  <a:srgbClr val="1F2329"/>
                </a:solidFill>
                <a:latin typeface="Times New Roman"/>
                <a:ea typeface="Times New Roman"/>
                <a:cs typeface="Times New Roman"/>
                <a:sym typeface="Times New Roman"/>
              </a:rPr>
              <a:t>right.</a:t>
            </a:r>
          </a:p>
        </p:txBody>
      </p:sp>
      <p:sp>
        <p:nvSpPr>
          <p:cNvPr name="AutoShape 4" id="4"/>
          <p:cNvSpPr/>
          <p:nvPr/>
        </p:nvSpPr>
        <p:spPr>
          <a:xfrm rot="0" flipH="false" flipV="false">
            <a:off x="4570476" y="6600507"/>
            <a:ext cx="2407285" cy="140335"/>
          </a:xfrm>
          <a:prstGeom prst="rect">
            <a:avLst/>
          </a:prstGeom>
          <a:noFill/>
          <a:ln w="12700">
            <a:noFill/>
            <a:prstDash val="solid"/>
          </a:ln>
        </p:spPr>
        <p:txBody>
          <a:bodyPr anchor="t" rtlCol="false" vert="horz" wrap="square" lIns="0" rIns="0" tIns="12700" bIns="0">
            <a:spAutoFit/>
          </a:bodyPr>
          <a:lstStyle/>
          <a:p>
            <a:pPr algn="l" marL="12700" indent="0">
              <a:lnSpc>
                <a:spcPct val="100000"/>
              </a:lnSpc>
              <a:spcBef>
                <a:spcPts val="100"/>
              </a:spcBef>
              <a:defRPr/>
            </a:pPr>
            <a:r>
              <a:rPr lang="en-US" b="false" i="false" strike="noStrike" u="none" sz="750" spc="-35">
                <a:solidFill>
                  <a:srgbClr val="1F2329"/>
                </a:solidFill>
                <a:latin typeface="Arial"/>
                <a:ea typeface="Arial"/>
                <a:cs typeface="Arial"/>
                <a:sym typeface="Arial"/>
              </a:rPr>
              <a:t>Copyright</a:t>
            </a:r>
            <a:r>
              <a:rPr lang="en-US" b="false" i="false" strike="noStrike" u="none" sz="750" spc="25">
                <a:solidFill>
                  <a:srgbClr val="1F2329"/>
                </a:solidFill>
                <a:latin typeface="Arial"/>
                <a:ea typeface="Arial"/>
                <a:cs typeface="Arial"/>
                <a:sym typeface="Arial"/>
              </a:rPr>
              <a:t> </a:t>
            </a:r>
            <a:r>
              <a:rPr lang="en-US" b="false" i="false" strike="noStrike" u="none" sz="750" spc="75">
                <a:solidFill>
                  <a:srgbClr val="1F2329"/>
                </a:solidFill>
                <a:latin typeface="Arial"/>
                <a:ea typeface="Arial"/>
                <a:cs typeface="Arial"/>
                <a:sym typeface="Arial"/>
              </a:rPr>
              <a:t>©</a:t>
            </a:r>
            <a:r>
              <a:rPr lang="en-US" b="false" i="false" strike="noStrike" u="none" sz="750" spc="-20">
                <a:solidFill>
                  <a:srgbClr val="1F2329"/>
                </a:solidFill>
                <a:latin typeface="Arial"/>
                <a:ea typeface="Arial"/>
                <a:cs typeface="Arial"/>
                <a:sym typeface="Arial"/>
              </a:rPr>
              <a:t> </a:t>
            </a:r>
            <a:r>
              <a:rPr lang="en-US" b="false" i="false" strike="noStrike" u="none" sz="750" spc="-45">
                <a:solidFill>
                  <a:srgbClr val="1F2329"/>
                </a:solidFill>
                <a:latin typeface="Arial"/>
                <a:ea typeface="Arial"/>
                <a:cs typeface="Arial"/>
                <a:sym typeface="Arial"/>
              </a:rPr>
              <a:t>2020</a:t>
            </a:r>
            <a:r>
              <a:rPr lang="en-US" b="false" i="false" strike="noStrike" u="none" sz="750" spc="-60">
                <a:solidFill>
                  <a:srgbClr val="1F2329"/>
                </a:solidFill>
                <a:latin typeface="Arial"/>
                <a:ea typeface="Arial"/>
                <a:cs typeface="Arial"/>
                <a:sym typeface="Arial"/>
              </a:rPr>
              <a:t> </a:t>
            </a:r>
            <a:r>
              <a:rPr lang="en-US" b="false" i="false" strike="noStrike" u="none" sz="750" spc="-55">
                <a:solidFill>
                  <a:srgbClr val="1F2329"/>
                </a:solidFill>
                <a:latin typeface="Arial"/>
                <a:ea typeface="Arial"/>
                <a:cs typeface="Arial"/>
                <a:sym typeface="Arial"/>
              </a:rPr>
              <a:t>Pearson</a:t>
            </a:r>
            <a:r>
              <a:rPr lang="en-US" b="false" i="false" strike="noStrike" u="none" sz="750">
                <a:solidFill>
                  <a:srgbClr val="1F2329"/>
                </a:solidFill>
                <a:latin typeface="Arial"/>
                <a:ea typeface="Arial"/>
                <a:cs typeface="Arial"/>
                <a:sym typeface="Arial"/>
              </a:rPr>
              <a:t> </a:t>
            </a:r>
            <a:r>
              <a:rPr lang="en-US" b="false" i="false" strike="noStrike" u="none" sz="750" spc="-40">
                <a:solidFill>
                  <a:srgbClr val="1F2329"/>
                </a:solidFill>
                <a:latin typeface="Arial"/>
                <a:ea typeface="Arial"/>
                <a:cs typeface="Arial"/>
                <a:sym typeface="Arial"/>
              </a:rPr>
              <a:t>Education</a:t>
            </a:r>
            <a:r>
              <a:rPr lang="en-US" b="false" i="false" strike="noStrike" u="none" sz="750" spc="60">
                <a:solidFill>
                  <a:srgbClr val="1F2329"/>
                </a:solidFill>
                <a:latin typeface="Arial"/>
                <a:ea typeface="Arial"/>
                <a:cs typeface="Arial"/>
                <a:sym typeface="Arial"/>
              </a:rPr>
              <a:t> </a:t>
            </a:r>
            <a:r>
              <a:rPr lang="en-US" b="false" i="false" strike="noStrike" u="none" sz="750" spc="-25">
                <a:solidFill>
                  <a:srgbClr val="1F2329"/>
                </a:solidFill>
                <a:latin typeface="Arial"/>
                <a:ea typeface="Arial"/>
                <a:cs typeface="Arial"/>
                <a:sym typeface="Arial"/>
              </a:rPr>
              <a:t>Ltd.</a:t>
            </a:r>
            <a:r>
              <a:rPr lang="en-US" b="false" i="false" strike="noStrike" u="none" sz="750" spc="35">
                <a:solidFill>
                  <a:srgbClr val="1F2329"/>
                </a:solidFill>
                <a:latin typeface="Arial"/>
                <a:ea typeface="Arial"/>
                <a:cs typeface="Arial"/>
                <a:sym typeface="Arial"/>
              </a:rPr>
              <a:t> </a:t>
            </a:r>
            <a:r>
              <a:rPr lang="en-US" b="false" i="false" strike="noStrike" u="none" sz="750" spc="-10">
                <a:solidFill>
                  <a:srgbClr val="1F2329"/>
                </a:solidFill>
                <a:latin typeface="Arial"/>
                <a:ea typeface="Arial"/>
                <a:cs typeface="Arial"/>
                <a:sym typeface="Arial"/>
              </a:rPr>
              <a:t>All</a:t>
            </a:r>
            <a:r>
              <a:rPr lang="en-US" b="false" i="false" strike="noStrike" u="none" sz="750" spc="-20">
                <a:solidFill>
                  <a:srgbClr val="1F2329"/>
                </a:solidFill>
                <a:latin typeface="Arial"/>
                <a:ea typeface="Arial"/>
                <a:cs typeface="Arial"/>
                <a:sym typeface="Arial"/>
              </a:rPr>
              <a:t> </a:t>
            </a:r>
            <a:r>
              <a:rPr lang="en-US" b="false" i="false" strike="noStrike" u="none" sz="750" spc="-50">
                <a:solidFill>
                  <a:srgbClr val="1F2329"/>
                </a:solidFill>
                <a:latin typeface="Arial"/>
                <a:ea typeface="Arial"/>
                <a:cs typeface="Arial"/>
                <a:sym typeface="Arial"/>
              </a:rPr>
              <a:t>Rights</a:t>
            </a:r>
            <a:r>
              <a:rPr lang="en-US" b="false" i="false" strike="noStrike" u="none" sz="750" spc="15">
                <a:solidFill>
                  <a:srgbClr val="1F2329"/>
                </a:solidFill>
                <a:latin typeface="Arial"/>
                <a:ea typeface="Arial"/>
                <a:cs typeface="Arial"/>
                <a:sym typeface="Arial"/>
              </a:rPr>
              <a:t> </a:t>
            </a:r>
            <a:r>
              <a:rPr lang="en-US" b="false" i="false" strike="noStrike" u="none" sz="750" spc="-30">
                <a:solidFill>
                  <a:srgbClr val="1F2329"/>
                </a:solidFill>
                <a:latin typeface="Arial"/>
                <a:ea typeface="Arial"/>
                <a:cs typeface="Arial"/>
                <a:sym typeface="Arial"/>
              </a:rPr>
              <a:t>Reserved</a:t>
            </a:r>
            <a:endParaRPr lang="en-US" sz="1100"/>
          </a:p>
        </p:txBody>
      </p:sp>
    </p:spTree>
  </p:cSld>
  <p:clrMapOvr>
    <a:masterClrMapping/>
  </p:clrMapOvr>
</p:sld>
</file>

<file path=ppt/slides/slide7.xml><?xml version="1.0" encoding="utf-8"?>
<p:sld xmlns:p="http://schemas.openxmlformats.org/presentationml/2006/main" xmlns:a="http://schemas.openxmlformats.org/drawingml/2006/main">
  <p:cSld>
    <p:bg>
      <p:bgPr>
        <a:solidFill>
          <a:srgbClr val="FFFFFF">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762000" y="381000"/>
            <a:ext cx="889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367E88"/>
                </a:solidFill>
              </a:rPr>
              <a:t>XOR (Exclusive OR) Operator</a:t>
            </a:r>
            <a:endParaRPr lang="en-US" sz="1100"/>
          </a:p>
        </p:txBody>
      </p:sp>
      <p:sp>
        <p:nvSpPr>
          <p:cNvPr name="AutoShape 3" id="3"/>
          <p:cNvSpPr/>
          <p:nvPr/>
        </p:nvSpPr>
        <p:spPr>
          <a:xfrm rot="0" flipH="false" flipV="false">
            <a:off x="1016000" y="1143000"/>
            <a:ext cx="10160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C3C3C"/>
                </a:solidFill>
                <a:latin typeface="Courier New"/>
                <a:ea typeface="Courier New"/>
                <a:cs typeface="Courier New"/>
                <a:sym typeface="Courier New"/>
              </a:rPr>
              <a:t>^</a:t>
            </a:r>
            <a:r>
              <a:rPr lang="en-US" b="false" i="false" strike="noStrike" u="none" sz="1500">
                <a:solidFill>
                  <a:srgbClr val="3C3C3C"/>
                </a:solidFill>
              </a:rPr>
              <a:t> is a "picky OR": exactly one operand must be true, not both.</a:t>
            </a:r>
            <a:endParaRPr lang="en-US" sz="1100"/>
          </a:p>
        </p:txBody>
      </p:sp>
      <p:graphicFrame>
        <p:nvGraphicFramePr>
          <p:cNvPr name="Table 4" id="4"/>
          <p:cNvGraphicFramePr>
            <a:graphicFrameLocks noGrp="true"/>
          </p:cNvGraphicFramePr>
          <p:nvPr/>
        </p:nvGraphicFramePr>
        <p:xfrm>
          <a:off x="1524000" y="1905000"/>
          <a:ext cx="5080000" cy="2540000"/>
        </p:xfrm>
        <a:graphic>
          <a:graphicData uri="http://schemas.openxmlformats.org/drawingml/2006/table">
            <a:tbl>
              <a:tblPr>
                <a:effectLst/>
              </a:tblPr>
              <a:tblGrid>
                <a:gridCol w="1689100"/>
                <a:gridCol w="1689100"/>
                <a:gridCol w="1701800"/>
              </a:tblGrid>
              <a:tr h="850900">
                <a:tc>
                  <a:txBody>
                    <a:bodyPr anchor="t" rtlCol="false"/>
                    <a:lstStyle/>
                    <a:p>
                      <a:pPr algn="ctr" marL="0" indent="0">
                        <a:lnSpc>
                          <a:spcPct val="100000"/>
                        </a:lnSpc>
                        <a:defRPr/>
                      </a:pPr>
                      <a:r>
                        <a:rPr lang="en-US" b="true" i="false" strike="noStrike" u="none" sz="1400">
                          <a:solidFill>
                            <a:srgbClr val="000000"/>
                          </a:solidFill>
                        </a:rPr>
                        <a:t>expr1 ^ expr2</a:t>
                      </a:r>
                      <a:endParaRPr lang="en-US" sz="1100"/>
                    </a:p>
                  </a:txBody>
                  <a:tcPr anchor="ctr" anchorCtr="false" marL="101600" marR="101600" marT="101600" marB="101600">
                    <a:lnL>
                      <a:noFill/>
                    </a:lnL>
                    <a:lnR>
                      <a:noFill/>
                    </a:lnR>
                    <a:lnT>
                      <a:noFill/>
                    </a:lnT>
                    <a:lnB>
                      <a:noFill/>
                    </a:lnB>
                    <a:solidFill>
                      <a:srgbClr val="ADD8E6">
                        <a:alpha val="100000"/>
                      </a:srgbClr>
                    </a:solidFill>
                  </a:tcPr>
                </a:tc>
                <a:tc>
                  <a:txBody>
                    <a:bodyPr anchor="t" rtlCol="false"/>
                    <a:lstStyle/>
                    <a:p>
                      <a:pPr algn="ctr" marL="0" indent="0">
                        <a:lnSpc>
                          <a:spcPct val="100000"/>
                        </a:lnSpc>
                        <a:defRPr/>
                      </a:pPr>
                      <a:r>
                        <a:rPr lang="en-US" b="true" i="false" strike="noStrike" u="none" sz="1400">
                          <a:solidFill>
                            <a:srgbClr val="000000"/>
                          </a:solidFill>
                        </a:rPr>
                        <a:t>false</a:t>
                      </a:r>
                      <a:endParaRPr lang="en-US" sz="1100"/>
                    </a:p>
                  </a:txBody>
                  <a:tcPr anchor="ctr" anchorCtr="false" marL="101600" marR="101600" marT="101600" marB="101600">
                    <a:lnL>
                      <a:noFill/>
                    </a:lnL>
                    <a:lnR>
                      <a:noFill/>
                    </a:lnR>
                    <a:lnT>
                      <a:noFill/>
                    </a:lnT>
                    <a:lnB>
                      <a:noFill/>
                    </a:lnB>
                    <a:solidFill>
                      <a:srgbClr val="ADD8E6">
                        <a:alpha val="100000"/>
                      </a:srgbClr>
                    </a:solidFill>
                  </a:tcPr>
                </a:tc>
                <a:tc>
                  <a:txBody>
                    <a:bodyPr anchor="t" rtlCol="false"/>
                    <a:lstStyle/>
                    <a:p>
                      <a:pPr algn="ctr" marL="0" indent="0">
                        <a:lnSpc>
                          <a:spcPct val="100000"/>
                        </a:lnSpc>
                        <a:defRPr/>
                      </a:pPr>
                      <a:r>
                        <a:rPr lang="en-US" b="true" i="false" strike="noStrike" u="none" sz="1400">
                          <a:solidFill>
                            <a:srgbClr val="000000"/>
                          </a:solidFill>
                        </a:rPr>
                        <a:t>true</a:t>
                      </a:r>
                      <a:endParaRPr lang="en-US" sz="1100"/>
                    </a:p>
                  </a:txBody>
                  <a:tcPr anchor="ctr" anchorCtr="false" marL="101600" marR="101600" marT="101600" marB="101600">
                    <a:lnL>
                      <a:noFill/>
                    </a:lnL>
                    <a:lnR>
                      <a:noFill/>
                    </a:lnR>
                    <a:lnT>
                      <a:noFill/>
                    </a:lnT>
                    <a:lnB>
                      <a:noFill/>
                    </a:lnB>
                    <a:solidFill>
                      <a:srgbClr val="ADD8E6">
                        <a:alpha val="100000"/>
                      </a:srgbClr>
                    </a:solidFill>
                  </a:tcPr>
                </a:tc>
              </a:tr>
              <a:tr h="850900">
                <a:tc>
                  <a:txBody>
                    <a:bodyPr anchor="t" rtlCol="false"/>
                    <a:lstStyle/>
                    <a:p>
                      <a:pPr algn="ctr" marL="0" indent="0">
                        <a:lnSpc>
                          <a:spcPct val="100000"/>
                        </a:lnSpc>
                        <a:defRPr/>
                      </a:pPr>
                      <a:r>
                        <a:rPr lang="en-US" b="true" i="false" strike="noStrike" u="none" sz="1400">
                          <a:solidFill>
                            <a:srgbClr val="000000"/>
                          </a:solidFill>
                        </a:rPr>
                        <a:t>false</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400">
                          <a:solidFill>
                            <a:srgbClr val="000000"/>
                          </a:solidFill>
                        </a:rPr>
                        <a:t>false</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400">
                          <a:solidFill>
                            <a:srgbClr val="000000"/>
                          </a:solidFill>
                        </a:rPr>
                        <a:t>true</a:t>
                      </a:r>
                      <a:endParaRPr lang="en-US" sz="1100"/>
                    </a:p>
                  </a:txBody>
                  <a:tcPr anchor="ctr" anchorCtr="false" marL="101600" marR="101600" marT="101600" marB="101600">
                    <a:lnL>
                      <a:noFill/>
                    </a:lnL>
                    <a:lnR>
                      <a:noFill/>
                    </a:lnR>
                    <a:lnT>
                      <a:noFill/>
                    </a:lnT>
                    <a:lnB>
                      <a:noFill/>
                    </a:lnB>
                    <a:noFill/>
                  </a:tcPr>
                </a:tc>
              </a:tr>
              <a:tr h="838200">
                <a:tc>
                  <a:txBody>
                    <a:bodyPr anchor="t" rtlCol="false"/>
                    <a:lstStyle/>
                    <a:p>
                      <a:pPr algn="ctr" marL="0" indent="0">
                        <a:lnSpc>
                          <a:spcPct val="100000"/>
                        </a:lnSpc>
                        <a:defRPr/>
                      </a:pPr>
                      <a:r>
                        <a:rPr lang="en-US" b="true" i="false" strike="noStrike" u="none" sz="1400">
                          <a:solidFill>
                            <a:srgbClr val="000000"/>
                          </a:solidFill>
                        </a:rPr>
                        <a:t>true</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400">
                          <a:solidFill>
                            <a:srgbClr val="000000"/>
                          </a:solidFill>
                        </a:rPr>
                        <a:t>true</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400">
                          <a:solidFill>
                            <a:srgbClr val="000000"/>
                          </a:solidFill>
                        </a:rPr>
                        <a:t>false</a:t>
                      </a:r>
                      <a:endParaRPr lang="en-US" sz="1100"/>
                    </a:p>
                  </a:txBody>
                  <a:tcPr anchor="ctr" anchorCtr="false" marL="101600" marR="101600" marT="101600" marB="101600">
                    <a:lnL>
                      <a:noFill/>
                    </a:lnL>
                    <a:lnR>
                      <a:noFill/>
                    </a:lnR>
                    <a:lnT>
                      <a:noFill/>
                    </a:lnT>
                    <a:lnB>
                      <a:noFill/>
                    </a:lnB>
                    <a:noFill/>
                  </a:tcPr>
                </a:tc>
              </a:tr>
            </a:tbl>
          </a:graphicData>
        </a:graphic>
      </p:graphicFrame>
      <p:sp>
        <p:nvSpPr>
          <p:cNvPr name="AutoShape 5" id="5"/>
          <p:cNvSpPr/>
          <p:nvPr/>
        </p:nvSpPr>
        <p:spPr>
          <a:xfrm rot="0" flipH="false" flipV="false">
            <a:off x="7366000" y="1905000"/>
            <a:ext cx="4318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41666"/>
              </a:lnSpc>
              <a:defRPr/>
            </a:pPr>
            <a:r>
              <a:rPr lang="en-US" b="true" i="false" strike="noStrike" u="none" sz="1400">
                <a:solidFill>
                  <a:srgbClr val="323232"/>
                </a:solidFill>
              </a:rPr>
              <a:t>Key points:</a:t>
            </a:r>
            <a:r>
              <a:rPr lang="en-US" b="false" i="false" strike="noStrike" u="none" sz="1400">
                <a:solidFill>
                  <a:srgbClr val="323232"/>
                </a:solidFill>
              </a:rPr>
              <a:t/>
            </a:r>
            <a:endParaRPr lang="en-US" sz="1100"/>
          </a:p>
          <a:p>
            <a:pPr algn="l" marL="0" indent="0">
              <a:lnSpc>
                <a:spcPct val="141666"/>
              </a:lnSpc>
            </a:pPr>
            <a:r>
              <a:rPr lang="en-US" b="false" i="false" strike="noStrike" u="none" sz="1400">
                <a:solidFill>
                  <a:srgbClr val="323232"/>
                </a:solidFill>
              </a:rPr>
              <a:t>Returns true when operands differ.</a:t>
            </a:r>
          </a:p>
          <a:p>
            <a:pPr algn="l" marL="0" indent="0">
              <a:lnSpc>
                <a:spcPct val="141666"/>
              </a:lnSpc>
            </a:pPr>
            <a:r>
              <a:rPr lang="en-US" b="false" i="false" strike="noStrike" u="none" sz="1400">
                <a:solidFill>
                  <a:srgbClr val="323232"/>
                </a:solidFill>
              </a:rPr>
              <a:t>Returns false when operands match.</a:t>
            </a:r>
          </a:p>
          <a:p>
            <a:pPr algn="l" marL="0" indent="0">
              <a:lnSpc>
                <a:spcPct val="141666"/>
              </a:lnSpc>
            </a:pPr>
            <a:r>
              <a:rPr lang="en-US" b="false" i="false" strike="noStrike" u="none" sz="1400">
                <a:solidFill>
                  <a:srgbClr val="323232"/>
                </a:solidFill>
              </a:rPr>
              <a:t/>
            </a:r>
          </a:p>
          <a:p>
            <a:pPr algn="l" marL="0" indent="0">
              <a:lnSpc>
                <a:spcPct val="141666"/>
              </a:lnSpc>
            </a:pPr>
            <a:r>
              <a:rPr lang="en-US" b="true" i="false" strike="noStrike" u="none" sz="1400">
                <a:solidFill>
                  <a:srgbClr val="323232"/>
                </a:solidFill>
              </a:rPr>
              <a:t>Precedence:</a:t>
            </a:r>
            <a:r>
              <a:rPr lang="en-US" b="false" i="false" strike="noStrike" u="none" sz="1400">
                <a:solidFill>
                  <a:srgbClr val="323232"/>
                </a:solidFill>
              </a:rPr>
              <a:t> ^ is higher than &amp;&amp; and ||.</a:t>
            </a:r>
          </a:p>
          <a:p>
            <a:pPr algn="l" marL="0" indent="0">
              <a:lnSpc>
                <a:spcPct val="141666"/>
              </a:lnSpc>
            </a:pPr>
            <a:r>
              <a:rPr lang="en-US" b="false" i="false" strike="noStrike" u="none" sz="1400">
                <a:solidFill>
                  <a:srgbClr val="323232"/>
                </a:solidFill>
              </a:rPr>
              <a:t/>
            </a:r>
          </a:p>
          <a:p>
            <a:pPr algn="l" marL="0" indent="0">
              <a:lnSpc>
                <a:spcPct val="141666"/>
              </a:lnSpc>
            </a:pPr>
            <a:r>
              <a:rPr lang="en-US" b="false" i="false" strike="noStrike" u="none" sz="1400">
                <a:solidFill>
                  <a:srgbClr val="323232"/>
                </a:solidFill>
              </a:rPr>
              <a:t>Rarely used in practice, but useful for toggling bits.</a:t>
            </a:r>
          </a:p>
        </p:txBody>
      </p:sp>
      <p:sp>
        <p:nvSpPr>
          <p:cNvPr name="AutoShape 6" id="6"/>
          <p:cNvSpPr/>
          <p:nvPr/>
        </p:nvSpPr>
        <p:spPr>
          <a:xfrm rot="0" flipH="false" flipV="false">
            <a:off x="4445000" y="6477000"/>
            <a:ext cx="3810000" cy="254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900">
                <a:solidFill>
                  <a:srgbClr val="969696"/>
                </a:solidFill>
              </a:rPr>
              <a:t>Copyright © 2020 Pearson Education Ltd. All Rights Reserved</a:t>
            </a:r>
            <a:endParaRPr lang="en-US" sz="1100"/>
          </a:p>
        </p:txBody>
      </p:sp>
    </p:spTree>
  </p:cSld>
  <p:clrMapOvr>
    <a:masterClrMapping/>
  </p:clrMapOvr>
</p:sld>
</file>

<file path=ppt/slides/slide8.xml><?xml version="1.0" encoding="utf-8"?>
<p:sld xmlns:p="http://schemas.openxmlformats.org/presentationml/2006/main" xmlns:a="http://schemas.openxmlformats.org/drawingml/2006/main">
  <p:cSld>
    <p:bg>
      <p:bgPr>
        <a:solidFill>
          <a:srgbClr val="FFFFFF">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762000" y="381000"/>
            <a:ext cx="1016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367E88"/>
                </a:solidFill>
              </a:rPr>
              <a:t>Short-Circuit vs Non-Short-Circuit Operators</a:t>
            </a:r>
            <a:endParaRPr lang="en-US" sz="1100"/>
          </a:p>
        </p:txBody>
      </p:sp>
      <p:graphicFrame>
        <p:nvGraphicFramePr>
          <p:cNvPr name="Table 3" id="3"/>
          <p:cNvGraphicFramePr>
            <a:graphicFrameLocks noGrp="true"/>
          </p:cNvGraphicFramePr>
          <p:nvPr/>
        </p:nvGraphicFramePr>
        <p:xfrm>
          <a:off x="1016000" y="1397000"/>
          <a:ext cx="10160000" cy="3048000"/>
        </p:xfrm>
        <a:graphic>
          <a:graphicData uri="http://schemas.openxmlformats.org/drawingml/2006/table">
            <a:tbl>
              <a:tblPr>
                <a:effectLst/>
              </a:tblPr>
              <a:tblGrid>
                <a:gridCol w="2032000"/>
                <a:gridCol w="2032000"/>
                <a:gridCol w="2032000"/>
                <a:gridCol w="4064000"/>
              </a:tblGrid>
              <a:tr h="558800">
                <a:tc>
                  <a:txBody>
                    <a:bodyPr anchor="t" rtlCol="false"/>
                    <a:lstStyle/>
                    <a:p>
                      <a:pPr algn="ctr" marL="0" indent="0">
                        <a:lnSpc>
                          <a:spcPct val="100000"/>
                        </a:lnSpc>
                        <a:defRPr/>
                      </a:pPr>
                      <a:r>
                        <a:rPr lang="en-US" b="true" i="false" strike="noStrike" u="none" sz="1300">
                          <a:solidFill>
                            <a:srgbClr val="000000"/>
                          </a:solidFill>
                        </a:rPr>
                        <a:t>Operator</a:t>
                      </a:r>
                      <a:endParaRPr lang="en-US" sz="1100"/>
                    </a:p>
                  </a:txBody>
                  <a:tcPr anchor="ctr" anchorCtr="false" marL="101600" marR="101600" marT="101600" marB="101600">
                    <a:lnL>
                      <a:noFill/>
                    </a:lnL>
                    <a:lnR>
                      <a:noFill/>
                    </a:lnR>
                    <a:lnT>
                      <a:noFill/>
                    </a:lnT>
                    <a:lnB>
                      <a:noFill/>
                    </a:lnB>
                    <a:solidFill>
                      <a:srgbClr val="ADD8E6">
                        <a:alpha val="100000"/>
                      </a:srgbClr>
                    </a:solidFill>
                  </a:tcPr>
                </a:tc>
                <a:tc>
                  <a:txBody>
                    <a:bodyPr anchor="t" rtlCol="false"/>
                    <a:lstStyle/>
                    <a:p>
                      <a:pPr algn="ctr" marL="0" indent="0">
                        <a:lnSpc>
                          <a:spcPct val="100000"/>
                        </a:lnSpc>
                        <a:defRPr/>
                      </a:pPr>
                      <a:r>
                        <a:rPr lang="en-US" b="true" i="false" strike="noStrike" u="none" sz="1300">
                          <a:solidFill>
                            <a:srgbClr val="000000"/>
                          </a:solidFill>
                        </a:rPr>
                        <a:t>Name</a:t>
                      </a:r>
                      <a:endParaRPr lang="en-US" sz="1100"/>
                    </a:p>
                  </a:txBody>
                  <a:tcPr anchor="ctr" anchorCtr="false" marL="101600" marR="101600" marT="101600" marB="101600">
                    <a:lnL>
                      <a:noFill/>
                    </a:lnL>
                    <a:lnR>
                      <a:noFill/>
                    </a:lnR>
                    <a:lnT>
                      <a:noFill/>
                    </a:lnT>
                    <a:lnB>
                      <a:noFill/>
                    </a:lnB>
                    <a:solidFill>
                      <a:srgbClr val="ADD8E6">
                        <a:alpha val="100000"/>
                      </a:srgbClr>
                    </a:solidFill>
                  </a:tcPr>
                </a:tc>
                <a:tc>
                  <a:txBody>
                    <a:bodyPr anchor="t" rtlCol="false"/>
                    <a:lstStyle/>
                    <a:p>
                      <a:pPr algn="ctr" marL="0" indent="0">
                        <a:lnSpc>
                          <a:spcPct val="100000"/>
                        </a:lnSpc>
                        <a:defRPr/>
                      </a:pPr>
                      <a:r>
                        <a:rPr lang="en-US" b="true" i="false" strike="noStrike" u="none" sz="1300">
                          <a:solidFill>
                            <a:srgbClr val="000000"/>
                          </a:solidFill>
                        </a:rPr>
                        <a:t>Short-Circuit?</a:t>
                      </a:r>
                      <a:endParaRPr lang="en-US" sz="1100"/>
                    </a:p>
                  </a:txBody>
                  <a:tcPr anchor="ctr" anchorCtr="false" marL="101600" marR="101600" marT="101600" marB="101600">
                    <a:lnL>
                      <a:noFill/>
                    </a:lnL>
                    <a:lnR>
                      <a:noFill/>
                    </a:lnR>
                    <a:lnT>
                      <a:noFill/>
                    </a:lnT>
                    <a:lnB>
                      <a:noFill/>
                    </a:lnB>
                    <a:solidFill>
                      <a:srgbClr val="ADD8E6">
                        <a:alpha val="100000"/>
                      </a:srgbClr>
                    </a:solidFill>
                  </a:tcPr>
                </a:tc>
                <a:tc>
                  <a:txBody>
                    <a:bodyPr anchor="t" rtlCol="false"/>
                    <a:lstStyle/>
                    <a:p>
                      <a:pPr algn="ctr" marL="0" indent="0">
                        <a:lnSpc>
                          <a:spcPct val="100000"/>
                        </a:lnSpc>
                        <a:defRPr/>
                      </a:pPr>
                      <a:r>
                        <a:rPr lang="en-US" b="true" i="false" strike="noStrike" u="none" sz="1300">
                          <a:solidFill>
                            <a:srgbClr val="000000"/>
                          </a:solidFill>
                        </a:rPr>
                        <a:t>Behavior</a:t>
                      </a:r>
                      <a:endParaRPr lang="en-US" sz="1100"/>
                    </a:p>
                  </a:txBody>
                  <a:tcPr anchor="ctr" anchorCtr="false" marL="101600" marR="101600" marT="101600" marB="101600">
                    <a:lnL>
                      <a:noFill/>
                    </a:lnL>
                    <a:lnR>
                      <a:noFill/>
                    </a:lnR>
                    <a:lnT>
                      <a:noFill/>
                    </a:lnT>
                    <a:lnB>
                      <a:noFill/>
                    </a:lnB>
                    <a:solidFill>
                      <a:srgbClr val="ADD8E6">
                        <a:alpha val="100000"/>
                      </a:srgbClr>
                    </a:solidFill>
                  </a:tcPr>
                </a:tc>
              </a:tr>
              <a:tr h="622300">
                <a:tc>
                  <a:txBody>
                    <a:bodyPr anchor="t" rtlCol="false"/>
                    <a:lstStyle/>
                    <a:p>
                      <a:pPr algn="ctr" marL="0" indent="0">
                        <a:lnSpc>
                          <a:spcPct val="100000"/>
                        </a:lnSpc>
                        <a:defRPr/>
                      </a:pPr>
                      <a:r>
                        <a:rPr lang="en-US" b="false" i="false" strike="noStrike" u="none" sz="1300">
                          <a:solidFill>
                            <a:srgbClr val="000000"/>
                          </a:solidFill>
                          <a:latin typeface="Courier New"/>
                          <a:ea typeface="Courier New"/>
                          <a:cs typeface="Courier New"/>
                          <a:sym typeface="Courier New"/>
                        </a:rPr>
                        <a:t>&amp;&amp;</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300">
                          <a:solidFill>
                            <a:srgbClr val="000000"/>
                          </a:solidFill>
                        </a:rPr>
                        <a:t>Conditional AND</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300">
                          <a:solidFill>
                            <a:srgbClr val="328232"/>
                          </a:solidFill>
                        </a:rPr>
                        <a:t>Yes</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200">
                          <a:solidFill>
                            <a:srgbClr val="000000"/>
                          </a:solidFill>
                        </a:rPr>
                        <a:t>Skips right side if left is false</a:t>
                      </a:r>
                      <a:endParaRPr lang="en-US" sz="1100"/>
                    </a:p>
                  </a:txBody>
                  <a:tcPr anchor="ctr" anchorCtr="false" marL="101600" marR="101600" marT="101600" marB="101600">
                    <a:lnL>
                      <a:noFill/>
                    </a:lnL>
                    <a:lnR>
                      <a:noFill/>
                    </a:lnR>
                    <a:lnT>
                      <a:noFill/>
                    </a:lnT>
                    <a:lnB>
                      <a:noFill/>
                    </a:lnB>
                    <a:noFill/>
                  </a:tcPr>
                </a:tc>
              </a:tr>
              <a:tr h="622300">
                <a:tc>
                  <a:txBody>
                    <a:bodyPr anchor="t" rtlCol="false"/>
                    <a:lstStyle/>
                    <a:p>
                      <a:pPr algn="ctr" marL="0" indent="0">
                        <a:lnSpc>
                          <a:spcPct val="100000"/>
                        </a:lnSpc>
                        <a:defRPr/>
                      </a:pPr>
                      <a:r>
                        <a:rPr lang="en-US" b="false" i="false" strike="noStrike" u="none" sz="1300">
                          <a:solidFill>
                            <a:srgbClr val="000000"/>
                          </a:solidFill>
                          <a:latin typeface="Courier New"/>
                          <a:ea typeface="Courier New"/>
                          <a:cs typeface="Courier New"/>
                          <a:sym typeface="Courier New"/>
                        </a:rPr>
                        <a:t>&amp;</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300">
                          <a:solidFill>
                            <a:srgbClr val="000000"/>
                          </a:solidFill>
                        </a:rPr>
                        <a:t>Boolean AND</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300">
                          <a:solidFill>
                            <a:srgbClr val="B45050"/>
                          </a:solidFill>
                        </a:rPr>
                        <a:t>No</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200">
                          <a:solidFill>
                            <a:srgbClr val="000000"/>
                          </a:solidFill>
                        </a:rPr>
                        <a:t>Always evaluates both sides</a:t>
                      </a:r>
                      <a:endParaRPr lang="en-US" sz="1100"/>
                    </a:p>
                  </a:txBody>
                  <a:tcPr anchor="ctr" anchorCtr="false" marL="101600" marR="101600" marT="101600" marB="101600">
                    <a:lnL>
                      <a:noFill/>
                    </a:lnL>
                    <a:lnR>
                      <a:noFill/>
                    </a:lnR>
                    <a:lnT>
                      <a:noFill/>
                    </a:lnT>
                    <a:lnB>
                      <a:noFill/>
                    </a:lnB>
                    <a:noFill/>
                  </a:tcPr>
                </a:tc>
              </a:tr>
              <a:tr h="622300">
                <a:tc>
                  <a:txBody>
                    <a:bodyPr anchor="t" rtlCol="false"/>
                    <a:lstStyle/>
                    <a:p>
                      <a:pPr algn="ctr" marL="0" indent="0">
                        <a:lnSpc>
                          <a:spcPct val="100000"/>
                        </a:lnSpc>
                        <a:defRPr/>
                      </a:pPr>
                      <a:r>
                        <a:rPr lang="en-US" b="false" i="false" strike="noStrike" u="none" sz="1300">
                          <a:solidFill>
                            <a:srgbClr val="000000"/>
                          </a:solidFill>
                          <a:latin typeface="Courier New"/>
                          <a:ea typeface="Courier New"/>
                          <a:cs typeface="Courier New"/>
                          <a:sym typeface="Courier New"/>
                        </a:rPr>
                        <a:t>||</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300">
                          <a:solidFill>
                            <a:srgbClr val="000000"/>
                          </a:solidFill>
                        </a:rPr>
                        <a:t>Conditional OR</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300">
                          <a:solidFill>
                            <a:srgbClr val="328232"/>
                          </a:solidFill>
                        </a:rPr>
                        <a:t>Yes</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200">
                          <a:solidFill>
                            <a:srgbClr val="000000"/>
                          </a:solidFill>
                        </a:rPr>
                        <a:t>Skips right side if left is true</a:t>
                      </a:r>
                      <a:endParaRPr lang="en-US" sz="1100"/>
                    </a:p>
                  </a:txBody>
                  <a:tcPr anchor="ctr" anchorCtr="false" marL="101600" marR="101600" marT="101600" marB="101600">
                    <a:lnL>
                      <a:noFill/>
                    </a:lnL>
                    <a:lnR>
                      <a:noFill/>
                    </a:lnR>
                    <a:lnT>
                      <a:noFill/>
                    </a:lnT>
                    <a:lnB>
                      <a:noFill/>
                    </a:lnB>
                    <a:noFill/>
                  </a:tcPr>
                </a:tc>
              </a:tr>
              <a:tr h="622300">
                <a:tc>
                  <a:txBody>
                    <a:bodyPr anchor="t" rtlCol="false"/>
                    <a:lstStyle/>
                    <a:p>
                      <a:pPr algn="ctr" marL="0" indent="0">
                        <a:lnSpc>
                          <a:spcPct val="100000"/>
                        </a:lnSpc>
                        <a:defRPr/>
                      </a:pPr>
                      <a:r>
                        <a:rPr lang="en-US" b="false" i="false" strike="noStrike" u="none" sz="1300">
                          <a:solidFill>
                            <a:srgbClr val="000000"/>
                          </a:solidFill>
                          <a:latin typeface="Courier New"/>
                          <a:ea typeface="Courier New"/>
                          <a:cs typeface="Courier New"/>
                          <a:sym typeface="Courier New"/>
                        </a:rPr>
                        <a:t>|</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300">
                          <a:solidFill>
                            <a:srgbClr val="000000"/>
                          </a:solidFill>
                        </a:rPr>
                        <a:t>Boolean OR</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300">
                          <a:solidFill>
                            <a:srgbClr val="B45050"/>
                          </a:solidFill>
                        </a:rPr>
                        <a:t>No</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200">
                          <a:solidFill>
                            <a:srgbClr val="000000"/>
                          </a:solidFill>
                        </a:rPr>
                        <a:t>Always evaluates both sides</a:t>
                      </a:r>
                      <a:endParaRPr lang="en-US" sz="1100"/>
                    </a:p>
                  </a:txBody>
                  <a:tcPr anchor="ctr" anchorCtr="false" marL="101600" marR="101600" marT="101600" marB="101600">
                    <a:lnL>
                      <a:noFill/>
                    </a:lnL>
                    <a:lnR>
                      <a:noFill/>
                    </a:lnR>
                    <a:lnT>
                      <a:noFill/>
                    </a:lnT>
                    <a:lnB>
                      <a:noFill/>
                    </a:lnB>
                    <a:noFill/>
                  </a:tcPr>
                </a:tc>
              </a:tr>
            </a:tbl>
          </a:graphicData>
        </a:graphic>
      </p:graphicFrame>
      <p:sp>
        <p:nvSpPr>
          <p:cNvPr name="AutoShape 4" id="4"/>
          <p:cNvSpPr/>
          <p:nvPr/>
        </p:nvSpPr>
        <p:spPr>
          <a:xfrm rot="0" flipH="false" flipV="false">
            <a:off x="1016000" y="4826000"/>
            <a:ext cx="101600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true" i="false" strike="noStrike" u="none" sz="1400">
                <a:solidFill>
                  <a:srgbClr val="323232"/>
                </a:solidFill>
              </a:rPr>
              <a:t>Use &amp;&amp; and || by default.</a:t>
            </a:r>
            <a:r>
              <a:rPr lang="en-US" b="false" i="false" strike="noStrike" u="none" sz="1400">
                <a:solidFill>
                  <a:srgbClr val="323232"/>
                </a:solidFill>
              </a:rPr>
              <a:t> They are more efficient and avoid unintended side effects.</a:t>
            </a:r>
            <a:endParaRPr lang="en-US" sz="1100"/>
          </a:p>
          <a:p>
            <a:pPr algn="l" marL="0" indent="0">
              <a:lnSpc>
                <a:spcPct val="133333"/>
              </a:lnSpc>
            </a:pPr>
            <a:r>
              <a:rPr lang="en-US" b="false" i="false" strike="noStrike" u="none" sz="1400">
                <a:solidFill>
                  <a:srgbClr val="323232"/>
                </a:solidFill>
              </a:rPr>
              <a:t>Use &amp; and | only when you intentionally need both operands evaluated (rare, and generally bad practice).</a:t>
            </a:r>
          </a:p>
        </p:txBody>
      </p:sp>
      <p:sp>
        <p:nvSpPr>
          <p:cNvPr name="AutoShape 5" id="5"/>
          <p:cNvSpPr/>
          <p:nvPr/>
        </p:nvSpPr>
        <p:spPr>
          <a:xfrm rot="0" flipH="false" flipV="false">
            <a:off x="4445000" y="6477000"/>
            <a:ext cx="3810000" cy="254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900">
                <a:solidFill>
                  <a:srgbClr val="969696"/>
                </a:solidFill>
              </a:rPr>
              <a:t>Copyright © 2020 Pearson Education Ltd. All Rights Reserved</a:t>
            </a:r>
            <a:endParaRPr lang="en-US" sz="1100"/>
          </a:p>
        </p:txBody>
      </p:sp>
    </p:spTree>
  </p:cSld>
  <p:clrMapOvr>
    <a:masterClrMapping/>
  </p:clrMapOvr>
</p:sld>
</file>

<file path=ppt/slides/slide9.xml><?xml version="1.0" encoding="utf-8"?>
<p:sld xmlns:p="http://schemas.openxmlformats.org/presentationml/2006/main" xmlns:a="http://schemas.openxmlformats.org/drawingml/2006/main">
  <p:cSld>
    <p:bg>
      <p:bgPr>
        <a:solidFill>
          <a:srgbClr val="FFFFFF">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762000" y="381000"/>
            <a:ext cx="1016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367E88"/>
                </a:solidFill>
              </a:rPr>
              <a:t>How Short-Circuit Evaluation Works</a:t>
            </a:r>
            <a:endParaRPr lang="en-US" sz="1100"/>
          </a:p>
        </p:txBody>
      </p:sp>
      <p:sp>
        <p:nvSpPr>
          <p:cNvPr name="AutoShape 3" id="3"/>
          <p:cNvSpPr/>
          <p:nvPr/>
        </p:nvSpPr>
        <p:spPr>
          <a:xfrm rot="0" flipH="false" flipV="false">
            <a:off x="1016000" y="1270000"/>
            <a:ext cx="4826000" cy="2286000"/>
          </a:xfrm>
          <a:prstGeom prst="roundRect">
            <a:avLst>
              <a:gd name="adj" fmla="val 4444"/>
            </a:avLst>
          </a:prstGeom>
          <a:solidFill>
            <a:srgbClr val="F5F8FC">
              <a:alpha val="100000"/>
            </a:srgbClr>
          </a:solidFill>
          <a:ln w="12700" cmpd="sng" cap="flat">
            <a:solidFill>
              <a:srgbClr val="648CB4">
                <a:alpha val="100000"/>
              </a:srgbClr>
            </a:solidFill>
            <a:prstDash val="solid"/>
            <a:round/>
          </a:ln>
        </p:spPr>
        <p:txBody>
          <a:bodyPr anchor="ctr" rtlCol="false" vert="horz" wrap="square" lIns="63500" rIns="63500" tIns="63500" bIns="63500"/>
          <a:lstStyle/>
          <a:p>
            <a:pPr algn="ctr">
              <a:defRPr/>
            </a:pPr>
            <a:endParaRPr/>
          </a:p>
        </p:txBody>
      </p:sp>
      <p:sp>
        <p:nvSpPr>
          <p:cNvPr name="AutoShape 4" id="4"/>
          <p:cNvSpPr/>
          <p:nvPr/>
        </p:nvSpPr>
        <p:spPr>
          <a:xfrm rot="0" flipH="false" flipV="false">
            <a:off x="1206500" y="1460500"/>
            <a:ext cx="4445000" cy="190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41666"/>
              </a:lnSpc>
              <a:defRPr/>
            </a:pPr>
            <a:r>
              <a:rPr lang="en-US" b="true" i="false" strike="noStrike" u="none" sz="1400">
                <a:solidFill>
                  <a:srgbClr val="367E88"/>
                </a:solidFill>
              </a:rPr>
              <a:t>&amp;&amp; (AND):</a:t>
            </a:r>
            <a:r>
              <a:rPr lang="en-US" b="false" i="false" strike="noStrike" u="none" sz="1400">
                <a:solidFill>
                  <a:srgbClr val="282828"/>
                </a:solidFill>
              </a:rPr>
              <a:t/>
            </a:r>
            <a:endParaRPr lang="en-US" sz="1100"/>
          </a:p>
          <a:p>
            <a:pPr algn="l" marL="0" indent="0">
              <a:lnSpc>
                <a:spcPct val="141666"/>
              </a:lnSpc>
            </a:pPr>
            <a:r>
              <a:rPr lang="en-US" b="false" i="false" strike="noStrike" u="none" sz="1400">
                <a:solidFill>
                  <a:srgbClr val="282828"/>
                </a:solidFill>
              </a:rPr>
              <a:t>If left side is </a:t>
            </a:r>
            <a:r>
              <a:rPr lang="en-US" b="true" i="false" strike="noStrike" u="none" sz="1400">
                <a:solidFill>
                  <a:srgbClr val="B43C3C"/>
                </a:solidFill>
              </a:rPr>
              <a:t>false</a:t>
            </a:r>
            <a:r>
              <a:rPr lang="en-US" b="false" i="false" strike="noStrike" u="none" sz="1400">
                <a:solidFill>
                  <a:srgbClr val="282828"/>
                </a:solidFill>
              </a:rPr>
              <a:t>, result is false.</a:t>
            </a:r>
          </a:p>
          <a:p>
            <a:pPr algn="l" marL="0" indent="0">
              <a:lnSpc>
                <a:spcPct val="141666"/>
              </a:lnSpc>
            </a:pPr>
            <a:r>
              <a:rPr lang="en-US" b="false" i="false" strike="noStrike" u="none" sz="1400">
                <a:solidFill>
                  <a:srgbClr val="282828"/>
                </a:solidFill>
              </a:rPr>
              <a:t>Right side is NOT evaluated.</a:t>
            </a:r>
          </a:p>
          <a:p>
            <a:pPr algn="l" marL="0" indent="0">
              <a:lnSpc>
                <a:spcPct val="141666"/>
              </a:lnSpc>
            </a:pPr>
            <a:r>
              <a:rPr lang="en-US" b="false" i="false" strike="noStrike" u="none" sz="1400">
                <a:solidFill>
                  <a:srgbClr val="282828"/>
                </a:solidFill>
              </a:rPr>
              <a:t/>
            </a:r>
          </a:p>
          <a:p>
            <a:pPr algn="l" marL="0" indent="0">
              <a:lnSpc>
                <a:spcPct val="141666"/>
              </a:lnSpc>
            </a:pPr>
            <a:r>
              <a:rPr lang="en-US" b="false" i="false" strike="noStrike" u="none" sz="1400">
                <a:solidFill>
                  <a:srgbClr val="282828"/>
                </a:solidFill>
                <a:latin typeface="Courier New"/>
                <a:ea typeface="Courier New"/>
                <a:cs typeface="Courier New"/>
                <a:sym typeface="Courier New"/>
              </a:rPr>
              <a:t>2 &lt; antal &amp;&amp; antal &lt; 10</a:t>
            </a:r>
            <a:r>
              <a:rPr lang="en-US" b="false" i="false" strike="noStrike" u="none" sz="1400">
                <a:solidFill>
                  <a:srgbClr val="282828"/>
                </a:solidFill>
              </a:rPr>
              <a:t/>
            </a:r>
          </a:p>
          <a:p>
            <a:pPr algn="l" marL="0" indent="0">
              <a:lnSpc>
                <a:spcPct val="141666"/>
              </a:lnSpc>
            </a:pPr>
            <a:r>
              <a:rPr lang="en-US" b="false" i="false" strike="noStrike" u="none" sz="1400">
                <a:solidFill>
                  <a:srgbClr val="282828"/>
                </a:solidFill>
              </a:rPr>
              <a:t>If </a:t>
            </a:r>
            <a:r>
              <a:rPr lang="en-US" b="false" i="false" strike="noStrike" u="none" sz="1400">
                <a:solidFill>
                  <a:srgbClr val="282828"/>
                </a:solidFill>
                <a:latin typeface="Courier New"/>
                <a:ea typeface="Courier New"/>
                <a:cs typeface="Courier New"/>
                <a:sym typeface="Courier New"/>
              </a:rPr>
              <a:t>antal = 0</a:t>
            </a:r>
            <a:r>
              <a:rPr lang="en-US" b="false" i="false" strike="noStrike" u="none" sz="1400">
                <a:solidFill>
                  <a:srgbClr val="282828"/>
                </a:solidFill>
              </a:rPr>
              <a:t>: first part is false,</a:t>
            </a:r>
          </a:p>
          <a:p>
            <a:pPr algn="l" marL="0" indent="0">
              <a:lnSpc>
                <a:spcPct val="141666"/>
              </a:lnSpc>
            </a:pPr>
            <a:r>
              <a:rPr lang="en-US" b="false" i="false" strike="noStrike" u="none" sz="1400">
                <a:solidFill>
                  <a:srgbClr val="282828"/>
                </a:solidFill>
              </a:rPr>
              <a:t>so second part is skipped.</a:t>
            </a:r>
          </a:p>
        </p:txBody>
      </p:sp>
      <p:sp>
        <p:nvSpPr>
          <p:cNvPr name="AutoShape 5" id="5"/>
          <p:cNvSpPr/>
          <p:nvPr/>
        </p:nvSpPr>
        <p:spPr>
          <a:xfrm rot="0" flipH="false" flipV="false">
            <a:off x="6350000" y="1270000"/>
            <a:ext cx="4826000" cy="2286000"/>
          </a:xfrm>
          <a:prstGeom prst="roundRect">
            <a:avLst>
              <a:gd name="adj" fmla="val 4444"/>
            </a:avLst>
          </a:prstGeom>
          <a:solidFill>
            <a:srgbClr val="F5F8FC">
              <a:alpha val="100000"/>
            </a:srgbClr>
          </a:solidFill>
          <a:ln w="12700" cmpd="sng" cap="flat">
            <a:solidFill>
              <a:srgbClr val="648CB4">
                <a:alpha val="100000"/>
              </a:srgbClr>
            </a:solid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6540500" y="1460500"/>
            <a:ext cx="4445000" cy="190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41666"/>
              </a:lnSpc>
              <a:defRPr/>
            </a:pPr>
            <a:r>
              <a:rPr lang="en-US" b="true" i="false" strike="noStrike" u="none" sz="1400">
                <a:solidFill>
                  <a:srgbClr val="367E88"/>
                </a:solidFill>
              </a:rPr>
              <a:t>|| (OR):</a:t>
            </a:r>
            <a:r>
              <a:rPr lang="en-US" b="false" i="false" strike="noStrike" u="none" sz="1400">
                <a:solidFill>
                  <a:srgbClr val="282828"/>
                </a:solidFill>
              </a:rPr>
              <a:t/>
            </a:r>
            <a:endParaRPr lang="en-US" sz="1100"/>
          </a:p>
          <a:p>
            <a:pPr algn="l" marL="0" indent="0">
              <a:lnSpc>
                <a:spcPct val="141666"/>
              </a:lnSpc>
            </a:pPr>
            <a:r>
              <a:rPr lang="en-US" b="false" i="false" strike="noStrike" u="none" sz="1400">
                <a:solidFill>
                  <a:srgbClr val="282828"/>
                </a:solidFill>
              </a:rPr>
              <a:t>If left side is </a:t>
            </a:r>
            <a:r>
              <a:rPr lang="en-US" b="true" i="false" strike="noStrike" u="none" sz="1400">
                <a:solidFill>
                  <a:srgbClr val="328232"/>
                </a:solidFill>
              </a:rPr>
              <a:t>true</a:t>
            </a:r>
            <a:r>
              <a:rPr lang="en-US" b="false" i="false" strike="noStrike" u="none" sz="1400">
                <a:solidFill>
                  <a:srgbClr val="282828"/>
                </a:solidFill>
              </a:rPr>
              <a:t>, result is true.</a:t>
            </a:r>
          </a:p>
          <a:p>
            <a:pPr algn="l" marL="0" indent="0">
              <a:lnSpc>
                <a:spcPct val="141666"/>
              </a:lnSpc>
            </a:pPr>
            <a:r>
              <a:rPr lang="en-US" b="false" i="false" strike="noStrike" u="none" sz="1400">
                <a:solidFill>
                  <a:srgbClr val="282828"/>
                </a:solidFill>
              </a:rPr>
              <a:t>Right side is NOT evaluated.</a:t>
            </a:r>
          </a:p>
          <a:p>
            <a:pPr algn="l" marL="0" indent="0">
              <a:lnSpc>
                <a:spcPct val="141666"/>
              </a:lnSpc>
            </a:pPr>
            <a:r>
              <a:rPr lang="en-US" b="false" i="false" strike="noStrike" u="none" sz="1400">
                <a:solidFill>
                  <a:srgbClr val="282828"/>
                </a:solidFill>
              </a:rPr>
              <a:t/>
            </a:r>
          </a:p>
          <a:p>
            <a:pPr algn="l" marL="0" indent="0">
              <a:lnSpc>
                <a:spcPct val="141666"/>
              </a:lnSpc>
            </a:pPr>
            <a:r>
              <a:rPr lang="en-US" b="false" i="false" strike="noStrike" u="none" sz="1400">
                <a:solidFill>
                  <a:srgbClr val="282828"/>
                </a:solidFill>
                <a:latin typeface="Courier New"/>
                <a:ea typeface="Courier New"/>
                <a:cs typeface="Courier New"/>
                <a:sym typeface="Courier New"/>
              </a:rPr>
              <a:t>antal &lt;= 2 || antal &gt;= 10</a:t>
            </a:r>
            <a:r>
              <a:rPr lang="en-US" b="false" i="false" strike="noStrike" u="none" sz="1400">
                <a:solidFill>
                  <a:srgbClr val="282828"/>
                </a:solidFill>
              </a:rPr>
              <a:t/>
            </a:r>
          </a:p>
          <a:p>
            <a:pPr algn="l" marL="0" indent="0">
              <a:lnSpc>
                <a:spcPct val="141666"/>
              </a:lnSpc>
            </a:pPr>
            <a:r>
              <a:rPr lang="en-US" b="false" i="false" strike="noStrike" u="none" sz="1400">
                <a:solidFill>
                  <a:srgbClr val="282828"/>
                </a:solidFill>
              </a:rPr>
              <a:t>If </a:t>
            </a:r>
            <a:r>
              <a:rPr lang="en-US" b="false" i="false" strike="noStrike" u="none" sz="1400">
                <a:solidFill>
                  <a:srgbClr val="282828"/>
                </a:solidFill>
                <a:latin typeface="Courier New"/>
                <a:ea typeface="Courier New"/>
                <a:cs typeface="Courier New"/>
                <a:sym typeface="Courier New"/>
              </a:rPr>
              <a:t>antal = 1</a:t>
            </a:r>
            <a:r>
              <a:rPr lang="en-US" b="false" i="false" strike="noStrike" u="none" sz="1400">
                <a:solidFill>
                  <a:srgbClr val="282828"/>
                </a:solidFill>
              </a:rPr>
              <a:t>: first part is true,</a:t>
            </a:r>
          </a:p>
          <a:p>
            <a:pPr algn="l" marL="0" indent="0">
              <a:lnSpc>
                <a:spcPct val="141666"/>
              </a:lnSpc>
            </a:pPr>
            <a:r>
              <a:rPr lang="en-US" b="false" i="false" strike="noStrike" u="none" sz="1400">
                <a:solidFill>
                  <a:srgbClr val="282828"/>
                </a:solidFill>
              </a:rPr>
              <a:t>so second part is skipped.</a:t>
            </a:r>
          </a:p>
        </p:txBody>
      </p:sp>
      <p:sp>
        <p:nvSpPr>
          <p:cNvPr name="AutoShape 7" id="7"/>
          <p:cNvSpPr/>
          <p:nvPr/>
        </p:nvSpPr>
        <p:spPr>
          <a:xfrm rot="0" flipH="false" flipV="false">
            <a:off x="1016000" y="3937000"/>
            <a:ext cx="10160000" cy="1778000"/>
          </a:xfrm>
          <a:prstGeom prst="roundRect">
            <a:avLst>
              <a:gd name="adj" fmla="val 5714"/>
            </a:avLst>
          </a:prstGeom>
          <a:solidFill>
            <a:srgbClr val="FFF8DC">
              <a:alpha val="100000"/>
            </a:srgbClr>
          </a:solidFill>
          <a:ln w="12700" cmpd="sng" cap="flat">
            <a:solidFill>
              <a:srgbClr val="C89632">
                <a:alpha val="100000"/>
              </a:srgbClr>
            </a:solidFill>
            <a:prstDash val="solid"/>
            <a:round/>
          </a:ln>
        </p:spPr>
        <p:txBody>
          <a:bodyPr anchor="ctr" rtlCol="false" vert="horz" wrap="square" lIns="63500" rIns="63500" tIns="63500" bIns="63500"/>
          <a:lstStyle/>
          <a:p>
            <a:pPr algn="ctr">
              <a:defRPr/>
            </a:pPr>
            <a:endParaRPr/>
          </a:p>
        </p:txBody>
      </p:sp>
      <p:sp>
        <p:nvSpPr>
          <p:cNvPr name="AutoShape 8" id="8"/>
          <p:cNvSpPr/>
          <p:nvPr/>
        </p:nvSpPr>
        <p:spPr>
          <a:xfrm rot="0" flipH="false" flipV="false">
            <a:off x="1270000" y="4127500"/>
            <a:ext cx="9652000" cy="1397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true" i="false" strike="noStrike" u="none" sz="1400">
                <a:solidFill>
                  <a:srgbClr val="783C00"/>
                </a:solidFill>
              </a:rPr>
              <a:t>Warning: Side Effects</a:t>
            </a:r>
            <a:r>
              <a:rPr lang="en-US" b="false" i="false" strike="noStrike" u="none" sz="1400">
                <a:solidFill>
                  <a:srgbClr val="783C00"/>
                </a:solidFill>
              </a:rPr>
              <a:t/>
            </a:r>
            <a:endParaRPr lang="en-US" sz="1100"/>
          </a:p>
          <a:p>
            <a:pPr algn="l" marL="0" indent="0">
              <a:lnSpc>
                <a:spcPct val="133333"/>
              </a:lnSpc>
            </a:pPr>
            <a:r>
              <a:rPr lang="en-US" b="false" i="false" strike="noStrike" u="none" sz="1400">
                <a:solidFill>
                  <a:srgbClr val="783C00"/>
                </a:solidFill>
              </a:rPr>
              <a:t>Using &amp; instead of &amp;&amp; means the right side is ALWAYS evaluated, even if the result is already known.</a:t>
            </a:r>
          </a:p>
          <a:p>
            <a:pPr algn="l" marL="0" indent="0">
              <a:lnSpc>
                <a:spcPct val="133333"/>
              </a:lnSpc>
            </a:pPr>
            <a:r>
              <a:rPr lang="en-US" b="false" i="false" strike="noStrike" u="none" sz="1400">
                <a:solidFill>
                  <a:srgbClr val="783C00"/>
                </a:solidFill>
              </a:rPr>
              <a:t>Example: </a:t>
            </a:r>
            <a:r>
              <a:rPr lang="en-US" b="false" i="false" strike="noStrike" u="none" sz="1400">
                <a:solidFill>
                  <a:srgbClr val="783C00"/>
                </a:solidFill>
                <a:latin typeface="Courier New"/>
                <a:ea typeface="Courier New"/>
                <a:cs typeface="Courier New"/>
                <a:sym typeface="Courier New"/>
              </a:rPr>
              <a:t>2 &lt; antal &amp; antal++ &lt; 10</a:t>
            </a:r>
            <a:r>
              <a:rPr lang="en-US" b="false" i="false" strike="noStrike" u="none" sz="1400">
                <a:solidFill>
                  <a:srgbClr val="783C00"/>
                </a:solidFill>
              </a:rPr>
              <a:t> -- the increment happens even when the first part is false.</a:t>
            </a:r>
          </a:p>
          <a:p>
            <a:pPr algn="l" marL="0" indent="0">
              <a:lnSpc>
                <a:spcPct val="133333"/>
              </a:lnSpc>
            </a:pPr>
            <a:r>
              <a:rPr lang="en-US" b="false" i="false" strike="noStrike" u="none" sz="1400">
                <a:solidFill>
                  <a:srgbClr val="783C00"/>
                </a:solidFill>
              </a:rPr>
              <a:t>This is considered bad practice. Always use &amp;&amp; and || to avoid unexpected behavior.</a:t>
            </a:r>
          </a:p>
        </p:txBody>
      </p:sp>
      <p:sp>
        <p:nvSpPr>
          <p:cNvPr name="AutoShape 9" id="9"/>
          <p:cNvSpPr/>
          <p:nvPr/>
        </p:nvSpPr>
        <p:spPr>
          <a:xfrm rot="0" flipH="false" flipV="false">
            <a:off x="4445000" y="6477000"/>
            <a:ext cx="3810000" cy="254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900">
                <a:solidFill>
                  <a:srgbClr val="969696"/>
                </a:solidFill>
              </a:rPr>
              <a:t>Copyright © 2020 Pearson Education Ltd. All Rights Reserved</a:t>
            </a:r>
            <a:endParaRPr lang="en-US" sz="1100"/>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2068934" y="1774699"/>
            <a:ext cx="8054131" cy="3308602"/>
          </a:xfrm>
          <a:prstGeom prst="rect">
            <a:avLst/>
          </a:prstGeom>
          <a:ln w="12700">
            <a:noFill/>
            <a:prstDash val="solid"/>
          </a:ln>
        </p:spPr>
      </p:pic>
      <p:sp>
        <p:nvSpPr>
          <p:cNvPr name="AutoShape 3" id="3"/>
          <p:cNvSpPr/>
          <p:nvPr/>
        </p:nvSpPr>
        <p:spPr>
          <a:xfrm rot="0" flipH="false" flipV="false">
            <a:off x="688975" y="6610032"/>
            <a:ext cx="2542540" cy="140335"/>
          </a:xfrm>
          <a:prstGeom prst="rect">
            <a:avLst/>
          </a:prstGeom>
          <a:noFill/>
          <a:ln w="12700">
            <a:noFill/>
            <a:prstDash val="solid"/>
          </a:ln>
        </p:spPr>
        <p:txBody>
          <a:bodyPr anchor="t" rtlCol="false" vert="horz" wrap="square" lIns="0" rIns="0" tIns="12700" bIns="0">
            <a:spAutoFit/>
          </a:bodyPr>
          <a:lstStyle/>
          <a:p>
            <a:pPr algn="l" marL="12700" indent="0">
              <a:lnSpc>
                <a:spcPct val="100000"/>
              </a:lnSpc>
              <a:spcBef>
                <a:spcPts val="100"/>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85778" y="714073"/>
            <a:ext cx="4119669" cy="338613"/>
          </a:xfrm>
          <a:prstGeom prst="rect">
            <a:avLst/>
          </a:prstGeom>
          <a:ln w="12700">
            <a:noFill/>
            <a:prstDash val="solid"/>
          </a:ln>
        </p:spPr>
      </p:pic>
      <p:sp>
        <p:nvSpPr>
          <p:cNvPr name="AutoShape 3" id="3"/>
          <p:cNvSpPr/>
          <p:nvPr/>
        </p:nvSpPr>
        <p:spPr>
          <a:xfrm rot="0" flipH="false" flipV="false">
            <a:off x="787400" y="1459166"/>
            <a:ext cx="10081895" cy="759823"/>
          </a:xfrm>
          <a:prstGeom prst="rect">
            <a:avLst/>
          </a:prstGeom>
          <a:noFill/>
          <a:ln w="12700">
            <a:noFill/>
            <a:prstDash val="solid"/>
          </a:ln>
        </p:spPr>
        <p:txBody>
          <a:bodyPr anchor="t" rtlCol="false" vert="horz" wrap="square" lIns="0" rIns="0" tIns="15875" bIns="0">
            <a:spAutoFit/>
          </a:bodyPr>
          <a:lstStyle>
            <a:lvl1pPr marL="507365" indent="-317500"/>
            <a:lvl2pPr marL="964565" indent="-317500"/>
            <a:lvl3pPr marL="1421765" indent="-317500"/>
            <a:lvl4pPr marL="1878965" indent="-317500"/>
            <a:lvl5pPr marL="2336165" indent="-317500"/>
            <a:lvl6pPr marL="2793365" indent="-317500"/>
            <a:lvl7pPr marL="3250565" indent="-317500"/>
            <a:lvl8pPr marL="3707765" indent="-317500"/>
            <a:lvl9pPr marL="4164965" indent="-317500"/>
          </a:lstStyle>
          <a:p>
            <a:pPr algn="l" indent="-189865" marL="189865">
              <a:lnSpc>
                <a:spcPts val="2860"/>
              </a:lnSpc>
              <a:spcBef>
                <a:spcPts val="125"/>
              </a:spcBef>
              <a:buClr>
                <a:srgbClr val="2CA1BE"/>
              </a:buClr>
              <a:buSzPct val="69000"/>
              <a:buChar char=""/>
              <a:tabLst>
                <a:tab pos="189865" algn="l"/>
              </a:tabLst>
              <a:defRPr/>
            </a:pPr>
            <a:r>
              <a:rPr lang="en-US" b="false" i="false" strike="noStrike" u="none" sz="2450" spc="70">
                <a:solidFill>
                  <a:srgbClr val="1F2329"/>
                </a:solidFill>
                <a:latin typeface="Times New Roman"/>
                <a:ea typeface="Times New Roman"/>
                <a:cs typeface="Times New Roman"/>
                <a:sym typeface="Times New Roman"/>
              </a:rPr>
              <a:t>The</a:t>
            </a:r>
            <a:r>
              <a:rPr lang="en-US" b="false" i="false" strike="noStrike" u="none" sz="2450" spc="-15">
                <a:solidFill>
                  <a:srgbClr val="1F2329"/>
                </a:solidFill>
                <a:latin typeface="Times New Roman"/>
                <a:ea typeface="Times New Roman"/>
                <a:cs typeface="Times New Roman"/>
                <a:sym typeface="Times New Roman"/>
              </a:rPr>
              <a:t> </a:t>
            </a:r>
            <a:r>
              <a:rPr lang="en-US" b="false" i="false" strike="noStrike" u="none" sz="2450" spc="125">
                <a:solidFill>
                  <a:srgbClr val="0000FF"/>
                </a:solidFill>
                <a:latin typeface="Arial"/>
                <a:ea typeface="Arial"/>
                <a:cs typeface="Arial"/>
                <a:sym typeface="Arial"/>
              </a:rPr>
              <a:t>!</a:t>
            </a:r>
            <a:r>
              <a:rPr lang="en-US" b="false" i="false" strike="noStrike" u="none" sz="2450" spc="-135">
                <a:solidFill>
                  <a:srgbClr val="0000FF"/>
                </a:solidFill>
                <a:latin typeface="Arial"/>
                <a:ea typeface="Arial"/>
                <a:cs typeface="Arial"/>
                <a:sym typeface="Arial"/>
              </a:rPr>
              <a:t> </a:t>
            </a:r>
            <a:r>
              <a:rPr lang="en-US" b="false" i="false" strike="noStrike" u="none" sz="2450" spc="95">
                <a:solidFill>
                  <a:srgbClr val="1F2329"/>
                </a:solidFill>
                <a:latin typeface="Times New Roman"/>
                <a:ea typeface="Times New Roman"/>
                <a:cs typeface="Times New Roman"/>
                <a:sym typeface="Times New Roman"/>
              </a:rPr>
              <a:t>(</a:t>
            </a:r>
            <a:r>
              <a:rPr lang="en-US" b="true" i="false" strike="noStrike" u="none" sz="2450" spc="95">
                <a:solidFill>
                  <a:srgbClr val="0000FF"/>
                </a:solidFill>
                <a:latin typeface="Times New Roman"/>
                <a:ea typeface="Times New Roman"/>
                <a:cs typeface="Times New Roman"/>
                <a:sym typeface="Times New Roman"/>
              </a:rPr>
              <a:t>logical</a:t>
            </a:r>
            <a:r>
              <a:rPr lang="en-US" b="true" i="false" strike="noStrike" u="none" sz="2450" spc="55">
                <a:solidFill>
                  <a:srgbClr val="0000FF"/>
                </a:solidFill>
                <a:latin typeface="Times New Roman"/>
                <a:ea typeface="Times New Roman"/>
                <a:cs typeface="Times New Roman"/>
                <a:sym typeface="Times New Roman"/>
              </a:rPr>
              <a:t> </a:t>
            </a:r>
            <a:r>
              <a:rPr lang="en-US" b="true" i="false" strike="noStrike" u="none" sz="2450" spc="-125">
                <a:solidFill>
                  <a:srgbClr val="0000FF"/>
                </a:solidFill>
                <a:latin typeface="Times New Roman"/>
                <a:ea typeface="Times New Roman"/>
                <a:cs typeface="Times New Roman"/>
                <a:sym typeface="Times New Roman"/>
              </a:rPr>
              <a:t>NOT</a:t>
            </a:r>
            <a:r>
              <a:rPr lang="en-US" b="false" i="false" strike="noStrike" u="none" sz="2450" spc="-125">
                <a:solidFill>
                  <a:srgbClr val="1F2329"/>
                </a:solidFill>
                <a:latin typeface="Times New Roman"/>
                <a:ea typeface="Times New Roman"/>
                <a:cs typeface="Times New Roman"/>
                <a:sym typeface="Times New Roman"/>
              </a:rPr>
              <a:t>,</a:t>
            </a:r>
            <a:r>
              <a:rPr lang="en-US" b="false" i="false" strike="noStrike" u="none" sz="2450" spc="85">
                <a:solidFill>
                  <a:srgbClr val="1F2329"/>
                </a:solidFill>
                <a:latin typeface="Times New Roman"/>
                <a:ea typeface="Times New Roman"/>
                <a:cs typeface="Times New Roman"/>
                <a:sym typeface="Times New Roman"/>
              </a:rPr>
              <a:t> </a:t>
            </a:r>
            <a:r>
              <a:rPr lang="en-US" b="false" i="false" strike="noStrike" u="none" sz="2450" spc="65">
                <a:solidFill>
                  <a:srgbClr val="1F2329"/>
                </a:solidFill>
                <a:latin typeface="Times New Roman"/>
                <a:ea typeface="Times New Roman"/>
                <a:cs typeface="Times New Roman"/>
                <a:sym typeface="Times New Roman"/>
              </a:rPr>
              <a:t>also</a:t>
            </a:r>
            <a:r>
              <a:rPr lang="en-US" b="false" i="false" strike="noStrike" u="none" sz="2450" spc="-50">
                <a:solidFill>
                  <a:srgbClr val="1F2329"/>
                </a:solidFill>
                <a:latin typeface="Times New Roman"/>
                <a:ea typeface="Times New Roman"/>
                <a:cs typeface="Times New Roman"/>
                <a:sym typeface="Times New Roman"/>
              </a:rPr>
              <a:t> </a:t>
            </a:r>
            <a:r>
              <a:rPr lang="en-US" b="false" i="false" strike="noStrike" u="none" sz="2450" spc="60">
                <a:solidFill>
                  <a:srgbClr val="1F2329"/>
                </a:solidFill>
                <a:latin typeface="Times New Roman"/>
                <a:ea typeface="Times New Roman"/>
                <a:cs typeface="Times New Roman"/>
                <a:sym typeface="Times New Roman"/>
              </a:rPr>
              <a:t>called</a:t>
            </a:r>
            <a:r>
              <a:rPr lang="en-US" b="false" i="false" strike="noStrike" u="none" sz="2450" spc="-20">
                <a:solidFill>
                  <a:srgbClr val="1F2329"/>
                </a:solidFill>
                <a:latin typeface="Times New Roman"/>
                <a:ea typeface="Times New Roman"/>
                <a:cs typeface="Times New Roman"/>
                <a:sym typeface="Times New Roman"/>
              </a:rPr>
              <a:t> </a:t>
            </a:r>
            <a:r>
              <a:rPr lang="en-US" b="true" i="false" strike="noStrike" u="none" sz="2450" spc="85">
                <a:solidFill>
                  <a:srgbClr val="0000FF"/>
                </a:solidFill>
                <a:latin typeface="Times New Roman"/>
                <a:ea typeface="Times New Roman"/>
                <a:cs typeface="Times New Roman"/>
                <a:sym typeface="Times New Roman"/>
              </a:rPr>
              <a:t>logical</a:t>
            </a:r>
            <a:r>
              <a:rPr lang="en-US" b="true" i="false" strike="noStrike" u="none" sz="2450" spc="140">
                <a:solidFill>
                  <a:srgbClr val="0000FF"/>
                </a:solidFill>
                <a:latin typeface="Times New Roman"/>
                <a:ea typeface="Times New Roman"/>
                <a:cs typeface="Times New Roman"/>
                <a:sym typeface="Times New Roman"/>
              </a:rPr>
              <a:t> </a:t>
            </a:r>
            <a:r>
              <a:rPr lang="en-US" b="true" i="false" strike="noStrike" u="none" sz="2450" spc="125">
                <a:solidFill>
                  <a:srgbClr val="0000FF"/>
                </a:solidFill>
                <a:latin typeface="Times New Roman"/>
                <a:ea typeface="Times New Roman"/>
                <a:cs typeface="Times New Roman"/>
                <a:sym typeface="Times New Roman"/>
              </a:rPr>
              <a:t>negation</a:t>
            </a:r>
            <a:r>
              <a:rPr lang="en-US" b="true" i="false" strike="noStrike" u="none" sz="2450" spc="-15">
                <a:solidFill>
                  <a:srgbClr val="0000FF"/>
                </a:solidFill>
                <a:latin typeface="Times New Roman"/>
                <a:ea typeface="Times New Roman"/>
                <a:cs typeface="Times New Roman"/>
                <a:sym typeface="Times New Roman"/>
              </a:rPr>
              <a:t> </a:t>
            </a:r>
            <a:r>
              <a:rPr lang="en-US" b="false" i="false" strike="noStrike" u="none" sz="2450" spc="160">
                <a:solidFill>
                  <a:srgbClr val="1F2329"/>
                </a:solidFill>
                <a:latin typeface="Times New Roman"/>
                <a:ea typeface="Times New Roman"/>
                <a:cs typeface="Times New Roman"/>
                <a:sym typeface="Times New Roman"/>
              </a:rPr>
              <a:t>or</a:t>
            </a:r>
            <a:r>
              <a:rPr lang="en-US" b="false" i="false" strike="noStrike" u="none" sz="2450" spc="-135">
                <a:solidFill>
                  <a:srgbClr val="1F2329"/>
                </a:solidFill>
                <a:latin typeface="Times New Roman"/>
                <a:ea typeface="Times New Roman"/>
                <a:cs typeface="Times New Roman"/>
                <a:sym typeface="Times New Roman"/>
              </a:rPr>
              <a:t> </a:t>
            </a:r>
            <a:r>
              <a:rPr lang="en-US" b="true" i="false" strike="noStrike" u="none" sz="2450" spc="85">
                <a:solidFill>
                  <a:srgbClr val="0000FF"/>
                </a:solidFill>
                <a:latin typeface="Times New Roman"/>
                <a:ea typeface="Times New Roman"/>
                <a:cs typeface="Times New Roman"/>
                <a:sym typeface="Times New Roman"/>
              </a:rPr>
              <a:t>logical</a:t>
            </a:r>
            <a:r>
              <a:rPr lang="en-US" b="true" i="false" strike="noStrike" u="none" sz="2450" spc="130">
                <a:solidFill>
                  <a:srgbClr val="0000FF"/>
                </a:solidFill>
                <a:latin typeface="Times New Roman"/>
                <a:ea typeface="Times New Roman"/>
                <a:cs typeface="Times New Roman"/>
                <a:sym typeface="Times New Roman"/>
              </a:rPr>
              <a:t> </a:t>
            </a:r>
            <a:r>
              <a:rPr lang="en-US" b="true" i="false" strike="noStrike" u="none" sz="2450" spc="125">
                <a:solidFill>
                  <a:srgbClr val="0000FF"/>
                </a:solidFill>
                <a:latin typeface="Times New Roman"/>
                <a:ea typeface="Times New Roman"/>
                <a:cs typeface="Times New Roman"/>
                <a:sym typeface="Times New Roman"/>
              </a:rPr>
              <a:t>complement</a:t>
            </a:r>
            <a:r>
              <a:rPr lang="en-US" b="false" i="false" strike="noStrike" u="none" sz="2450" spc="125">
                <a:solidFill>
                  <a:srgbClr val="1F2329"/>
                </a:solidFill>
                <a:latin typeface="Times New Roman"/>
                <a:ea typeface="Times New Roman"/>
                <a:cs typeface="Times New Roman"/>
                <a:sym typeface="Times New Roman"/>
              </a:rPr>
              <a:t>)</a:t>
            </a:r>
            <a:endParaRPr lang="en-US" sz="1100"/>
          </a:p>
          <a:p>
            <a:pPr algn="l" marL="190500" indent="0">
              <a:lnSpc>
                <a:spcPts val="2860"/>
              </a:lnSpc>
            </a:pPr>
            <a:r>
              <a:rPr lang="en-US" b="false" i="false" strike="noStrike" u="none" sz="2450" spc="135">
                <a:solidFill>
                  <a:srgbClr val="1F2329"/>
                </a:solidFill>
                <a:latin typeface="Times New Roman"/>
                <a:ea typeface="Times New Roman"/>
                <a:cs typeface="Times New Roman"/>
                <a:sym typeface="Times New Roman"/>
              </a:rPr>
              <a:t>operator</a:t>
            </a:r>
            <a:r>
              <a:rPr lang="en-US" b="false" i="false" strike="noStrike" u="none" sz="2450" spc="25">
                <a:solidFill>
                  <a:srgbClr val="1F2329"/>
                </a:solidFill>
                <a:latin typeface="Times New Roman"/>
                <a:ea typeface="Times New Roman"/>
                <a:cs typeface="Times New Roman"/>
                <a:sym typeface="Times New Roman"/>
              </a:rPr>
              <a:t> </a:t>
            </a:r>
            <a:r>
              <a:rPr lang="en-US" b="false" i="false" strike="noStrike" u="none" sz="2450" spc="60">
                <a:solidFill>
                  <a:srgbClr val="1F2329"/>
                </a:solidFill>
                <a:latin typeface="Times New Roman"/>
                <a:ea typeface="Times New Roman"/>
                <a:cs typeface="Times New Roman"/>
                <a:sym typeface="Times New Roman"/>
              </a:rPr>
              <a:t>“reverses”</a:t>
            </a:r>
            <a:r>
              <a:rPr lang="en-US" b="false" i="false" strike="noStrike" u="none" sz="2450" spc="50">
                <a:solidFill>
                  <a:srgbClr val="1F2329"/>
                </a:solidFill>
                <a:latin typeface="Times New Roman"/>
                <a:ea typeface="Times New Roman"/>
                <a:cs typeface="Times New Roman"/>
                <a:sym typeface="Times New Roman"/>
              </a:rPr>
              <a:t> </a:t>
            </a:r>
            <a:r>
              <a:rPr lang="en-US" b="false" i="false" strike="noStrike" u="none" sz="2450" spc="125">
                <a:solidFill>
                  <a:srgbClr val="1F2329"/>
                </a:solidFill>
                <a:latin typeface="Times New Roman"/>
                <a:ea typeface="Times New Roman"/>
                <a:cs typeface="Times New Roman"/>
                <a:sym typeface="Times New Roman"/>
              </a:rPr>
              <a:t>the</a:t>
            </a:r>
            <a:r>
              <a:rPr lang="en-US" b="false" i="false" strike="noStrike" u="none" sz="2450" spc="-5">
                <a:solidFill>
                  <a:srgbClr val="1F2329"/>
                </a:solidFill>
                <a:latin typeface="Times New Roman"/>
                <a:ea typeface="Times New Roman"/>
                <a:cs typeface="Times New Roman"/>
                <a:sym typeface="Times New Roman"/>
              </a:rPr>
              <a:t> </a:t>
            </a:r>
            <a:r>
              <a:rPr lang="en-US" b="false" i="false" strike="noStrike" u="none" sz="2450" spc="75">
                <a:solidFill>
                  <a:srgbClr val="1F2329"/>
                </a:solidFill>
                <a:latin typeface="Times New Roman"/>
                <a:ea typeface="Times New Roman"/>
                <a:cs typeface="Times New Roman"/>
                <a:sym typeface="Times New Roman"/>
              </a:rPr>
              <a:t>meaning</a:t>
            </a:r>
            <a:r>
              <a:rPr lang="en-US" b="false" i="false" strike="noStrike" u="none" sz="2450" spc="220">
                <a:solidFill>
                  <a:srgbClr val="1F2329"/>
                </a:solidFill>
                <a:latin typeface="Times New Roman"/>
                <a:ea typeface="Times New Roman"/>
                <a:cs typeface="Times New Roman"/>
                <a:sym typeface="Times New Roman"/>
              </a:rPr>
              <a:t> </a:t>
            </a:r>
            <a:r>
              <a:rPr lang="en-US" b="false" i="false" strike="noStrike" u="none" sz="2450">
                <a:solidFill>
                  <a:srgbClr val="1F2329"/>
                </a:solidFill>
                <a:latin typeface="Times New Roman"/>
                <a:ea typeface="Times New Roman"/>
                <a:cs typeface="Times New Roman"/>
                <a:sym typeface="Times New Roman"/>
              </a:rPr>
              <a:t>of</a:t>
            </a:r>
            <a:r>
              <a:rPr lang="en-US" b="false" i="false" strike="noStrike" u="none" sz="2450" spc="-75">
                <a:solidFill>
                  <a:srgbClr val="1F2329"/>
                </a:solidFill>
                <a:latin typeface="Times New Roman"/>
                <a:ea typeface="Times New Roman"/>
                <a:cs typeface="Times New Roman"/>
                <a:sym typeface="Times New Roman"/>
              </a:rPr>
              <a:t> </a:t>
            </a:r>
            <a:r>
              <a:rPr lang="en-US" b="false" i="false" strike="noStrike" u="none" sz="2450" spc="113">
                <a:solidFill>
                  <a:srgbClr val="1F2329"/>
                </a:solidFill>
                <a:latin typeface="Times New Roman"/>
                <a:ea typeface="Times New Roman"/>
                <a:cs typeface="Times New Roman"/>
                <a:sym typeface="Times New Roman"/>
              </a:rPr>
              <a:t>a</a:t>
            </a:r>
            <a:r>
              <a:rPr lang="en-US" b="false" i="false" strike="noStrike" u="none" sz="2450" spc="-5">
                <a:solidFill>
                  <a:srgbClr val="1F2329"/>
                </a:solidFill>
                <a:latin typeface="Times New Roman"/>
                <a:ea typeface="Times New Roman"/>
                <a:cs typeface="Times New Roman"/>
                <a:sym typeface="Times New Roman"/>
              </a:rPr>
              <a:t> </a:t>
            </a:r>
            <a:r>
              <a:rPr lang="en-US" b="false" i="false" strike="noStrike" u="none" sz="2450" spc="50">
                <a:solidFill>
                  <a:srgbClr val="1F2329"/>
                </a:solidFill>
                <a:latin typeface="Times New Roman"/>
                <a:ea typeface="Times New Roman"/>
                <a:cs typeface="Times New Roman"/>
                <a:sym typeface="Times New Roman"/>
              </a:rPr>
              <a:t>condition.</a:t>
            </a:r>
          </a:p>
        </p:txBody>
      </p:sp>
      <p:sp>
        <p:nvSpPr>
          <p:cNvPr name="AutoShape 4" id="4"/>
          <p:cNvSpPr/>
          <p:nvPr/>
        </p:nvSpPr>
        <p:spPr>
          <a:xfrm rot="0" flipH="false" flipV="false">
            <a:off x="4570476" y="6600507"/>
            <a:ext cx="2407285" cy="140335"/>
          </a:xfrm>
          <a:prstGeom prst="rect">
            <a:avLst/>
          </a:prstGeom>
          <a:noFill/>
          <a:ln w="12700">
            <a:noFill/>
            <a:prstDash val="solid"/>
          </a:ln>
        </p:spPr>
        <p:txBody>
          <a:bodyPr anchor="t" rtlCol="false" vert="horz" wrap="square" lIns="0" rIns="0" tIns="12700" bIns="0">
            <a:spAutoFit/>
          </a:bodyPr>
          <a:lstStyle/>
          <a:p>
            <a:pPr algn="l" marL="12700" indent="0">
              <a:lnSpc>
                <a:spcPct val="100000"/>
              </a:lnSpc>
              <a:spcBef>
                <a:spcPts val="100"/>
              </a:spcBef>
              <a:defRPr/>
            </a:pPr>
            <a:r>
              <a:rPr lang="en-US" b="false" i="false" strike="noStrike" u="none" sz="750" spc="-35">
                <a:solidFill>
                  <a:srgbClr val="1F2329"/>
                </a:solidFill>
                <a:latin typeface="Arial"/>
                <a:ea typeface="Arial"/>
                <a:cs typeface="Arial"/>
                <a:sym typeface="Arial"/>
              </a:rPr>
              <a:t>Copyright</a:t>
            </a:r>
            <a:r>
              <a:rPr lang="en-US" b="false" i="false" strike="noStrike" u="none" sz="750" spc="25">
                <a:solidFill>
                  <a:srgbClr val="1F2329"/>
                </a:solidFill>
                <a:latin typeface="Arial"/>
                <a:ea typeface="Arial"/>
                <a:cs typeface="Arial"/>
                <a:sym typeface="Arial"/>
              </a:rPr>
              <a:t> </a:t>
            </a:r>
            <a:r>
              <a:rPr lang="en-US" b="false" i="false" strike="noStrike" u="none" sz="750" spc="75">
                <a:solidFill>
                  <a:srgbClr val="1F2329"/>
                </a:solidFill>
                <a:latin typeface="Arial"/>
                <a:ea typeface="Arial"/>
                <a:cs typeface="Arial"/>
                <a:sym typeface="Arial"/>
              </a:rPr>
              <a:t>©</a:t>
            </a:r>
            <a:r>
              <a:rPr lang="en-US" b="false" i="false" strike="noStrike" u="none" sz="750" spc="-20">
                <a:solidFill>
                  <a:srgbClr val="1F2329"/>
                </a:solidFill>
                <a:latin typeface="Arial"/>
                <a:ea typeface="Arial"/>
                <a:cs typeface="Arial"/>
                <a:sym typeface="Arial"/>
              </a:rPr>
              <a:t> </a:t>
            </a:r>
            <a:r>
              <a:rPr lang="en-US" b="false" i="false" strike="noStrike" u="none" sz="750" spc="-45">
                <a:solidFill>
                  <a:srgbClr val="1F2329"/>
                </a:solidFill>
                <a:latin typeface="Arial"/>
                <a:ea typeface="Arial"/>
                <a:cs typeface="Arial"/>
                <a:sym typeface="Arial"/>
              </a:rPr>
              <a:t>2020</a:t>
            </a:r>
            <a:r>
              <a:rPr lang="en-US" b="false" i="false" strike="noStrike" u="none" sz="750" spc="-60">
                <a:solidFill>
                  <a:srgbClr val="1F2329"/>
                </a:solidFill>
                <a:latin typeface="Arial"/>
                <a:ea typeface="Arial"/>
                <a:cs typeface="Arial"/>
                <a:sym typeface="Arial"/>
              </a:rPr>
              <a:t> </a:t>
            </a:r>
            <a:r>
              <a:rPr lang="en-US" b="false" i="false" strike="noStrike" u="none" sz="750" spc="-55">
                <a:solidFill>
                  <a:srgbClr val="1F2329"/>
                </a:solidFill>
                <a:latin typeface="Arial"/>
                <a:ea typeface="Arial"/>
                <a:cs typeface="Arial"/>
                <a:sym typeface="Arial"/>
              </a:rPr>
              <a:t>Pearson</a:t>
            </a:r>
            <a:r>
              <a:rPr lang="en-US" b="false" i="false" strike="noStrike" u="none" sz="750">
                <a:solidFill>
                  <a:srgbClr val="1F2329"/>
                </a:solidFill>
                <a:latin typeface="Arial"/>
                <a:ea typeface="Arial"/>
                <a:cs typeface="Arial"/>
                <a:sym typeface="Arial"/>
              </a:rPr>
              <a:t> </a:t>
            </a:r>
            <a:r>
              <a:rPr lang="en-US" b="false" i="false" strike="noStrike" u="none" sz="750" spc="-40">
                <a:solidFill>
                  <a:srgbClr val="1F2329"/>
                </a:solidFill>
                <a:latin typeface="Arial"/>
                <a:ea typeface="Arial"/>
                <a:cs typeface="Arial"/>
                <a:sym typeface="Arial"/>
              </a:rPr>
              <a:t>Education</a:t>
            </a:r>
            <a:r>
              <a:rPr lang="en-US" b="false" i="false" strike="noStrike" u="none" sz="750" spc="60">
                <a:solidFill>
                  <a:srgbClr val="1F2329"/>
                </a:solidFill>
                <a:latin typeface="Arial"/>
                <a:ea typeface="Arial"/>
                <a:cs typeface="Arial"/>
                <a:sym typeface="Arial"/>
              </a:rPr>
              <a:t> </a:t>
            </a:r>
            <a:r>
              <a:rPr lang="en-US" b="false" i="false" strike="noStrike" u="none" sz="750" spc="-25">
                <a:solidFill>
                  <a:srgbClr val="1F2329"/>
                </a:solidFill>
                <a:latin typeface="Arial"/>
                <a:ea typeface="Arial"/>
                <a:cs typeface="Arial"/>
                <a:sym typeface="Arial"/>
              </a:rPr>
              <a:t>Ltd.</a:t>
            </a:r>
            <a:r>
              <a:rPr lang="en-US" b="false" i="false" strike="noStrike" u="none" sz="750" spc="35">
                <a:solidFill>
                  <a:srgbClr val="1F2329"/>
                </a:solidFill>
                <a:latin typeface="Arial"/>
                <a:ea typeface="Arial"/>
                <a:cs typeface="Arial"/>
                <a:sym typeface="Arial"/>
              </a:rPr>
              <a:t> </a:t>
            </a:r>
            <a:r>
              <a:rPr lang="en-US" b="false" i="false" strike="noStrike" u="none" sz="750" spc="-10">
                <a:solidFill>
                  <a:srgbClr val="1F2329"/>
                </a:solidFill>
                <a:latin typeface="Arial"/>
                <a:ea typeface="Arial"/>
                <a:cs typeface="Arial"/>
                <a:sym typeface="Arial"/>
              </a:rPr>
              <a:t>All</a:t>
            </a:r>
            <a:r>
              <a:rPr lang="en-US" b="false" i="false" strike="noStrike" u="none" sz="750" spc="-20">
                <a:solidFill>
                  <a:srgbClr val="1F2329"/>
                </a:solidFill>
                <a:latin typeface="Arial"/>
                <a:ea typeface="Arial"/>
                <a:cs typeface="Arial"/>
                <a:sym typeface="Arial"/>
              </a:rPr>
              <a:t> </a:t>
            </a:r>
            <a:r>
              <a:rPr lang="en-US" b="false" i="false" strike="noStrike" u="none" sz="750" spc="-50">
                <a:solidFill>
                  <a:srgbClr val="1F2329"/>
                </a:solidFill>
                <a:latin typeface="Arial"/>
                <a:ea typeface="Arial"/>
                <a:cs typeface="Arial"/>
                <a:sym typeface="Arial"/>
              </a:rPr>
              <a:t>Rights</a:t>
            </a:r>
            <a:r>
              <a:rPr lang="en-US" b="false" i="false" strike="noStrike" u="none" sz="750" spc="15">
                <a:solidFill>
                  <a:srgbClr val="1F2329"/>
                </a:solidFill>
                <a:latin typeface="Arial"/>
                <a:ea typeface="Arial"/>
                <a:cs typeface="Arial"/>
                <a:sym typeface="Arial"/>
              </a:rPr>
              <a:t> </a:t>
            </a:r>
            <a:r>
              <a:rPr lang="en-US" b="false" i="false" strike="noStrike" u="none" sz="750" spc="-30">
                <a:solidFill>
                  <a:srgbClr val="1F2329"/>
                </a:solidFill>
                <a:latin typeface="Arial"/>
                <a:ea typeface="Arial"/>
                <a:cs typeface="Arial"/>
                <a:sym typeface="Arial"/>
              </a:rPr>
              <a:t>Reserved</a:t>
            </a:r>
            <a:endParaRPr lang="en-US" sz="1100"/>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2232837" y="1833196"/>
            <a:ext cx="7726325" cy="3191607"/>
          </a:xfrm>
          <a:prstGeom prst="rect">
            <a:avLst/>
          </a:prstGeom>
          <a:ln w="12700">
            <a:noFill/>
            <a:prstDash val="solid"/>
          </a:ln>
        </p:spPr>
      </p:pic>
      <p:sp>
        <p:nvSpPr>
          <p:cNvPr name="AutoShape 3" id="3"/>
          <p:cNvSpPr/>
          <p:nvPr/>
        </p:nvSpPr>
        <p:spPr>
          <a:xfrm rot="0" flipH="false" flipV="false">
            <a:off x="688975" y="6614792"/>
            <a:ext cx="2542540" cy="137795"/>
          </a:xfrm>
          <a:prstGeom prst="rect">
            <a:avLst/>
          </a:prstGeom>
          <a:noFill/>
          <a:ln w="12700">
            <a:noFill/>
            <a:prstDash val="solid"/>
          </a:ln>
        </p:spPr>
        <p:txBody>
          <a:bodyPr anchor="t" rtlCol="false" vert="horz" wrap="square" lIns="0" rIns="0" tIns="8255" bIns="0">
            <a:spAutoFit/>
          </a:bodyPr>
          <a:lstStyle/>
          <a:p>
            <a:pPr algn="l" marL="12700" indent="0">
              <a:lnSpc>
                <a:spcPct val="100000"/>
              </a:lnSpc>
              <a:spcBef>
                <a:spcPts val="65"/>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spTree>
  </p:cSld>
  <p:clrMapOvr>
    <a:masterClrMapping/>
  </p:clrMapOvr>
</p:sld>
</file>

<file path=ppt/slides/slide13.xml><?xml version="1.0" encoding="utf-8"?>
<p:sld xmlns:p="http://schemas.openxmlformats.org/presentationml/2006/main" xmlns:a="http://schemas.openxmlformats.org/drawingml/2006/main">
  <p:cSld>
    <p:bg>
      <p:bgPr>
        <a:solidFill>
          <a:srgbClr val="FFFFFF">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762000" y="254000"/>
            <a:ext cx="76200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600">
                <a:solidFill>
                  <a:srgbClr val="367E88"/>
                </a:solidFill>
              </a:rPr>
              <a:t>Complete Operator Precedence Table</a:t>
            </a:r>
            <a:endParaRPr lang="en-US" sz="1100"/>
          </a:p>
        </p:txBody>
      </p:sp>
      <p:graphicFrame>
        <p:nvGraphicFramePr>
          <p:cNvPr name="Table 3" id="3"/>
          <p:cNvGraphicFramePr>
            <a:graphicFrameLocks noGrp="true"/>
          </p:cNvGraphicFramePr>
          <p:nvPr/>
        </p:nvGraphicFramePr>
        <p:xfrm>
          <a:off x="2540000" y="1016000"/>
          <a:ext cx="7112000" cy="5080000"/>
        </p:xfrm>
        <a:graphic>
          <a:graphicData uri="http://schemas.openxmlformats.org/drawingml/2006/table">
            <a:tbl>
              <a:tblPr>
                <a:effectLst/>
              </a:tblPr>
              <a:tblGrid>
                <a:gridCol w="4826000"/>
                <a:gridCol w="2286000"/>
              </a:tblGrid>
              <a:tr h="406400">
                <a:tc>
                  <a:txBody>
                    <a:bodyPr anchor="t" rtlCol="false"/>
                    <a:lstStyle/>
                    <a:p>
                      <a:pPr algn="ctr" marL="0" indent="0">
                        <a:lnSpc>
                          <a:spcPct val="100000"/>
                        </a:lnSpc>
                        <a:defRPr/>
                      </a:pPr>
                      <a:r>
                        <a:rPr lang="en-US" b="true" i="false" strike="noStrike" u="none" sz="1200">
                          <a:solidFill>
                            <a:srgbClr val="000000"/>
                          </a:solidFill>
                        </a:rPr>
                        <a:t>Operators</a:t>
                      </a:r>
                      <a:endParaRPr lang="en-US" sz="1100"/>
                    </a:p>
                  </a:txBody>
                  <a:tcPr anchor="ctr" anchorCtr="false" marL="101600" marR="101600" marT="101600" marB="101600">
                    <a:lnL>
                      <a:noFill/>
                    </a:lnL>
                    <a:lnR>
                      <a:noFill/>
                    </a:lnR>
                    <a:lnT>
                      <a:noFill/>
                    </a:lnT>
                    <a:lnB>
                      <a:noFill/>
                    </a:lnB>
                    <a:solidFill>
                      <a:srgbClr val="ADD8E6">
                        <a:alpha val="100000"/>
                      </a:srgbClr>
                    </a:solidFill>
                  </a:tcPr>
                </a:tc>
                <a:tc>
                  <a:txBody>
                    <a:bodyPr anchor="t" rtlCol="false"/>
                    <a:lstStyle/>
                    <a:p>
                      <a:pPr algn="ctr" marL="0" indent="0">
                        <a:lnSpc>
                          <a:spcPct val="100000"/>
                        </a:lnSpc>
                        <a:defRPr/>
                      </a:pPr>
                      <a:r>
                        <a:rPr lang="en-US" b="true" i="false" strike="noStrike" u="none" sz="1200">
                          <a:solidFill>
                            <a:srgbClr val="000000"/>
                          </a:solidFill>
                        </a:rPr>
                        <a:t>Associativity</a:t>
                      </a:r>
                      <a:endParaRPr lang="en-US" sz="1100"/>
                    </a:p>
                  </a:txBody>
                  <a:tcPr anchor="ctr" anchorCtr="false" marL="101600" marR="101600" marT="101600" marB="101600">
                    <a:lnL>
                      <a:noFill/>
                    </a:lnL>
                    <a:lnR>
                      <a:noFill/>
                    </a:lnR>
                    <a:lnT>
                      <a:noFill/>
                    </a:lnT>
                    <a:lnB>
                      <a:noFill/>
                    </a:lnB>
                    <a:solidFill>
                      <a:srgbClr val="ADD8E6">
                        <a:alpha val="100000"/>
                      </a:srgbClr>
                    </a:solid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 )</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left to right</a:t>
                      </a:r>
                      <a:endParaRPr lang="en-US" sz="1100"/>
                    </a:p>
                  </a:txBody>
                  <a:tcPr anchor="ctr" anchorCtr="false" marL="101600" marR="101600" marT="88900" marB="88900">
                    <a:lnL>
                      <a:noFill/>
                    </a:lnL>
                    <a:lnR>
                      <a:noFill/>
                    </a:lnR>
                    <a:lnT>
                      <a:noFill/>
                    </a:lnT>
                    <a:lnB>
                      <a:noFill/>
                    </a:lnB>
                    <a:no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 -- + - ! (type cast)</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right to left</a:t>
                      </a:r>
                      <a:endParaRPr lang="en-US" sz="1100"/>
                    </a:p>
                  </a:txBody>
                  <a:tcPr anchor="ctr" anchorCtr="false" marL="101600" marR="101600" marT="88900" marB="88900">
                    <a:lnL>
                      <a:noFill/>
                    </a:lnL>
                    <a:lnR>
                      <a:noFill/>
                    </a:lnR>
                    <a:lnT>
                      <a:noFill/>
                    </a:lnT>
                    <a:lnB>
                      <a:noFill/>
                    </a:lnB>
                    <a:no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 / %</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left to right</a:t>
                      </a:r>
                      <a:endParaRPr lang="en-US" sz="1100"/>
                    </a:p>
                  </a:txBody>
                  <a:tcPr anchor="ctr" anchorCtr="false" marL="101600" marR="101600" marT="88900" marB="88900">
                    <a:lnL>
                      <a:noFill/>
                    </a:lnL>
                    <a:lnR>
                      <a:noFill/>
                    </a:lnR>
                    <a:lnT>
                      <a:noFill/>
                    </a:lnT>
                    <a:lnB>
                      <a:noFill/>
                    </a:lnB>
                    <a:no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 -</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left to right</a:t>
                      </a:r>
                      <a:endParaRPr lang="en-US" sz="1100"/>
                    </a:p>
                  </a:txBody>
                  <a:tcPr anchor="ctr" anchorCtr="false" marL="101600" marR="101600" marT="88900" marB="88900">
                    <a:lnL>
                      <a:noFill/>
                    </a:lnL>
                    <a:lnR>
                      <a:noFill/>
                    </a:lnR>
                    <a:lnT>
                      <a:noFill/>
                    </a:lnT>
                    <a:lnB>
                      <a:noFill/>
                    </a:lnB>
                    <a:no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&lt; &lt;= &gt; &gt;=</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left to right</a:t>
                      </a:r>
                      <a:endParaRPr lang="en-US" sz="1100"/>
                    </a:p>
                  </a:txBody>
                  <a:tcPr anchor="ctr" anchorCtr="false" marL="101600" marR="101600" marT="88900" marB="88900">
                    <a:lnL>
                      <a:noFill/>
                    </a:lnL>
                    <a:lnR>
                      <a:noFill/>
                    </a:lnR>
                    <a:lnT>
                      <a:noFill/>
                    </a:lnT>
                    <a:lnB>
                      <a:noFill/>
                    </a:lnB>
                    <a:no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 !=</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left to right</a:t>
                      </a:r>
                      <a:endParaRPr lang="en-US" sz="1100"/>
                    </a:p>
                  </a:txBody>
                  <a:tcPr anchor="ctr" anchorCtr="false" marL="101600" marR="101600" marT="88900" marB="88900">
                    <a:lnL>
                      <a:noFill/>
                    </a:lnL>
                    <a:lnR>
                      <a:noFill/>
                    </a:lnR>
                    <a:lnT>
                      <a:noFill/>
                    </a:lnT>
                    <a:lnB>
                      <a:noFill/>
                    </a:lnB>
                    <a:no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&amp;</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left to right</a:t>
                      </a:r>
                      <a:endParaRPr lang="en-US" sz="1100"/>
                    </a:p>
                  </a:txBody>
                  <a:tcPr anchor="ctr" anchorCtr="false" marL="101600" marR="101600" marT="88900" marB="88900">
                    <a:lnL>
                      <a:noFill/>
                    </a:lnL>
                    <a:lnR>
                      <a:noFill/>
                    </a:lnR>
                    <a:lnT>
                      <a:noFill/>
                    </a:lnT>
                    <a:lnB>
                      <a:noFill/>
                    </a:lnB>
                    <a:no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left to right</a:t>
                      </a:r>
                      <a:endParaRPr lang="en-US" sz="1100"/>
                    </a:p>
                  </a:txBody>
                  <a:tcPr anchor="ctr" anchorCtr="false" marL="101600" marR="101600" marT="88900" marB="88900">
                    <a:lnL>
                      <a:noFill/>
                    </a:lnL>
                    <a:lnR>
                      <a:noFill/>
                    </a:lnR>
                    <a:lnT>
                      <a:noFill/>
                    </a:lnT>
                    <a:lnB>
                      <a:noFill/>
                    </a:lnB>
                    <a:no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left to right</a:t>
                      </a:r>
                      <a:endParaRPr lang="en-US" sz="1100"/>
                    </a:p>
                  </a:txBody>
                  <a:tcPr anchor="ctr" anchorCtr="false" marL="101600" marR="101600" marT="88900" marB="88900">
                    <a:lnL>
                      <a:noFill/>
                    </a:lnL>
                    <a:lnR>
                      <a:noFill/>
                    </a:lnR>
                    <a:lnT>
                      <a:noFill/>
                    </a:lnT>
                    <a:lnB>
                      <a:noFill/>
                    </a:lnB>
                    <a:no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&amp;&amp;</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left to right</a:t>
                      </a:r>
                      <a:endParaRPr lang="en-US" sz="1100"/>
                    </a:p>
                  </a:txBody>
                  <a:tcPr anchor="ctr" anchorCtr="false" marL="101600" marR="101600" marT="88900" marB="88900">
                    <a:lnL>
                      <a:noFill/>
                    </a:lnL>
                    <a:lnR>
                      <a:noFill/>
                    </a:lnR>
                    <a:lnT>
                      <a:noFill/>
                    </a:lnT>
                    <a:lnB>
                      <a:noFill/>
                    </a:lnB>
                    <a:no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left to right</a:t>
                      </a:r>
                      <a:endParaRPr lang="en-US" sz="1100"/>
                    </a:p>
                  </a:txBody>
                  <a:tcPr anchor="ctr" anchorCtr="false" marL="101600" marR="101600" marT="88900" marB="88900">
                    <a:lnL>
                      <a:noFill/>
                    </a:lnL>
                    <a:lnR>
                      <a:noFill/>
                    </a:lnR>
                    <a:lnT>
                      <a:noFill/>
                    </a:lnT>
                    <a:lnB>
                      <a:noFill/>
                    </a:lnB>
                    <a:noFill/>
                  </a:tcPr>
                </a:tc>
              </a:tr>
              <a:tr h="3556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a:t>
                      </a:r>
                      <a:r>
                        <a:rPr lang="en-US" b="false" i="false" strike="noStrike" u="none" sz="1200">
                          <a:solidFill>
                            <a:srgbClr val="000000"/>
                          </a:solidFill>
                        </a:rPr>
                        <a:t> (ternary)</a:t>
                      </a:r>
                      <a:endParaRPr lang="en-US" sz="1100"/>
                    </a:p>
                  </a:txBody>
                  <a:tcPr anchor="ctr" anchorCtr="false" marL="101600" marR="101600" marT="88900" marB="889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right to left</a:t>
                      </a:r>
                      <a:endParaRPr lang="en-US" sz="1100"/>
                    </a:p>
                  </a:txBody>
                  <a:tcPr anchor="ctr" anchorCtr="false" marL="101600" marR="101600" marT="88900" marB="88900">
                    <a:lnL>
                      <a:noFill/>
                    </a:lnL>
                    <a:lnR>
                      <a:noFill/>
                    </a:lnR>
                    <a:lnT>
                      <a:noFill/>
                    </a:lnT>
                    <a:lnB>
                      <a:noFill/>
                    </a:lnB>
                    <a:noFill/>
                  </a:tcPr>
                </a:tc>
              </a:tr>
              <a:tr h="406400">
                <a:tc>
                  <a:txBody>
                    <a:bodyPr anchor="t" rtlCol="false"/>
                    <a:lstStyle/>
                    <a:p>
                      <a:pPr algn="ctr" marL="0" indent="0">
                        <a:lnSpc>
                          <a:spcPct val="100000"/>
                        </a:lnSpc>
                        <a:defRPr/>
                      </a:pPr>
                      <a:r>
                        <a:rPr lang="en-US" b="false" i="false" strike="noStrike" u="none" sz="1200">
                          <a:solidFill>
                            <a:srgbClr val="000000"/>
                          </a:solidFill>
                          <a:latin typeface="Courier New"/>
                          <a:ea typeface="Courier New"/>
                          <a:cs typeface="Courier New"/>
                          <a:sym typeface="Courier New"/>
                        </a:rPr>
                        <a:t>= += -= *= /= %=</a:t>
                      </a:r>
                      <a:endParaRPr lang="en-US" sz="1100"/>
                    </a:p>
                  </a:txBody>
                  <a:tcPr anchor="ctr" anchorCtr="false" marL="101600" marR="101600" marT="101600" marB="101600">
                    <a:lnL>
                      <a:noFill/>
                    </a:lnL>
                    <a:lnR>
                      <a:noFill/>
                    </a:lnR>
                    <a:lnT>
                      <a:noFill/>
                    </a:lnT>
                    <a:lnB>
                      <a:noFill/>
                    </a:lnB>
                    <a:noFill/>
                  </a:tcPr>
                </a:tc>
                <a:tc>
                  <a:txBody>
                    <a:bodyPr anchor="t" rtlCol="false"/>
                    <a:lstStyle/>
                    <a:p>
                      <a:pPr algn="ctr" marL="0" indent="0">
                        <a:lnSpc>
                          <a:spcPct val="100000"/>
                        </a:lnSpc>
                        <a:defRPr/>
                      </a:pPr>
                      <a:r>
                        <a:rPr lang="en-US" b="false" i="false" strike="noStrike" u="none" sz="1200">
                          <a:solidFill>
                            <a:srgbClr val="000000"/>
                          </a:solidFill>
                        </a:rPr>
                        <a:t>right to left</a:t>
                      </a:r>
                      <a:endParaRPr lang="en-US" sz="1100"/>
                    </a:p>
                  </a:txBody>
                  <a:tcPr anchor="ctr" anchorCtr="false" marL="101600" marR="101600" marT="101600" marB="101600">
                    <a:lnL>
                      <a:noFill/>
                    </a:lnL>
                    <a:lnR>
                      <a:noFill/>
                    </a:lnR>
                    <a:lnT>
                      <a:noFill/>
                    </a:lnT>
                    <a:lnB>
                      <a:noFill/>
                    </a:lnB>
                    <a:noFill/>
                  </a:tcPr>
                </a:tc>
              </a:tr>
            </a:tbl>
          </a:graphicData>
        </a:graphic>
      </p:graphicFrame>
      <p:sp>
        <p:nvSpPr>
          <p:cNvPr name="AutoShape 4" id="4"/>
          <p:cNvSpPr/>
          <p:nvPr/>
        </p:nvSpPr>
        <p:spPr>
          <a:xfrm rot="0" flipH="false" flipV="false">
            <a:off x="9652000" y="1270000"/>
            <a:ext cx="2286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50000"/>
              </a:lnSpc>
              <a:defRPr/>
            </a:pPr>
            <a:r>
              <a:rPr lang="en-US" b="true" i="false" strike="noStrike" u="none" sz="1200">
                <a:solidFill>
                  <a:srgbClr val="646464"/>
                </a:solidFill>
              </a:rPr>
              <a:t>New operators</a:t>
            </a:r>
            <a:r>
              <a:rPr lang="en-US" b="false" i="false" strike="noStrike" u="none" sz="1200">
                <a:solidFill>
                  <a:srgbClr val="646464"/>
                </a:solidFill>
              </a:rPr>
              <a:t/>
            </a:r>
            <a:endParaRPr lang="en-US" sz="1100"/>
          </a:p>
          <a:p>
            <a:pPr algn="l" marL="0" indent="0">
              <a:lnSpc>
                <a:spcPct val="150000"/>
              </a:lnSpc>
            </a:pPr>
            <a:r>
              <a:rPr lang="en-US" b="false" i="false" strike="noStrike" u="none" sz="1200">
                <a:solidFill>
                  <a:srgbClr val="646464"/>
                </a:solidFill>
              </a:rPr>
              <a:t>from this chapter:</a:t>
            </a:r>
          </a:p>
          <a:p>
            <a:pPr algn="l" marL="0" indent="0">
              <a:lnSpc>
                <a:spcPct val="150000"/>
              </a:lnSpc>
            </a:pPr>
            <a:r>
              <a:rPr lang="en-US" b="false" i="false" strike="noStrike" u="none" sz="1200">
                <a:solidFill>
                  <a:srgbClr val="646464"/>
                </a:solidFill>
                <a:latin typeface="Courier New"/>
                <a:ea typeface="Courier New"/>
                <a:cs typeface="Courier New"/>
                <a:sym typeface="Courier New"/>
              </a:rPr>
              <a:t>!</a:t>
            </a:r>
            <a:r>
              <a:rPr lang="en-US" b="false" i="false" strike="noStrike" u="none" sz="1200">
                <a:solidFill>
                  <a:srgbClr val="646464"/>
                </a:solidFill>
              </a:rPr>
              <a:t> (NOT)</a:t>
            </a:r>
          </a:p>
          <a:p>
            <a:pPr algn="l" marL="0" indent="0">
              <a:lnSpc>
                <a:spcPct val="150000"/>
              </a:lnSpc>
            </a:pPr>
            <a:r>
              <a:rPr lang="en-US" b="false" i="false" strike="noStrike" u="none" sz="1200">
                <a:solidFill>
                  <a:srgbClr val="646464"/>
                </a:solidFill>
                <a:latin typeface="Courier New"/>
                <a:ea typeface="Courier New"/>
                <a:cs typeface="Courier New"/>
                <a:sym typeface="Courier New"/>
              </a:rPr>
              <a:t>&amp; ^ |</a:t>
            </a:r>
            <a:r>
              <a:rPr lang="en-US" b="false" i="false" strike="noStrike" u="none" sz="1200">
                <a:solidFill>
                  <a:srgbClr val="646464"/>
                </a:solidFill>
              </a:rPr>
              <a:t/>
            </a:r>
          </a:p>
          <a:p>
            <a:pPr algn="l" marL="0" indent="0">
              <a:lnSpc>
                <a:spcPct val="150000"/>
              </a:lnSpc>
            </a:pPr>
            <a:r>
              <a:rPr lang="en-US" b="false" i="false" strike="noStrike" u="none" sz="1200">
                <a:solidFill>
                  <a:srgbClr val="646464"/>
                </a:solidFill>
                <a:latin typeface="Courier New"/>
                <a:ea typeface="Courier New"/>
                <a:cs typeface="Courier New"/>
                <a:sym typeface="Courier New"/>
              </a:rPr>
              <a:t>&amp;&amp; ||</a:t>
            </a:r>
            <a:r>
              <a:rPr lang="en-US" b="false" i="false" strike="noStrike" u="none" sz="1200">
                <a:solidFill>
                  <a:srgbClr val="646464"/>
                </a:solidFill>
              </a:rPr>
              <a:t/>
            </a:r>
          </a:p>
          <a:p>
            <a:pPr algn="l" marL="0" indent="0">
              <a:lnSpc>
                <a:spcPct val="150000"/>
              </a:lnSpc>
            </a:pPr>
            <a:r>
              <a:rPr lang="en-US" b="false" i="false" strike="noStrike" u="none" sz="1200">
                <a:solidFill>
                  <a:srgbClr val="646464"/>
                </a:solidFill>
                <a:latin typeface="Courier New"/>
                <a:ea typeface="Courier New"/>
                <a:cs typeface="Courier New"/>
                <a:sym typeface="Courier New"/>
              </a:rPr>
              <a:t>?:</a:t>
            </a:r>
          </a:p>
        </p:txBody>
      </p:sp>
      <p:sp>
        <p:nvSpPr>
          <p:cNvPr name="AutoShape 5" id="5"/>
          <p:cNvSpPr/>
          <p:nvPr/>
        </p:nvSpPr>
        <p:spPr>
          <a:xfrm rot="0" flipH="false" flipV="false">
            <a:off x="4445000" y="6477000"/>
            <a:ext cx="3810000" cy="254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900">
                <a:solidFill>
                  <a:srgbClr val="969696"/>
                </a:solidFill>
              </a:rPr>
              <a:t>Copyright © 2020 Pearson Education Ltd. All Rights Reserved</a:t>
            </a:r>
            <a:endParaRPr lang="en-US" sz="1100"/>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2209800" y="1447800"/>
            <a:ext cx="6562725" cy="4248150"/>
          </a:xfrm>
          <a:prstGeom prst="rect">
            <a:avLst/>
          </a:prstGeom>
          <a:ln w="12700">
            <a:noFill/>
            <a:prstDash val="solid"/>
          </a:ln>
        </p:spPr>
      </p:pic>
      <p:sp>
        <p:nvSpPr>
          <p:cNvPr name="AutoShape 3" id="3"/>
          <p:cNvSpPr/>
          <p:nvPr/>
        </p:nvSpPr>
        <p:spPr>
          <a:xfrm rot="0" flipH="false" flipV="false">
            <a:off x="688975" y="6614792"/>
            <a:ext cx="2542540" cy="137795"/>
          </a:xfrm>
          <a:prstGeom prst="rect">
            <a:avLst/>
          </a:prstGeom>
          <a:noFill/>
          <a:ln w="12700">
            <a:noFill/>
            <a:prstDash val="solid"/>
          </a:ln>
        </p:spPr>
        <p:txBody>
          <a:bodyPr anchor="t" rtlCol="false" vert="horz" wrap="square" lIns="0" rIns="0" tIns="8255" bIns="0">
            <a:spAutoFit/>
          </a:bodyPr>
          <a:lstStyle/>
          <a:p>
            <a:pPr algn="l" marL="12700" indent="0">
              <a:lnSpc>
                <a:spcPct val="100000"/>
              </a:lnSpc>
              <a:spcBef>
                <a:spcPts val="65"/>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sp>
        <p:nvSpPr>
          <p:cNvPr name="AutoShape 4" id="4"/>
          <p:cNvSpPr/>
          <p:nvPr/>
        </p:nvSpPr>
        <p:spPr>
          <a:xfrm rot="0" flipH="false" flipV="false">
            <a:off x="1960245" y="639566"/>
            <a:ext cx="6098058" cy="413318"/>
          </a:xfrm>
          <a:prstGeom prst="rect">
            <a:avLst/>
          </a:prstGeom>
          <a:noFill/>
          <a:ln w="12700">
            <a:noFill/>
            <a:prstDash val="solid"/>
          </a:ln>
        </p:spPr>
        <p:txBody>
          <a:bodyPr anchor="t" rtlCol="false" wrap="square" lIns="91440" rIns="91440" tIns="45720" bIns="45720">
            <a:spAutoFit/>
          </a:bodyPr>
          <a:lstStyle/>
          <a:p>
            <a:pPr algn="l" marL="0" indent="0">
              <a:lnSpc>
                <a:spcPts val="1950"/>
              </a:lnSpc>
              <a:spcBef>
                <a:spcPts val="225"/>
              </a:spcBef>
              <a:defRPr/>
            </a:pPr>
            <a:r>
              <a:rPr lang="en-US" b="false" i="false" strike="noStrike" u="sng" sz="3800">
                <a:solidFill>
                  <a:srgbClr val="000000"/>
                </a:solidFill>
                <a:latin typeface="Google Sans"/>
                <a:ea typeface="Google Sans"/>
                <a:cs typeface="Google Sans"/>
                <a:sym typeface="Google Sans"/>
                <a:hlinkClick r:id="rId3" tooltip="https://en.cppreference.com/w/cpp/language/operator_precedence.html">
                  <a:extLst>
                    <a:ext uri="{A12FA001-AC4F-418D-AE19-62706E023703}">
                      <ahyp:hlinkClr xmlns:ahyp="http://schemas.microsoft.com/office/drawing/2018/hyperlinkcolor" val="tx"/>
                    </a:ext>
                  </a:extLst>
                </a:hlinkClick>
              </a:rPr>
              <a:t>Operator Precedence</a:t>
            </a:r>
            <a:endParaRPr lang="en-US" sz="1100"/>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grpSp>
        <p:nvGrpSpPr>
          <p:cNvPr name="Group 2" id="2"/>
          <p:cNvGrpSpPr/>
          <p:nvPr/>
        </p:nvGrpSpPr>
        <p:grpSpPr>
          <a:xfrm>
            <a:off x="703966" y="180911"/>
            <a:ext cx="5044435" cy="881062"/>
            <a:chOff x="703966" y="180911"/>
            <a:chExt cx="5044435" cy="881062"/>
          </a:xfrm>
        </p:grpSpPr>
        <p:pic>
          <p:nvPicPr>
            <p:cNvPr name="Picture 3" id="3"/>
            <p:cNvPicPr>
              <a:picLocks noChangeAspect="true"/>
            </p:cNvPicPr>
            <p:nvPr/>
          </p:nvPicPr>
          <p:blipFill>
            <a:blip r:embed="rId2"/>
            <a:srcRect l="0" r="0" t="0" b="0"/>
            <a:stretch>
              <a:fillRect/>
            </a:stretch>
          </p:blipFill>
          <p:spPr>
            <a:xfrm rot="0" flipH="false" flipV="false">
              <a:off x="703966" y="417794"/>
              <a:ext cx="930358" cy="293670"/>
            </a:xfrm>
            <a:prstGeom prst="rect">
              <a:avLst/>
            </a:prstGeom>
            <a:ln w="12700">
              <a:noFill/>
              <a:prstDash val="solid"/>
            </a:ln>
          </p:spPr>
        </p:pic>
        <p:pic>
          <p:nvPicPr>
            <p:cNvPr name="Picture 4" id="4"/>
            <p:cNvPicPr>
              <a:picLocks noChangeAspect="true"/>
            </p:cNvPicPr>
            <p:nvPr/>
          </p:nvPicPr>
          <p:blipFill>
            <a:blip r:embed="rId3"/>
            <a:srcRect l="0" r="0" t="0" b="0"/>
            <a:stretch>
              <a:fillRect/>
            </a:stretch>
          </p:blipFill>
          <p:spPr>
            <a:xfrm rot="0" flipH="false" flipV="false">
              <a:off x="1457325" y="190436"/>
              <a:ext cx="1909826" cy="871537"/>
            </a:xfrm>
            <a:prstGeom prst="rect">
              <a:avLst/>
            </a:prstGeom>
            <a:ln w="12700">
              <a:noFill/>
              <a:prstDash val="solid"/>
            </a:ln>
          </p:spPr>
        </p:pic>
        <p:pic>
          <p:nvPicPr>
            <p:cNvPr name="Picture 5" id="5"/>
            <p:cNvPicPr>
              <a:picLocks noChangeAspect="true"/>
            </p:cNvPicPr>
            <p:nvPr/>
          </p:nvPicPr>
          <p:blipFill>
            <a:blip r:embed="rId4"/>
            <a:srcRect l="0" r="0" t="0" b="0"/>
            <a:stretch>
              <a:fillRect/>
            </a:stretch>
          </p:blipFill>
          <p:spPr>
            <a:xfrm rot="0" flipH="false" flipV="false">
              <a:off x="2847975" y="180911"/>
              <a:ext cx="2900426" cy="871537"/>
            </a:xfrm>
            <a:prstGeom prst="rect">
              <a:avLst/>
            </a:prstGeom>
            <a:ln w="12700">
              <a:noFill/>
              <a:prstDash val="solid"/>
            </a:ln>
          </p:spPr>
        </p:pic>
      </p:grpSp>
      <p:sp>
        <p:nvSpPr>
          <p:cNvPr name="AutoShape 6" id="6"/>
          <p:cNvSpPr/>
          <p:nvPr>
            <p:ph idx="22" type="body" sz="quarter" hasCustomPrompt="true"/>
          </p:nvPr>
        </p:nvSpPr>
        <p:spPr>
          <a:prstGeom prst="rect">
            <a:avLst/>
          </a:prstGeom>
        </p:spPr>
        <p:txBody>
          <a:bodyPr anchor="t" vert="horz" wrap="square" lIns="0" rIns="0" tIns="16510" bIns="0">
            <a:spAutoFit/>
          </a:bodyPr>
          <a:lstStyle>
            <a:lvl1pPr algn="l">
              <a:lnSpc>
                <a:spcPct val="100000"/>
              </a:lnSpc>
              <a:tabLst>
                <a:tab pos="3726815" algn="l"/>
              </a:tabLst>
              <a:defRPr sz="3050" b="true" i="false" u="none" strike="noStrike" spc="0">
                <a:solidFill>
                  <a:srgbClr val="23B5A0">
                    <a:alpha val="100000"/>
                  </a:srgbClr>
                </a:solidFill>
                <a:latin typeface="Arial"/>
              </a:defRPr>
            </a:lvl1pPr>
          </a:lstStyle>
          <a:p>
            <a:pPr algn="l" marL="31750" indent="0">
              <a:lnSpc>
                <a:spcPct val="100000"/>
              </a:lnSpc>
              <a:spcBef>
                <a:spcPts val="130"/>
              </a:spcBef>
              <a:tabLst>
                <a:tab pos="3726815" algn="l"/>
              </a:tabLst>
            </a:pPr>
            <a:r>
              <a:rPr lang="en-US" b="true" i="false" strike="noStrike" u="none" sz="3050" spc="-220">
                <a:solidFill>
                  <a:srgbClr val="23B5A0"/>
                </a:solidFill>
                <a:latin typeface="Arial"/>
                <a:ea typeface="Arial"/>
                <a:cs typeface="Arial"/>
                <a:sym typeface="Arial"/>
              </a:rPr>
              <a:t>demo</a:t>
            </a:r>
            <a:r>
              <a:rPr lang="en-US" b="true" i="false" strike="noStrike" u="none" sz="3050" spc="-150">
                <a:solidFill>
                  <a:srgbClr val="23B5A0"/>
                </a:solidFill>
                <a:latin typeface="Arial"/>
                <a:ea typeface="Arial"/>
                <a:cs typeface="Arial"/>
                <a:sym typeface="Arial"/>
              </a:rPr>
              <a:t> </a:t>
            </a:r>
            <a:r>
              <a:rPr lang="en-US" b="true" i="false" strike="noStrike" u="none" sz="3050" spc="-330">
                <a:solidFill>
                  <a:srgbClr val="23B5A0"/>
                </a:solidFill>
                <a:latin typeface="Arial"/>
                <a:ea typeface="Arial"/>
                <a:cs typeface="Arial"/>
                <a:sym typeface="Arial"/>
              </a:rPr>
              <a:t>se</a:t>
            </a:r>
            <a:r>
              <a:rPr lang="en-US" b="true" i="false" strike="noStrike" u="none" sz="3050" spc="-55">
                <a:solidFill>
                  <a:srgbClr val="23B5A0"/>
                </a:solidFill>
                <a:latin typeface="Arial"/>
                <a:ea typeface="Arial"/>
                <a:cs typeface="Arial"/>
                <a:sym typeface="Arial"/>
              </a:rPr>
              <a:t> </a:t>
            </a:r>
            <a:r>
              <a:rPr lang="en-US" b="true" i="false" strike="noStrike" u="none" sz="3050" spc="-180">
                <a:solidFill>
                  <a:srgbClr val="23B5A0"/>
                </a:solidFill>
                <a:latin typeface="Arial"/>
                <a:ea typeface="Arial"/>
                <a:cs typeface="Arial"/>
                <a:sym typeface="Arial"/>
              </a:rPr>
              <a:t>more</a:t>
            </a:r>
            <a:r>
              <a:rPr lang="en-US" b="true" i="false" strike="noStrike" u="none" sz="3050" spc="-200">
                <a:solidFill>
                  <a:srgbClr val="23B5A0"/>
                </a:solidFill>
                <a:latin typeface="Arial"/>
                <a:ea typeface="Arial"/>
                <a:cs typeface="Arial"/>
                <a:sym typeface="Arial"/>
              </a:rPr>
              <a:t> </a:t>
            </a:r>
            <a:r>
              <a:rPr lang="en-US" b="true" i="false" strike="noStrike" u="none" sz="3050" spc="200">
                <a:solidFill>
                  <a:srgbClr val="3380E6"/>
                </a:solidFill>
                <a:latin typeface="Arial"/>
                <a:ea typeface="Arial"/>
                <a:cs typeface="Arial"/>
                <a:sym typeface="Arial"/>
              </a:rPr>
              <a:t>True/</a:t>
            </a:r>
            <a:r>
              <a:rPr lang="en-US" b="true" i="false" strike="noStrike" u="none" sz="3050">
                <a:solidFill>
                  <a:srgbClr val="3380E6"/>
                </a:solidFill>
                <a:latin typeface="Arial"/>
                <a:ea typeface="Arial"/>
                <a:cs typeface="Arial"/>
                <a:sym typeface="Arial"/>
              </a:rPr>
              <a:t>	</a:t>
            </a:r>
            <a:r>
              <a:rPr lang="en-US" b="true" i="false" strike="noStrike" u="none" sz="3050" spc="120">
                <a:solidFill>
                  <a:srgbClr val="3380E6"/>
                </a:solidFill>
                <a:latin typeface="Arial"/>
                <a:ea typeface="Arial"/>
                <a:cs typeface="Arial"/>
                <a:sym typeface="Arial"/>
              </a:rPr>
              <a:t>False</a:t>
            </a:r>
          </a:p>
        </p:txBody>
      </p:sp>
      <p:sp>
        <p:nvSpPr>
          <p:cNvPr name="AutoShape 7" id="7"/>
          <p:cNvSpPr/>
          <p:nvPr/>
        </p:nvSpPr>
        <p:spPr>
          <a:xfrm rot="0" flipH="false" flipV="false">
            <a:off x="688975" y="6614792"/>
            <a:ext cx="2542540" cy="137795"/>
          </a:xfrm>
          <a:prstGeom prst="rect">
            <a:avLst/>
          </a:prstGeom>
          <a:noFill/>
          <a:ln w="12700">
            <a:noFill/>
            <a:prstDash val="solid"/>
          </a:ln>
        </p:spPr>
        <p:txBody>
          <a:bodyPr anchor="t" rtlCol="false" vert="horz" wrap="square" lIns="0" rIns="0" tIns="8255" bIns="0">
            <a:spAutoFit/>
          </a:bodyPr>
          <a:lstStyle/>
          <a:p>
            <a:pPr algn="l" marL="12700" indent="0">
              <a:lnSpc>
                <a:spcPct val="100000"/>
              </a:lnSpc>
              <a:spcBef>
                <a:spcPts val="65"/>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sp>
        <p:nvSpPr>
          <p:cNvPr name="AutoShape 8" id="8"/>
          <p:cNvSpPr/>
          <p:nvPr/>
        </p:nvSpPr>
        <p:spPr>
          <a:xfrm rot="0" flipH="false" flipV="false">
            <a:off x="3049030" y="1443841"/>
            <a:ext cx="6098058" cy="3970318"/>
          </a:xfrm>
          <a:prstGeom prst="rect">
            <a:avLst/>
          </a:prstGeom>
          <a:noFill/>
          <a:ln w="12700">
            <a:noFill/>
            <a:prstDash val="solid"/>
          </a:ln>
        </p:spPr>
        <p:txBody>
          <a:bodyPr anchor="t" rtlCol="false" wrap="square" lIns="91440" rIns="91440" tIns="45720" bIns="45720">
            <a:spAutoFit/>
          </a:bodyPr>
          <a:lstStyle/>
          <a:p>
            <a:pPr algn="l" marL="0" indent="0">
              <a:lnSpc>
                <a:spcPct val="100000"/>
              </a:lnSpc>
              <a:defRPr/>
            </a:pPr>
            <a:r>
              <a:rPr lang="en-US" b="false" i="false" strike="noStrike" u="none" sz="100">
                <a:solidFill>
                  <a:srgbClr val="0033B3"/>
                </a:solidFill>
                <a:latin typeface="JetBrains Mono"/>
                <a:ea typeface="JetBrains Mono"/>
                <a:cs typeface="JetBrains Mono"/>
                <a:sym typeface="JetBrains Mono"/>
              </a:rPr>
              <a:t>public class </a:t>
            </a:r>
            <a:r>
              <a:rPr lang="en-US" b="false" i="false" strike="noStrike" u="none" sz="100">
                <a:solidFill>
                  <a:srgbClr val="000000"/>
                </a:solidFill>
                <a:latin typeface="JetBrains Mono"/>
                <a:ea typeface="JetBrains Mono"/>
                <a:cs typeface="JetBrains Mono"/>
                <a:sym typeface="JetBrains Mono"/>
              </a:rPr>
              <a:t>Review </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public static void </a:t>
            </a:r>
            <a:r>
              <a:rPr lang="en-US" b="false" i="false" strike="noStrike" u="none" sz="100">
                <a:solidFill>
                  <a:srgbClr val="00627A"/>
                </a:solidFill>
                <a:latin typeface="JetBrains Mono"/>
                <a:ea typeface="JetBrains Mono"/>
                <a:cs typeface="JetBrains Mono"/>
                <a:sym typeface="JetBrains Mono"/>
              </a:rPr>
              <a:t>main</a:t>
            </a:r>
            <a:r>
              <a:rPr lang="en-US" b="false" i="false" strike="noStrike" u="none" sz="100">
                <a:solidFill>
                  <a:srgbClr val="080808"/>
                </a:solidFill>
                <a:latin typeface="JetBrains Mono"/>
                <a:ea typeface="JetBrains Mono"/>
                <a:cs typeface="JetBrains Mono"/>
                <a:sym typeface="JetBrains Mono"/>
              </a:rPr>
              <a:t>(</a:t>
            </a:r>
            <a:r>
              <a:rPr lang="en-US" b="false" i="false" strike="noStrike" u="none" sz="100">
                <a:solidFill>
                  <a:srgbClr val="000000"/>
                </a:solidFill>
                <a:latin typeface="JetBrains Mono"/>
                <a:ea typeface="JetBrains Mono"/>
                <a:cs typeface="JetBrains Mono"/>
                <a:sym typeface="JetBrains Mono"/>
              </a:rPr>
              <a:t>String</a:t>
            </a: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args</a:t>
            </a:r>
            <a:r>
              <a:rPr lang="en-US" b="false" i="false" strike="noStrike" u="none" sz="100">
                <a:solidFill>
                  <a:srgbClr val="080808"/>
                </a:solidFill>
                <a:latin typeface="JetBrains Mono"/>
                <a:ea typeface="JetBrains Mono"/>
                <a:cs typeface="JetBrains Mono"/>
                <a:sym typeface="JetBrains Mono"/>
              </a:rPr>
              <a:t>) {</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true" strike="noStrike" u="none" sz="100">
                <a:solidFill>
                  <a:srgbClr val="8C8C8C"/>
                </a:solidFill>
                <a:latin typeface="JetBrains Mono"/>
                <a:ea typeface="JetBrains Mono"/>
                <a:cs typeface="JetBrains Mono"/>
                <a:sym typeface="JetBrains Mono"/>
              </a:rPr>
              <a:t>// Correct boolean statements</a:t>
            </a:r>
            <a:br>
              <a:rPr lang="en-US" b="false" i="true" strike="noStrike" u="none" sz="100">
                <a:solidFill>
                  <a:srgbClr val="8C8C8C"/>
                </a:solidFill>
                <a:latin typeface="JetBrains Mono"/>
                <a:ea typeface="JetBrains Mono"/>
                <a:cs typeface="JetBrains Mono"/>
                <a:sym typeface="JetBrains Mono"/>
              </a:rPr>
            </a:br>
            <a:r>
              <a:rPr lang="en-US" b="false" i="true" strike="noStrike" u="none" sz="100">
                <a:solidFill>
                  <a:srgbClr val="8C8C8C"/>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boolean </a:t>
            </a:r>
            <a:r>
              <a:rPr lang="en-US" b="false" i="false" strike="noStrike" u="none" sz="100">
                <a:solidFill>
                  <a:srgbClr val="000000"/>
                </a:solidFill>
                <a:latin typeface="JetBrains Mono"/>
                <a:ea typeface="JetBrains Mono"/>
                <a:cs typeface="JetBrains Mono"/>
                <a:sym typeface="JetBrains Mono"/>
              </a:rPr>
              <a:t>statement1 </a:t>
            </a: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1750EB"/>
                </a:solidFill>
                <a:latin typeface="JetBrains Mono"/>
                <a:ea typeface="JetBrains Mono"/>
                <a:cs typeface="JetBrains Mono"/>
                <a:sym typeface="JetBrains Mono"/>
              </a:rPr>
              <a:t>1 </a:t>
            </a: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1750EB"/>
                </a:solidFill>
                <a:latin typeface="JetBrains Mono"/>
                <a:ea typeface="JetBrains Mono"/>
                <a:cs typeface="JetBrains Mono"/>
                <a:sym typeface="JetBrains Mono"/>
              </a:rPr>
              <a:t>1</a:t>
            </a:r>
            <a:r>
              <a:rPr lang="en-US" b="false" i="false" strike="noStrike" u="none" sz="100">
                <a:solidFill>
                  <a:srgbClr val="080808"/>
                </a:solidFill>
                <a:latin typeface="JetBrains Mono"/>
                <a:ea typeface="JetBrains Mono"/>
                <a:cs typeface="JetBrains Mono"/>
                <a:sym typeface="JetBrains Mono"/>
              </a:rPr>
              <a:t>;  </a:t>
            </a:r>
            <a:r>
              <a:rPr lang="en-US" b="false" i="true" strike="noStrike" u="none" sz="100">
                <a:solidFill>
                  <a:srgbClr val="8C8C8C"/>
                </a:solidFill>
                <a:latin typeface="JetBrains Mono"/>
                <a:ea typeface="JetBrains Mono"/>
                <a:cs typeface="JetBrains Mono"/>
                <a:sym typeface="JetBrains Mono"/>
              </a:rPr>
              <a:t>// equality check</a:t>
            </a:r>
            <a:br>
              <a:rPr lang="en-US" b="false" i="true" strike="noStrike" u="none" sz="100">
                <a:solidFill>
                  <a:srgbClr val="8C8C8C"/>
                </a:solidFill>
                <a:latin typeface="JetBrains Mono"/>
                <a:ea typeface="JetBrains Mono"/>
                <a:cs typeface="JetBrains Mono"/>
                <a:sym typeface="JetBrains Mono"/>
              </a:rPr>
            </a:br>
            <a:r>
              <a:rPr lang="en-US" b="false" i="true" strike="noStrike" u="none" sz="100">
                <a:solidFill>
                  <a:srgbClr val="8C8C8C"/>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boolean </a:t>
            </a:r>
            <a:r>
              <a:rPr lang="en-US" b="false" i="false" strike="noStrike" u="none" sz="100">
                <a:solidFill>
                  <a:srgbClr val="000000"/>
                </a:solidFill>
                <a:latin typeface="JetBrains Mono"/>
                <a:ea typeface="JetBrains Mono"/>
                <a:cs typeface="JetBrains Mono"/>
                <a:sym typeface="JetBrains Mono"/>
              </a:rPr>
              <a:t>statement2 </a:t>
            </a: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1750EB"/>
                </a:solidFill>
                <a:latin typeface="JetBrains Mono"/>
                <a:ea typeface="JetBrains Mono"/>
                <a:cs typeface="JetBrains Mono"/>
                <a:sym typeface="JetBrains Mono"/>
              </a:rPr>
              <a:t>1 </a:t>
            </a:r>
            <a:r>
              <a:rPr lang="en-US" b="false" i="false" strike="noStrike" u="none" sz="100">
                <a:solidFill>
                  <a:srgbClr val="080808"/>
                </a:solidFill>
                <a:latin typeface="JetBrains Mono"/>
                <a:ea typeface="JetBrains Mono"/>
                <a:cs typeface="JetBrains Mono"/>
                <a:sym typeface="JetBrains Mono"/>
              </a:rPr>
              <a:t>&lt; </a:t>
            </a:r>
            <a:r>
              <a:rPr lang="en-US" b="false" i="false" strike="noStrike" u="none" sz="100">
                <a:solidFill>
                  <a:srgbClr val="1750EB"/>
                </a:solidFill>
                <a:latin typeface="JetBrains Mono"/>
                <a:ea typeface="JetBrains Mono"/>
                <a:cs typeface="JetBrains Mono"/>
                <a:sym typeface="JetBrains Mono"/>
              </a:rPr>
              <a:t>3</a:t>
            </a:r>
            <a:r>
              <a:rPr lang="en-US" b="false" i="false" strike="noStrike" u="none" sz="100">
                <a:solidFill>
                  <a:srgbClr val="080808"/>
                </a:solidFill>
                <a:latin typeface="JetBrains Mono"/>
                <a:ea typeface="JetBrains Mono"/>
                <a:cs typeface="JetBrains Mono"/>
                <a:sym typeface="JetBrains Mono"/>
              </a:rPr>
              <a:t>;   </a:t>
            </a:r>
            <a:r>
              <a:rPr lang="en-US" b="false" i="true" strike="noStrike" u="none" sz="100">
                <a:solidFill>
                  <a:srgbClr val="8C8C8C"/>
                </a:solidFill>
                <a:latin typeface="JetBrains Mono"/>
                <a:ea typeface="JetBrains Mono"/>
                <a:cs typeface="JetBrains Mono"/>
                <a:sym typeface="JetBrains Mono"/>
              </a:rPr>
              <a:t>// less-than check</a:t>
            </a:r>
            <a:br>
              <a:rPr lang="en-US" b="false" i="true" strike="noStrike" u="none" sz="100">
                <a:solidFill>
                  <a:srgbClr val="8C8C8C"/>
                </a:solidFill>
                <a:latin typeface="JetBrains Mono"/>
                <a:ea typeface="JetBrains Mono"/>
                <a:cs typeface="JetBrains Mono"/>
                <a:sym typeface="JetBrains Mono"/>
              </a:rPr>
            </a:br>
            <a:r>
              <a:rPr lang="en-US" b="false" i="false" strike="noStrike" u="none" sz="1600">
                <a:solidFill>
                  <a:srgbClr val="1F2329"/>
                </a:solidFill>
                <a:latin typeface="Noto Sans SC"/>
                <a:ea typeface="Noto Sans SC"/>
                <a:cs typeface="Noto Sans SC"/>
                <a:sym typeface="Noto Sans SC"/>
              </a:rPr>
              <a:t/>
            </a:r>
            <a:br>
              <a:rPr lang="en-US" b="false" i="false" strike="noStrike" u="none" sz="1600">
                <a:solidFill>
                  <a:srgbClr val="1F2329"/>
                </a:solidFill>
                <a:latin typeface="Noto Sans SC"/>
                <a:ea typeface="Noto Sans SC"/>
                <a:cs typeface="Noto Sans SC"/>
                <a:sym typeface="Noto Sans SC"/>
              </a:rPr>
            </a:br>
            <a:r>
              <a:rPr lang="en-US" b="false" i="true" strike="noStrike" u="none" sz="100">
                <a:solidFill>
                  <a:srgbClr val="8C8C8C"/>
                </a:solidFill>
                <a:latin typeface="JetBrains Mono"/>
                <a:ea typeface="JetBrains Mono"/>
                <a:cs typeface="JetBrains Mono"/>
                <a:sym typeface="JetBrains Mono"/>
              </a:rPr>
              <a:t>        // Check both statements using if-else</a:t>
            </a:r>
            <a:br>
              <a:rPr lang="en-US" b="false" i="true" strike="noStrike" u="none" sz="100">
                <a:solidFill>
                  <a:srgbClr val="8C8C8C"/>
                </a:solidFill>
                <a:latin typeface="JetBrains Mono"/>
                <a:ea typeface="JetBrains Mono"/>
                <a:cs typeface="JetBrains Mono"/>
                <a:sym typeface="JetBrains Mono"/>
              </a:rPr>
            </a:br>
            <a:r>
              <a:rPr lang="en-US" b="false" i="true" strike="noStrike" u="none" sz="100">
                <a:solidFill>
                  <a:srgbClr val="8C8C8C"/>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if </a:t>
            </a:r>
            <a:r>
              <a:rPr lang="en-US" b="false" i="false" strike="noStrike" u="none" sz="100">
                <a:solidFill>
                  <a:srgbClr val="080808"/>
                </a:solidFill>
                <a:latin typeface="JetBrains Mono"/>
                <a:ea typeface="JetBrains Mono"/>
                <a:cs typeface="JetBrains Mono"/>
                <a:sym typeface="JetBrains Mono"/>
              </a:rPr>
              <a:t>(</a:t>
            </a:r>
            <a:r>
              <a:rPr lang="en-US" b="false" i="false" strike="noStrike" u="none" sz="100">
                <a:solidFill>
                  <a:srgbClr val="000000"/>
                </a:solidFill>
                <a:latin typeface="JetBrains Mono"/>
                <a:ea typeface="JetBrains Mono"/>
                <a:cs typeface="JetBrains Mono"/>
                <a:sym typeface="JetBrains Mono"/>
              </a:rPr>
              <a:t>statement1 </a:t>
            </a:r>
            <a:r>
              <a:rPr lang="en-US" b="false" i="false" strike="noStrike" u="none" sz="100">
                <a:solidFill>
                  <a:srgbClr val="080808"/>
                </a:solidFill>
                <a:latin typeface="JetBrains Mono"/>
                <a:ea typeface="JetBrains Mono"/>
                <a:cs typeface="JetBrains Mono"/>
                <a:sym typeface="JetBrains Mono"/>
              </a:rPr>
              <a:t>&amp;&amp; </a:t>
            </a:r>
            <a:r>
              <a:rPr lang="en-US" b="false" i="false" strike="noStrike" u="none" sz="100">
                <a:solidFill>
                  <a:srgbClr val="000000"/>
                </a:solidFill>
                <a:latin typeface="JetBrains Mono"/>
                <a:ea typeface="JetBrains Mono"/>
                <a:cs typeface="JetBrains Mono"/>
                <a:sym typeface="JetBrains Mono"/>
              </a:rPr>
              <a:t>statement2</a:t>
            </a:r>
            <a:r>
              <a:rPr lang="en-US" b="false" i="false" strike="noStrike" u="none" sz="100">
                <a:solidFill>
                  <a:srgbClr val="080808"/>
                </a:solidFill>
                <a:latin typeface="JetBrains Mono"/>
                <a:ea typeface="JetBrains Mono"/>
                <a:cs typeface="JetBrains Mono"/>
                <a:sym typeface="JetBrains Mono"/>
              </a:rPr>
              <a:t>) {</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System</a:t>
            </a:r>
            <a:r>
              <a:rPr lang="en-US" b="false" i="false" strike="noStrike" u="none" sz="100">
                <a:solidFill>
                  <a:srgbClr val="080808"/>
                </a:solidFill>
                <a:latin typeface="JetBrains Mono"/>
                <a:ea typeface="JetBrains Mono"/>
                <a:cs typeface="JetBrains Mono"/>
                <a:sym typeface="JetBrains Mono"/>
              </a:rPr>
              <a:t>.</a:t>
            </a:r>
            <a:r>
              <a:rPr lang="en-US" b="false" i="true" strike="noStrike" u="none" sz="100">
                <a:solidFill>
                  <a:srgbClr val="871094"/>
                </a:solidFill>
                <a:latin typeface="JetBrains Mono"/>
                <a:ea typeface="JetBrains Mono"/>
                <a:cs typeface="JetBrains Mono"/>
                <a:sym typeface="JetBrains Mono"/>
              </a:rPr>
              <a:t>out</a:t>
            </a:r>
            <a:r>
              <a:rPr lang="en-US" b="false" i="false" strike="noStrike" u="none" sz="100">
                <a:solidFill>
                  <a:srgbClr val="080808"/>
                </a:solidFill>
                <a:latin typeface="JetBrains Mono"/>
                <a:ea typeface="JetBrains Mono"/>
                <a:cs typeface="JetBrains Mono"/>
                <a:sym typeface="JetBrains Mono"/>
              </a:rPr>
              <a:t>.println(</a:t>
            </a:r>
            <a:r>
              <a:rPr lang="en-US" b="false" i="false" strike="noStrike" u="none" sz="100">
                <a:solidFill>
                  <a:srgbClr val="067D17"/>
                </a:solidFill>
                <a:latin typeface="JetBrains Mono"/>
                <a:ea typeface="JetBrains Mono"/>
                <a:cs typeface="JetBrains Mono"/>
                <a:sym typeface="JetBrains Mono"/>
              </a:rPr>
              <a:t>"Both statements are true"</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 </a:t>
            </a:r>
            <a:r>
              <a:rPr lang="en-US" b="false" i="false" strike="noStrike" u="none" sz="100">
                <a:solidFill>
                  <a:srgbClr val="0033B3"/>
                </a:solidFill>
                <a:latin typeface="JetBrains Mono"/>
                <a:ea typeface="JetBrains Mono"/>
                <a:cs typeface="JetBrains Mono"/>
                <a:sym typeface="JetBrains Mono"/>
              </a:rPr>
              <a:t>else </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System</a:t>
            </a:r>
            <a:r>
              <a:rPr lang="en-US" b="false" i="false" strike="noStrike" u="none" sz="100">
                <a:solidFill>
                  <a:srgbClr val="080808"/>
                </a:solidFill>
                <a:latin typeface="JetBrains Mono"/>
                <a:ea typeface="JetBrains Mono"/>
                <a:cs typeface="JetBrains Mono"/>
                <a:sym typeface="JetBrains Mono"/>
              </a:rPr>
              <a:t>.</a:t>
            </a:r>
            <a:r>
              <a:rPr lang="en-US" b="false" i="true" strike="noStrike" u="none" sz="100">
                <a:solidFill>
                  <a:srgbClr val="871094"/>
                </a:solidFill>
                <a:latin typeface="JetBrains Mono"/>
                <a:ea typeface="JetBrains Mono"/>
                <a:cs typeface="JetBrains Mono"/>
                <a:sym typeface="JetBrains Mono"/>
              </a:rPr>
              <a:t>out</a:t>
            </a:r>
            <a:r>
              <a:rPr lang="en-US" b="false" i="false" strike="noStrike" u="none" sz="100">
                <a:solidFill>
                  <a:srgbClr val="080808"/>
                </a:solidFill>
                <a:latin typeface="JetBrains Mono"/>
                <a:ea typeface="JetBrains Mono"/>
                <a:cs typeface="JetBrains Mono"/>
                <a:sym typeface="JetBrains Mono"/>
              </a:rPr>
              <a:t>.println(</a:t>
            </a:r>
            <a:r>
              <a:rPr lang="en-US" b="false" i="false" strike="noStrike" u="none" sz="100">
                <a:solidFill>
                  <a:srgbClr val="067D17"/>
                </a:solidFill>
                <a:latin typeface="JetBrains Mono"/>
                <a:ea typeface="JetBrains Mono"/>
                <a:cs typeface="JetBrains Mono"/>
                <a:sym typeface="JetBrains Mono"/>
              </a:rPr>
              <a:t>"At least one statement is false"</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a:t>
            </a:r>
            <a:endParaRPr lang="en-US" sz="1100"/>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2055114" y="1236005"/>
            <a:ext cx="8081770" cy="4385988"/>
          </a:xfrm>
          <a:prstGeom prst="rect">
            <a:avLst/>
          </a:prstGeom>
          <a:ln w="12700">
            <a:noFill/>
            <a:prstDash val="solid"/>
          </a:ln>
        </p:spPr>
      </p:pic>
      <p:pic>
        <p:nvPicPr>
          <p:cNvPr name="Picture 3" id="3"/>
          <p:cNvPicPr>
            <a:picLocks noChangeAspect="true"/>
          </p:cNvPicPr>
          <p:nvPr/>
        </p:nvPicPr>
        <p:blipFill>
          <a:blip r:embed="rId3"/>
          <a:srcRect l="0" r="0" t="0" b="0"/>
          <a:stretch>
            <a:fillRect/>
          </a:stretch>
        </p:blipFill>
        <p:spPr>
          <a:xfrm rot="0" flipH="false" flipV="false">
            <a:off x="695051" y="417794"/>
            <a:ext cx="3891582" cy="359982"/>
          </a:xfrm>
          <a:prstGeom prst="rect">
            <a:avLst/>
          </a:prstGeom>
          <a:ln w="12700">
            <a:noFill/>
            <a:prstDash val="solid"/>
          </a:ln>
        </p:spPr>
      </p:pic>
      <p:sp>
        <p:nvSpPr>
          <p:cNvPr name="AutoShape 4" id="4"/>
          <p:cNvSpPr/>
          <p:nvPr>
            <p:ph idx="22" type="body" sz="quarter" hasCustomPrompt="true"/>
          </p:nvPr>
        </p:nvSpPr>
        <p:spPr>
          <a:prstGeom prst="rect">
            <a:avLst/>
          </a:prstGeom>
        </p:spPr>
        <p:txBody>
          <a:bodyPr anchor="t" vert="horz" wrap="square" lIns="0" rIns="0" tIns="16510" bIns="0">
            <a:spAutoFit/>
          </a:bodyPr>
          <a:lstStyle>
            <a:lvl1pPr algn="l">
              <a:lnSpc>
                <a:spcPct val="100000"/>
              </a:lnSpc>
              <a:defRPr sz="3050" b="true" i="false" u="none" strike="noStrike" spc="0">
                <a:solidFill>
                  <a:srgbClr val="23B5A0">
                    <a:alpha val="100000"/>
                  </a:srgbClr>
                </a:solidFill>
                <a:latin typeface="Arial"/>
              </a:defRPr>
            </a:lvl1pPr>
          </a:lstStyle>
          <a:p>
            <a:pPr algn="l" marL="31750" indent="0">
              <a:lnSpc>
                <a:spcPct val="100000"/>
              </a:lnSpc>
              <a:spcBef>
                <a:spcPts val="130"/>
              </a:spcBef>
            </a:pPr>
            <a:r>
              <a:rPr lang="en-US" b="true" i="false" strike="noStrike" u="none" sz="3050" spc="-320">
                <a:solidFill>
                  <a:srgbClr val="23B5A0"/>
                </a:solidFill>
                <a:latin typeface="Arial"/>
                <a:ea typeface="Arial"/>
                <a:cs typeface="Arial"/>
                <a:sym typeface="Arial"/>
              </a:rPr>
              <a:t>Test</a:t>
            </a:r>
            <a:r>
              <a:rPr lang="en-US" b="true" i="false" strike="noStrike" u="none" sz="3050" spc="-110">
                <a:solidFill>
                  <a:srgbClr val="23B5A0"/>
                </a:solidFill>
                <a:latin typeface="Arial"/>
                <a:ea typeface="Arial"/>
                <a:cs typeface="Arial"/>
                <a:sym typeface="Arial"/>
              </a:rPr>
              <a:t> what</a:t>
            </a:r>
            <a:r>
              <a:rPr lang="en-US" b="true" i="false" strike="noStrike" u="none" sz="3050" spc="-185">
                <a:solidFill>
                  <a:srgbClr val="23B5A0"/>
                </a:solidFill>
                <a:latin typeface="Arial"/>
                <a:ea typeface="Arial"/>
                <a:cs typeface="Arial"/>
                <a:sym typeface="Arial"/>
              </a:rPr>
              <a:t> </a:t>
            </a:r>
            <a:r>
              <a:rPr lang="en-US" b="true" i="false" strike="noStrike" u="none" sz="3050" spc="-295">
                <a:solidFill>
                  <a:srgbClr val="23B5A0"/>
                </a:solidFill>
                <a:latin typeface="Arial"/>
                <a:ea typeface="Arial"/>
                <a:cs typeface="Arial"/>
                <a:sym typeface="Arial"/>
              </a:rPr>
              <a:t>is</a:t>
            </a:r>
            <a:r>
              <a:rPr lang="en-US" b="true" i="false" strike="noStrike" u="none" sz="3050" spc="-200">
                <a:solidFill>
                  <a:srgbClr val="23B5A0"/>
                </a:solidFill>
                <a:latin typeface="Arial"/>
                <a:ea typeface="Arial"/>
                <a:cs typeface="Arial"/>
                <a:sym typeface="Arial"/>
              </a:rPr>
              <a:t> </a:t>
            </a:r>
            <a:r>
              <a:rPr lang="en-US" b="true" i="false" strike="noStrike" u="none" sz="3050" spc="-130">
                <a:solidFill>
                  <a:srgbClr val="23B5A0"/>
                </a:solidFill>
                <a:latin typeface="Arial"/>
                <a:ea typeface="Arial"/>
                <a:cs typeface="Arial"/>
                <a:sym typeface="Arial"/>
              </a:rPr>
              <a:t>the</a:t>
            </a:r>
            <a:r>
              <a:rPr lang="en-US" b="true" i="false" strike="noStrike" u="none" sz="3050" spc="-150">
                <a:solidFill>
                  <a:srgbClr val="23B5A0"/>
                </a:solidFill>
                <a:latin typeface="Arial"/>
                <a:ea typeface="Arial"/>
                <a:cs typeface="Arial"/>
                <a:sym typeface="Arial"/>
              </a:rPr>
              <a:t> </a:t>
            </a:r>
            <a:r>
              <a:rPr lang="en-US" b="true" i="false" strike="noStrike" u="none" sz="3050" spc="-155">
                <a:solidFill>
                  <a:srgbClr val="23B5A0"/>
                </a:solidFill>
                <a:latin typeface="Arial"/>
                <a:ea typeface="Arial"/>
                <a:cs typeface="Arial"/>
                <a:sym typeface="Arial"/>
              </a:rPr>
              <a:t>output?</a:t>
            </a:r>
          </a:p>
        </p:txBody>
      </p:sp>
      <p:sp>
        <p:nvSpPr>
          <p:cNvPr name="AutoShape 5" id="5"/>
          <p:cNvSpPr/>
          <p:nvPr/>
        </p:nvSpPr>
        <p:spPr>
          <a:xfrm rot="0" flipH="false" flipV="false">
            <a:off x="688975" y="6614792"/>
            <a:ext cx="2542540" cy="137795"/>
          </a:xfrm>
          <a:prstGeom prst="rect">
            <a:avLst/>
          </a:prstGeom>
          <a:noFill/>
          <a:ln w="12700">
            <a:noFill/>
            <a:prstDash val="solid"/>
          </a:ln>
        </p:spPr>
        <p:txBody>
          <a:bodyPr anchor="t" rtlCol="false" vert="horz" wrap="square" lIns="0" rIns="0" tIns="8255" bIns="0">
            <a:spAutoFit/>
          </a:bodyPr>
          <a:lstStyle/>
          <a:p>
            <a:pPr algn="l" marL="12700" indent="0">
              <a:lnSpc>
                <a:spcPct val="100000"/>
              </a:lnSpc>
              <a:spcBef>
                <a:spcPts val="65"/>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95291" y="514162"/>
            <a:ext cx="2595693" cy="690809"/>
          </a:xfrm>
          <a:prstGeom prst="rect">
            <a:avLst/>
          </a:prstGeom>
          <a:ln w="12700">
            <a:noFill/>
            <a:prstDash val="solid"/>
          </a:ln>
        </p:spPr>
      </p:pic>
      <p:pic>
        <p:nvPicPr>
          <p:cNvPr name="Picture 3" id="3"/>
          <p:cNvPicPr>
            <a:picLocks noChangeAspect="true"/>
          </p:cNvPicPr>
          <p:nvPr/>
        </p:nvPicPr>
        <p:blipFill>
          <a:blip r:embed="rId3"/>
          <a:srcRect l="0" r="0" t="0" b="0"/>
          <a:stretch>
            <a:fillRect/>
          </a:stretch>
        </p:blipFill>
        <p:spPr>
          <a:xfrm rot="0" flipH="false" flipV="false">
            <a:off x="4343400" y="0"/>
            <a:ext cx="6858000" cy="6857999"/>
          </a:xfrm>
          <a:prstGeom prst="rect">
            <a:avLst/>
          </a:prstGeom>
          <a:ln w="12700">
            <a:noFill/>
            <a:prstDash val="solid"/>
          </a:ln>
        </p:spPr>
      </p:pic>
      <p:sp>
        <p:nvSpPr>
          <p:cNvPr name="AutoShape 4" id="4"/>
          <p:cNvSpPr/>
          <p:nvPr>
            <p:ph idx="26" type="body" sz="quarter" hasCustomPrompt="true"/>
          </p:nvPr>
        </p:nvSpPr>
        <p:spPr>
          <a:prstGeom prst="rect">
            <a:avLst/>
          </a:prstGeom>
        </p:spPr>
        <p:txBody>
          <a:bodyPr anchor="t" vert="horz"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95297" y="723547"/>
            <a:ext cx="3186231" cy="272039"/>
          </a:xfrm>
          <a:prstGeom prst="rect">
            <a:avLst/>
          </a:prstGeom>
          <a:ln w="12700">
            <a:noFill/>
            <a:prstDash val="solid"/>
          </a:ln>
        </p:spPr>
      </p:pic>
      <p:sp>
        <p:nvSpPr>
          <p:cNvPr name="AutoShape 3" id="3"/>
          <p:cNvSpPr/>
          <p:nvPr/>
        </p:nvSpPr>
        <p:spPr>
          <a:xfrm rot="0" flipH="false" flipV="false">
            <a:off x="774700" y="1468181"/>
            <a:ext cx="7216775" cy="432170"/>
          </a:xfrm>
          <a:prstGeom prst="rect">
            <a:avLst/>
          </a:prstGeom>
          <a:noFill/>
          <a:ln w="12700">
            <a:noFill/>
            <a:prstDash val="solid"/>
          </a:ln>
        </p:spPr>
        <p:txBody>
          <a:bodyPr anchor="t" rtlCol="false" vert="horz" wrap="square" lIns="0" rIns="0" tIns="54610" bIns="0">
            <a:spAutoFit/>
          </a:bodyPr>
          <a:lstStyle>
            <a:lvl1pPr marL="520065" indent="-317500"/>
            <a:lvl2pPr marL="977265" indent="-317500"/>
            <a:lvl3pPr marL="1434465" indent="-317500"/>
            <a:lvl4pPr marL="1891665" indent="-317500"/>
            <a:lvl5pPr marL="2348865" indent="-317500"/>
            <a:lvl6pPr marL="2806065" indent="-317500"/>
            <a:lvl7pPr marL="3263265" indent="-317500"/>
            <a:lvl8pPr marL="3720465" indent="-317500"/>
            <a:lvl9pPr marL="4177665" indent="-317500"/>
          </a:lstStyle>
          <a:p>
            <a:pPr algn="l" indent="-189865" marL="202565">
              <a:lnSpc>
                <a:spcPct val="100000"/>
              </a:lnSpc>
              <a:spcBef>
                <a:spcPts val="430"/>
              </a:spcBef>
              <a:buClr>
                <a:srgbClr val="2CA1BE"/>
              </a:buClr>
              <a:buSzPct val="69000"/>
              <a:buChar char=""/>
              <a:tabLst>
                <a:tab pos="202565" algn="l"/>
              </a:tabLst>
              <a:defRPr/>
            </a:pPr>
            <a:r>
              <a:rPr lang="en-US" b="false" i="false" strike="noStrike" u="none" sz="2450" spc="-110">
                <a:solidFill>
                  <a:srgbClr val="FF0000"/>
                </a:solidFill>
                <a:latin typeface="Monaco"/>
                <a:ea typeface="Monaco"/>
                <a:cs typeface="Monaco"/>
                <a:sym typeface="Monaco"/>
              </a:rPr>
              <a:t>if</a:t>
            </a:r>
            <a:r>
              <a:rPr lang="en-US" b="false" i="false" strike="noStrike" u="none" sz="2450" spc="-110">
                <a:solidFill>
                  <a:srgbClr val="FF0000"/>
                </a:solidFill>
                <a:latin typeface="Times New Roman"/>
                <a:ea typeface="Times New Roman"/>
                <a:cs typeface="Times New Roman"/>
                <a:sym typeface="Times New Roman"/>
              </a:rPr>
              <a:t>,</a:t>
            </a:r>
            <a:r>
              <a:rPr lang="en-US" b="false" i="false" strike="noStrike" u="none" sz="2450" spc="-45">
                <a:solidFill>
                  <a:srgbClr val="FF0000"/>
                </a:solidFill>
                <a:latin typeface="Times New Roman"/>
                <a:ea typeface="Times New Roman"/>
                <a:cs typeface="Times New Roman"/>
                <a:sym typeface="Times New Roman"/>
              </a:rPr>
              <a:t> </a:t>
            </a:r>
            <a:r>
              <a:rPr lang="en-US" b="false" i="false" strike="noStrike" u="none" sz="2450" spc="-120">
                <a:solidFill>
                  <a:srgbClr val="FF0000"/>
                </a:solidFill>
                <a:latin typeface="Monaco"/>
                <a:ea typeface="Monaco"/>
                <a:cs typeface="Monaco"/>
                <a:sym typeface="Monaco"/>
              </a:rPr>
              <a:t>else</a:t>
            </a:r>
            <a:r>
              <a:rPr lang="en-US" b="false" i="false" strike="noStrike" u="none" sz="2450" spc="-120">
                <a:solidFill>
                  <a:srgbClr val="FF0000"/>
                </a:solidFill>
                <a:latin typeface="Times New Roman"/>
                <a:ea typeface="Times New Roman"/>
                <a:cs typeface="Times New Roman"/>
                <a:sym typeface="Times New Roman"/>
              </a:rPr>
              <a:t>,</a:t>
            </a:r>
            <a:r>
              <a:rPr lang="en-US" b="false" i="false" strike="noStrike" u="none" sz="2450" spc="-30">
                <a:solidFill>
                  <a:srgbClr val="FF0000"/>
                </a:solidFill>
                <a:latin typeface="Times New Roman"/>
                <a:ea typeface="Times New Roman"/>
                <a:cs typeface="Times New Roman"/>
                <a:sym typeface="Times New Roman"/>
              </a:rPr>
              <a:t> </a:t>
            </a:r>
            <a:r>
              <a:rPr lang="en-US" b="false" i="false" strike="noStrike" u="none" sz="2450" spc="-120">
                <a:solidFill>
                  <a:srgbClr val="FF0000"/>
                </a:solidFill>
                <a:latin typeface="Monaco"/>
                <a:ea typeface="Monaco"/>
                <a:cs typeface="Monaco"/>
                <a:sym typeface="Monaco"/>
              </a:rPr>
              <a:t>switch</a:t>
            </a:r>
            <a:r>
              <a:rPr lang="en-US" b="false" i="false" strike="noStrike" u="none" sz="2450" spc="-120">
                <a:solidFill>
                  <a:srgbClr val="1F2329"/>
                </a:solidFill>
                <a:latin typeface="Times New Roman"/>
                <a:ea typeface="Times New Roman"/>
                <a:cs typeface="Times New Roman"/>
                <a:sym typeface="Times New Roman"/>
              </a:rPr>
              <a:t>,</a:t>
            </a:r>
            <a:r>
              <a:rPr lang="en-US" b="false" i="false" strike="noStrike" u="none" sz="2450" spc="40">
                <a:solidFill>
                  <a:srgbClr val="1F2329"/>
                </a:solidFill>
                <a:latin typeface="Times New Roman"/>
                <a:ea typeface="Times New Roman"/>
                <a:cs typeface="Times New Roman"/>
                <a:sym typeface="Times New Roman"/>
              </a:rPr>
              <a:t> </a:t>
            </a:r>
            <a:r>
              <a:rPr lang="en-US" b="false" i="false" strike="noStrike" u="none" sz="2450" spc="-110">
                <a:solidFill>
                  <a:srgbClr val="1F2329"/>
                </a:solidFill>
                <a:latin typeface="Monaco"/>
                <a:ea typeface="Monaco"/>
                <a:cs typeface="Monaco"/>
                <a:sym typeface="Monaco"/>
              </a:rPr>
              <a:t>while</a:t>
            </a:r>
            <a:r>
              <a:rPr lang="en-US" b="false" i="false" strike="noStrike" u="none" sz="2450" spc="-110">
                <a:solidFill>
                  <a:srgbClr val="1F2329"/>
                </a:solidFill>
                <a:latin typeface="Times New Roman"/>
                <a:ea typeface="Times New Roman"/>
                <a:cs typeface="Times New Roman"/>
                <a:sym typeface="Times New Roman"/>
              </a:rPr>
              <a:t>,</a:t>
            </a:r>
            <a:r>
              <a:rPr lang="en-US" b="false" i="false" strike="noStrike" u="none" sz="2450" spc="50">
                <a:solidFill>
                  <a:srgbClr val="1F2329"/>
                </a:solidFill>
                <a:latin typeface="Times New Roman"/>
                <a:ea typeface="Times New Roman"/>
                <a:cs typeface="Times New Roman"/>
                <a:sym typeface="Times New Roman"/>
              </a:rPr>
              <a:t> </a:t>
            </a:r>
            <a:r>
              <a:rPr lang="en-US" b="false" i="false" strike="noStrike" u="none" sz="2450" spc="-135">
                <a:solidFill>
                  <a:srgbClr val="1F2329"/>
                </a:solidFill>
                <a:latin typeface="Monaco"/>
                <a:ea typeface="Monaco"/>
                <a:cs typeface="Monaco"/>
                <a:sym typeface="Monaco"/>
              </a:rPr>
              <a:t>do</a:t>
            </a:r>
            <a:r>
              <a:rPr lang="en-US" b="false" i="false" strike="noStrike" u="none" sz="2450" spc="-885">
                <a:solidFill>
                  <a:srgbClr val="1F2329"/>
                </a:solidFill>
                <a:latin typeface="Monaco"/>
                <a:ea typeface="Monaco"/>
                <a:cs typeface="Monaco"/>
                <a:sym typeface="Monaco"/>
              </a:rPr>
              <a:t> </a:t>
            </a:r>
            <a:r>
              <a:rPr lang="en-US" b="false" i="false" strike="noStrike" u="none" sz="2450" spc="120">
                <a:solidFill>
                  <a:srgbClr val="1F2329"/>
                </a:solidFill>
                <a:latin typeface="Times New Roman"/>
                <a:ea typeface="Times New Roman"/>
                <a:cs typeface="Times New Roman"/>
                <a:sym typeface="Times New Roman"/>
              </a:rPr>
              <a:t>and</a:t>
            </a:r>
            <a:r>
              <a:rPr lang="en-US" b="false" i="false" strike="noStrike" u="none" sz="2450" spc="15">
                <a:solidFill>
                  <a:srgbClr val="1F2329"/>
                </a:solidFill>
                <a:latin typeface="Times New Roman"/>
                <a:ea typeface="Times New Roman"/>
                <a:cs typeface="Times New Roman"/>
                <a:sym typeface="Times New Roman"/>
              </a:rPr>
              <a:t> </a:t>
            </a:r>
            <a:r>
              <a:rPr lang="en-US" b="false" i="false" strike="noStrike" u="none" sz="2450" spc="-130">
                <a:solidFill>
                  <a:srgbClr val="1F2329"/>
                </a:solidFill>
                <a:latin typeface="Monaco"/>
                <a:ea typeface="Monaco"/>
                <a:cs typeface="Monaco"/>
                <a:sym typeface="Monaco"/>
              </a:rPr>
              <a:t>for</a:t>
            </a:r>
            <a:r>
              <a:rPr lang="en-US" b="false" i="false" strike="noStrike" u="none" sz="2450" spc="-885">
                <a:solidFill>
                  <a:srgbClr val="1F2329"/>
                </a:solidFill>
                <a:latin typeface="Monaco"/>
                <a:ea typeface="Monaco"/>
                <a:cs typeface="Monaco"/>
                <a:sym typeface="Monaco"/>
              </a:rPr>
              <a:t> </a:t>
            </a:r>
            <a:r>
              <a:rPr lang="en-US" b="false" i="false" strike="noStrike" u="none" sz="2450" spc="150">
                <a:solidFill>
                  <a:srgbClr val="1F2329"/>
                </a:solidFill>
                <a:latin typeface="Times New Roman"/>
                <a:ea typeface="Times New Roman"/>
                <a:cs typeface="Times New Roman"/>
                <a:sym typeface="Times New Roman"/>
              </a:rPr>
              <a:t>are</a:t>
            </a:r>
            <a:r>
              <a:rPr lang="en-US" b="false" i="false" strike="noStrike" u="none" sz="2450" spc="-50">
                <a:solidFill>
                  <a:srgbClr val="1F2329"/>
                </a:solidFill>
                <a:latin typeface="Times New Roman"/>
                <a:ea typeface="Times New Roman"/>
                <a:cs typeface="Times New Roman"/>
                <a:sym typeface="Times New Roman"/>
              </a:rPr>
              <a:t> </a:t>
            </a:r>
            <a:r>
              <a:rPr lang="en-US" b="false" i="false" strike="noStrike" u="none" sz="2450" spc="70">
                <a:solidFill>
                  <a:srgbClr val="1F2329"/>
                </a:solidFill>
                <a:latin typeface="Times New Roman"/>
                <a:ea typeface="Times New Roman"/>
                <a:cs typeface="Times New Roman"/>
                <a:sym typeface="Times New Roman"/>
              </a:rPr>
              <a:t>keywords.</a:t>
            </a:r>
            <a:endParaRPr lang="en-US" sz="1100"/>
          </a:p>
        </p:txBody>
      </p:sp>
      <p:sp>
        <p:nvSpPr>
          <p:cNvPr name="AutoShape 4" id="4"/>
          <p:cNvSpPr/>
          <p:nvPr>
            <p:ph idx="26" type="body" sz="quarter" hasCustomPrompt="true"/>
          </p:nvPr>
        </p:nvSpPr>
        <p:spPr>
          <a:prstGeom prst="rect">
            <a:avLst/>
          </a:prstGeom>
        </p:spPr>
        <p:txBody>
          <a:bodyPr anchor="t" vert="horz"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95297" y="723547"/>
            <a:ext cx="3186231" cy="272039"/>
          </a:xfrm>
          <a:prstGeom prst="rect">
            <a:avLst/>
          </a:prstGeom>
          <a:ln w="12700">
            <a:noFill/>
            <a:prstDash val="solid"/>
          </a:ln>
        </p:spPr>
      </p:pic>
      <p:sp>
        <p:nvSpPr>
          <p:cNvPr name="AutoShape 3" id="3"/>
          <p:cNvSpPr/>
          <p:nvPr/>
        </p:nvSpPr>
        <p:spPr>
          <a:xfrm rot="0" flipH="false" flipV="false">
            <a:off x="774700" y="1430591"/>
            <a:ext cx="10187305" cy="666750"/>
          </a:xfrm>
          <a:prstGeom prst="rect">
            <a:avLst/>
          </a:prstGeom>
          <a:noFill/>
          <a:ln w="12700">
            <a:noFill/>
            <a:prstDash val="solid"/>
          </a:ln>
        </p:spPr>
        <p:txBody>
          <a:bodyPr anchor="t" rtlCol="false" vert="horz" wrap="square" lIns="0" rIns="0" tIns="79375" bIns="0">
            <a:spAutoFit/>
          </a:bodyPr>
          <a:lstStyle>
            <a:lvl1pPr marL="495300" indent="-292100"/>
            <a:lvl2pPr marL="952500" indent="-292100"/>
            <a:lvl3pPr marL="1409700" indent="-292100"/>
            <a:lvl4pPr marL="1866900" indent="-292100"/>
            <a:lvl5pPr marL="2324100" indent="-292100"/>
            <a:lvl6pPr marL="2781300" indent="-292100"/>
            <a:lvl7pPr marL="3238500" indent="-292100"/>
            <a:lvl8pPr marL="3695700" indent="-292100"/>
            <a:lvl9pPr marL="4152900" indent="-292100"/>
          </a:lstStyle>
          <a:p>
            <a:pPr algn="l" indent="-190500" marL="203200" marR="5080">
              <a:lnSpc>
                <a:spcPts val="2250"/>
              </a:lnSpc>
              <a:spcBef>
                <a:spcPts val="625"/>
              </a:spcBef>
              <a:buClr>
                <a:srgbClr val="2CA1BE"/>
              </a:buClr>
              <a:buSzPct val="67000"/>
              <a:buChar char=""/>
              <a:tabLst>
                <a:tab pos="203200" algn="l"/>
              </a:tabLst>
              <a:defRPr/>
            </a:pPr>
            <a:r>
              <a:rPr lang="en-US" b="false" i="false" strike="noStrike" u="none" sz="2300" spc="60">
                <a:solidFill>
                  <a:srgbClr val="0000FF"/>
                </a:solidFill>
                <a:latin typeface="Times New Roman"/>
                <a:ea typeface="Times New Roman"/>
                <a:cs typeface="Times New Roman"/>
                <a:sym typeface="Times New Roman"/>
              </a:rPr>
              <a:t>Sequential</a:t>
            </a:r>
            <a:r>
              <a:rPr lang="en-US" b="false" i="false" strike="noStrike" u="none" sz="2300" spc="-70">
                <a:solidFill>
                  <a:srgbClr val="0000FF"/>
                </a:solidFill>
                <a:latin typeface="Times New Roman"/>
                <a:ea typeface="Times New Roman"/>
                <a:cs typeface="Times New Roman"/>
                <a:sym typeface="Times New Roman"/>
              </a:rPr>
              <a:t> </a:t>
            </a:r>
            <a:r>
              <a:rPr lang="en-US" b="false" i="false" strike="noStrike" u="none" sz="2300" spc="45">
                <a:solidFill>
                  <a:srgbClr val="0000FF"/>
                </a:solidFill>
                <a:latin typeface="Times New Roman"/>
                <a:ea typeface="Times New Roman"/>
                <a:cs typeface="Times New Roman"/>
                <a:sym typeface="Times New Roman"/>
              </a:rPr>
              <a:t>execution</a:t>
            </a:r>
            <a:r>
              <a:rPr lang="en-US" b="false" i="false" strike="noStrike" u="none" sz="2300" spc="45">
                <a:solidFill>
                  <a:srgbClr val="1F2329"/>
                </a:solidFill>
                <a:latin typeface="Times New Roman"/>
                <a:ea typeface="Times New Roman"/>
                <a:cs typeface="Times New Roman"/>
                <a:sym typeface="Times New Roman"/>
              </a:rPr>
              <a:t>:</a:t>
            </a:r>
            <a:r>
              <a:rPr lang="en-US" b="false" i="false" strike="noStrike" u="none" sz="2300" spc="-50">
                <a:solidFill>
                  <a:srgbClr val="1F2329"/>
                </a:solidFill>
                <a:latin typeface="Times New Roman"/>
                <a:ea typeface="Times New Roman"/>
                <a:cs typeface="Times New Roman"/>
                <a:sym typeface="Times New Roman"/>
              </a:rPr>
              <a:t> </a:t>
            </a:r>
            <a:r>
              <a:rPr lang="en-US" b="false" i="false" strike="noStrike" u="none" sz="2300" spc="75">
                <a:solidFill>
                  <a:srgbClr val="1F2329"/>
                </a:solidFill>
                <a:latin typeface="Times New Roman"/>
                <a:ea typeface="Times New Roman"/>
                <a:cs typeface="Times New Roman"/>
                <a:sym typeface="Times New Roman"/>
              </a:rPr>
              <a:t>Statements</a:t>
            </a:r>
            <a:r>
              <a:rPr lang="en-US" b="false" i="false" strike="noStrike" u="none" sz="2300" spc="-70">
                <a:solidFill>
                  <a:srgbClr val="1F2329"/>
                </a:solidFill>
                <a:latin typeface="Times New Roman"/>
                <a:ea typeface="Times New Roman"/>
                <a:cs typeface="Times New Roman"/>
                <a:sym typeface="Times New Roman"/>
              </a:rPr>
              <a:t> </a:t>
            </a:r>
            <a:r>
              <a:rPr lang="en-US" b="false" i="false" strike="noStrike" u="none" sz="2300" spc="80">
                <a:solidFill>
                  <a:srgbClr val="1F2329"/>
                </a:solidFill>
                <a:latin typeface="Times New Roman"/>
                <a:ea typeface="Times New Roman"/>
                <a:cs typeface="Times New Roman"/>
                <a:sym typeface="Times New Roman"/>
              </a:rPr>
              <a:t>in</a:t>
            </a:r>
            <a:r>
              <a:rPr lang="en-US" b="false" i="false" strike="noStrike" u="none" sz="2300" spc="-60">
                <a:solidFill>
                  <a:srgbClr val="1F2329"/>
                </a:solidFill>
                <a:latin typeface="Times New Roman"/>
                <a:ea typeface="Times New Roman"/>
                <a:cs typeface="Times New Roman"/>
                <a:sym typeface="Times New Roman"/>
              </a:rPr>
              <a:t> </a:t>
            </a:r>
            <a:r>
              <a:rPr lang="en-US" b="false" i="false" strike="noStrike" u="none" sz="2300" spc="100">
                <a:solidFill>
                  <a:srgbClr val="1F2329"/>
                </a:solidFill>
                <a:latin typeface="Times New Roman"/>
                <a:ea typeface="Times New Roman"/>
                <a:cs typeface="Times New Roman"/>
                <a:sym typeface="Times New Roman"/>
              </a:rPr>
              <a:t>a</a:t>
            </a:r>
            <a:r>
              <a:rPr lang="en-US" b="false" i="false" strike="noStrike" u="none" sz="2300" spc="-55">
                <a:solidFill>
                  <a:srgbClr val="1F2329"/>
                </a:solidFill>
                <a:latin typeface="Times New Roman"/>
                <a:ea typeface="Times New Roman"/>
                <a:cs typeface="Times New Roman"/>
                <a:sym typeface="Times New Roman"/>
              </a:rPr>
              <a:t> </a:t>
            </a:r>
            <a:r>
              <a:rPr lang="en-US" b="false" i="false" strike="noStrike" u="none" sz="2300" spc="100">
                <a:solidFill>
                  <a:srgbClr val="1F2329"/>
                </a:solidFill>
                <a:latin typeface="Times New Roman"/>
                <a:ea typeface="Times New Roman"/>
                <a:cs typeface="Times New Roman"/>
                <a:sym typeface="Times New Roman"/>
              </a:rPr>
              <a:t>program</a:t>
            </a:r>
            <a:r>
              <a:rPr lang="en-US" b="false" i="false" strike="noStrike" u="none" sz="2300" spc="-100">
                <a:solidFill>
                  <a:srgbClr val="1F2329"/>
                </a:solidFill>
                <a:latin typeface="Times New Roman"/>
                <a:ea typeface="Times New Roman"/>
                <a:cs typeface="Times New Roman"/>
                <a:sym typeface="Times New Roman"/>
              </a:rPr>
              <a:t> </a:t>
            </a:r>
            <a:r>
              <a:rPr lang="en-US" b="false" i="false" strike="noStrike" u="none" sz="2300" spc="55">
                <a:solidFill>
                  <a:srgbClr val="1F2329"/>
                </a:solidFill>
                <a:latin typeface="Times New Roman"/>
                <a:ea typeface="Times New Roman"/>
                <a:cs typeface="Times New Roman"/>
                <a:sym typeface="Times New Roman"/>
              </a:rPr>
              <a:t>execute</a:t>
            </a:r>
            <a:r>
              <a:rPr lang="en-US" b="false" i="false" strike="noStrike" u="none" sz="2300" spc="-130">
                <a:solidFill>
                  <a:srgbClr val="1F2329"/>
                </a:solidFill>
                <a:latin typeface="Times New Roman"/>
                <a:ea typeface="Times New Roman"/>
                <a:cs typeface="Times New Roman"/>
                <a:sym typeface="Times New Roman"/>
              </a:rPr>
              <a:t> </a:t>
            </a:r>
            <a:r>
              <a:rPr lang="en-US" b="false" i="false" strike="noStrike" u="none" sz="2300" spc="85">
                <a:solidFill>
                  <a:srgbClr val="1F2329"/>
                </a:solidFill>
                <a:latin typeface="Times New Roman"/>
                <a:ea typeface="Times New Roman"/>
                <a:cs typeface="Times New Roman"/>
                <a:sym typeface="Times New Roman"/>
              </a:rPr>
              <a:t>one</a:t>
            </a:r>
            <a:r>
              <a:rPr lang="en-US" b="false" i="false" strike="noStrike" u="none" sz="2300" spc="-50">
                <a:solidFill>
                  <a:srgbClr val="1F2329"/>
                </a:solidFill>
                <a:latin typeface="Times New Roman"/>
                <a:ea typeface="Times New Roman"/>
                <a:cs typeface="Times New Roman"/>
                <a:sym typeface="Times New Roman"/>
              </a:rPr>
              <a:t> </a:t>
            </a:r>
            <a:r>
              <a:rPr lang="en-US" b="false" i="false" strike="noStrike" u="none" sz="2300" spc="75">
                <a:solidFill>
                  <a:srgbClr val="1F2329"/>
                </a:solidFill>
                <a:latin typeface="Times New Roman"/>
                <a:ea typeface="Times New Roman"/>
                <a:cs typeface="Times New Roman"/>
                <a:sym typeface="Times New Roman"/>
              </a:rPr>
              <a:t>after</a:t>
            </a:r>
            <a:r>
              <a:rPr lang="en-US" b="false" i="false" strike="noStrike" u="none" sz="2300" spc="-35">
                <a:solidFill>
                  <a:srgbClr val="1F2329"/>
                </a:solidFill>
                <a:latin typeface="Times New Roman"/>
                <a:ea typeface="Times New Roman"/>
                <a:cs typeface="Times New Roman"/>
                <a:sym typeface="Times New Roman"/>
              </a:rPr>
              <a:t> </a:t>
            </a:r>
            <a:r>
              <a:rPr lang="en-US" b="false" i="false" strike="noStrike" u="none" sz="2300" spc="105">
                <a:solidFill>
                  <a:srgbClr val="1F2329"/>
                </a:solidFill>
                <a:latin typeface="Times New Roman"/>
                <a:ea typeface="Times New Roman"/>
                <a:cs typeface="Times New Roman"/>
                <a:sym typeface="Times New Roman"/>
              </a:rPr>
              <a:t>the</a:t>
            </a:r>
            <a:r>
              <a:rPr lang="en-US" b="false" i="false" strike="noStrike" u="none" sz="2300" spc="-50">
                <a:solidFill>
                  <a:srgbClr val="1F2329"/>
                </a:solidFill>
                <a:latin typeface="Times New Roman"/>
                <a:ea typeface="Times New Roman"/>
                <a:cs typeface="Times New Roman"/>
                <a:sym typeface="Times New Roman"/>
              </a:rPr>
              <a:t> </a:t>
            </a:r>
            <a:r>
              <a:rPr lang="en-US" b="false" i="false" strike="noStrike" u="none" sz="2300" spc="110">
                <a:solidFill>
                  <a:srgbClr val="1F2329"/>
                </a:solidFill>
                <a:latin typeface="Times New Roman"/>
                <a:ea typeface="Times New Roman"/>
                <a:cs typeface="Times New Roman"/>
                <a:sym typeface="Times New Roman"/>
              </a:rPr>
              <a:t>other</a:t>
            </a:r>
            <a:r>
              <a:rPr lang="en-US" b="false" i="false" strike="noStrike" u="none" sz="2300" spc="45">
                <a:solidFill>
                  <a:srgbClr val="1F2329"/>
                </a:solidFill>
                <a:latin typeface="Times New Roman"/>
                <a:ea typeface="Times New Roman"/>
                <a:cs typeface="Times New Roman"/>
                <a:sym typeface="Times New Roman"/>
              </a:rPr>
              <a:t> </a:t>
            </a:r>
            <a:r>
              <a:rPr lang="en-US" b="false" i="false" strike="noStrike" u="none" sz="2300" spc="80">
                <a:solidFill>
                  <a:srgbClr val="1F2329"/>
                </a:solidFill>
                <a:latin typeface="Times New Roman"/>
                <a:ea typeface="Times New Roman"/>
                <a:cs typeface="Times New Roman"/>
                <a:sym typeface="Times New Roman"/>
              </a:rPr>
              <a:t>in</a:t>
            </a:r>
            <a:r>
              <a:rPr lang="en-US" b="false" i="false" strike="noStrike" u="none" sz="2300" spc="-140">
                <a:solidFill>
                  <a:srgbClr val="1F2329"/>
                </a:solidFill>
                <a:latin typeface="Times New Roman"/>
                <a:ea typeface="Times New Roman"/>
                <a:cs typeface="Times New Roman"/>
                <a:sym typeface="Times New Roman"/>
              </a:rPr>
              <a:t> </a:t>
            </a:r>
            <a:r>
              <a:rPr lang="en-US" b="false" i="false" strike="noStrike" u="none" sz="2300" spc="80">
                <a:solidFill>
                  <a:srgbClr val="1F2329"/>
                </a:solidFill>
                <a:latin typeface="Times New Roman"/>
                <a:ea typeface="Times New Roman"/>
                <a:cs typeface="Times New Roman"/>
                <a:sym typeface="Times New Roman"/>
              </a:rPr>
              <a:t>the </a:t>
            </a:r>
            <a:r>
              <a:rPr lang="en-US" b="false" i="false" strike="noStrike" u="none" sz="2300" spc="130">
                <a:solidFill>
                  <a:srgbClr val="1F2329"/>
                </a:solidFill>
                <a:latin typeface="Times New Roman"/>
                <a:ea typeface="Times New Roman"/>
                <a:cs typeface="Times New Roman"/>
                <a:sym typeface="Times New Roman"/>
              </a:rPr>
              <a:t>order</a:t>
            </a:r>
            <a:r>
              <a:rPr lang="en-US" b="false" i="false" strike="noStrike" u="none" sz="2300" spc="-105">
                <a:solidFill>
                  <a:srgbClr val="1F2329"/>
                </a:solidFill>
                <a:latin typeface="Times New Roman"/>
                <a:ea typeface="Times New Roman"/>
                <a:cs typeface="Times New Roman"/>
                <a:sym typeface="Times New Roman"/>
              </a:rPr>
              <a:t> </a:t>
            </a:r>
            <a:r>
              <a:rPr lang="en-US" b="false" i="false" strike="noStrike" u="none" sz="2300" spc="80">
                <a:solidFill>
                  <a:srgbClr val="1F2329"/>
                </a:solidFill>
                <a:latin typeface="Times New Roman"/>
                <a:ea typeface="Times New Roman"/>
                <a:cs typeface="Times New Roman"/>
                <a:sym typeface="Times New Roman"/>
              </a:rPr>
              <a:t>in</a:t>
            </a:r>
            <a:r>
              <a:rPr lang="en-US" b="false" i="false" strike="noStrike" u="none" sz="2300" spc="-60">
                <a:solidFill>
                  <a:srgbClr val="1F2329"/>
                </a:solidFill>
                <a:latin typeface="Times New Roman"/>
                <a:ea typeface="Times New Roman"/>
                <a:cs typeface="Times New Roman"/>
                <a:sym typeface="Times New Roman"/>
              </a:rPr>
              <a:t> </a:t>
            </a:r>
            <a:r>
              <a:rPr lang="en-US" b="false" i="false" strike="noStrike" u="none" sz="2300" spc="85">
                <a:solidFill>
                  <a:srgbClr val="1F2329"/>
                </a:solidFill>
                <a:latin typeface="Times New Roman"/>
                <a:ea typeface="Times New Roman"/>
                <a:cs typeface="Times New Roman"/>
                <a:sym typeface="Times New Roman"/>
              </a:rPr>
              <a:t>which</a:t>
            </a:r>
            <a:r>
              <a:rPr lang="en-US" b="false" i="false" strike="noStrike" u="none" sz="2300" spc="-195">
                <a:solidFill>
                  <a:srgbClr val="1F2329"/>
                </a:solidFill>
                <a:latin typeface="Times New Roman"/>
                <a:ea typeface="Times New Roman"/>
                <a:cs typeface="Times New Roman"/>
                <a:sym typeface="Times New Roman"/>
              </a:rPr>
              <a:t> </a:t>
            </a:r>
            <a:r>
              <a:rPr lang="en-US" b="false" i="false" strike="noStrike" u="none" sz="2300" spc="80">
                <a:solidFill>
                  <a:srgbClr val="1F2329"/>
                </a:solidFill>
                <a:latin typeface="Times New Roman"/>
                <a:ea typeface="Times New Roman"/>
                <a:cs typeface="Times New Roman"/>
                <a:sym typeface="Times New Roman"/>
              </a:rPr>
              <a:t>they</a:t>
            </a:r>
            <a:r>
              <a:rPr lang="en-US" b="false" i="false" strike="noStrike" u="none" sz="2300" spc="-85">
                <a:solidFill>
                  <a:srgbClr val="1F2329"/>
                </a:solidFill>
                <a:latin typeface="Times New Roman"/>
                <a:ea typeface="Times New Roman"/>
                <a:cs typeface="Times New Roman"/>
                <a:sym typeface="Times New Roman"/>
              </a:rPr>
              <a:t> </a:t>
            </a:r>
            <a:r>
              <a:rPr lang="en-US" b="false" i="false" strike="noStrike" u="none" sz="2300" spc="130">
                <a:solidFill>
                  <a:srgbClr val="1F2329"/>
                </a:solidFill>
                <a:latin typeface="Times New Roman"/>
                <a:ea typeface="Times New Roman"/>
                <a:cs typeface="Times New Roman"/>
                <a:sym typeface="Times New Roman"/>
              </a:rPr>
              <a:t>are</a:t>
            </a:r>
            <a:r>
              <a:rPr lang="en-US" b="false" i="false" strike="noStrike" u="none" sz="2300" spc="-125">
                <a:solidFill>
                  <a:srgbClr val="1F2329"/>
                </a:solidFill>
                <a:latin typeface="Times New Roman"/>
                <a:ea typeface="Times New Roman"/>
                <a:cs typeface="Times New Roman"/>
                <a:sym typeface="Times New Roman"/>
              </a:rPr>
              <a:t> </a:t>
            </a:r>
            <a:r>
              <a:rPr lang="en-US" b="false" i="false" strike="noStrike" u="none" sz="2300" spc="75">
                <a:solidFill>
                  <a:srgbClr val="1F2329"/>
                </a:solidFill>
                <a:latin typeface="Times New Roman"/>
                <a:ea typeface="Times New Roman"/>
                <a:cs typeface="Times New Roman"/>
                <a:sym typeface="Times New Roman"/>
              </a:rPr>
              <a:t>written.</a:t>
            </a:r>
            <a:endParaRPr lang="en-US" sz="1100"/>
          </a:p>
        </p:txBody>
      </p:sp>
      <p:sp>
        <p:nvSpPr>
          <p:cNvPr name="AutoShape 4" id="4"/>
          <p:cNvSpPr/>
          <p:nvPr>
            <p:ph idx="26" type="body" sz="quarter" hasCustomPrompt="true"/>
          </p:nvPr>
        </p:nvSpPr>
        <p:spPr>
          <a:prstGeom prst="rect">
            <a:avLst/>
          </a:prstGeom>
        </p:spPr>
        <p:txBody>
          <a:bodyPr anchor="t" vert="horz"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95304" y="714073"/>
            <a:ext cx="4224442" cy="338613"/>
          </a:xfrm>
          <a:prstGeom prst="rect">
            <a:avLst/>
          </a:prstGeom>
          <a:ln w="12700">
            <a:noFill/>
            <a:prstDash val="solid"/>
          </a:ln>
        </p:spPr>
      </p:pic>
      <p:sp>
        <p:nvSpPr>
          <p:cNvPr name="AutoShape 3" id="3"/>
          <p:cNvSpPr/>
          <p:nvPr/>
        </p:nvSpPr>
        <p:spPr>
          <a:xfrm rot="0" flipH="false" flipV="false">
            <a:off x="1098867" y="1062816"/>
            <a:ext cx="10627360" cy="2425664"/>
          </a:xfrm>
          <a:prstGeom prst="rect">
            <a:avLst/>
          </a:prstGeom>
          <a:noFill/>
          <a:ln w="12700">
            <a:noFill/>
            <a:prstDash val="solid"/>
          </a:ln>
        </p:spPr>
        <p:txBody>
          <a:bodyPr anchor="t" rtlCol="false" vert="horz" wrap="square" lIns="0" rIns="0" tIns="45085" bIns="0">
            <a:spAutoFit/>
          </a:bodyPr>
          <a:lstStyle>
            <a:lvl1pPr marL="456565" indent="-254000"/>
            <a:lvl2pPr marL="608965" indent="-215900"/>
            <a:lvl3pPr marL="761365" indent="-215900"/>
            <a:lvl4pPr marL="913765" indent="-215900"/>
            <a:lvl5pPr marL="1066165" indent="-215900"/>
            <a:lvl6pPr marL="1218565" indent="-215900"/>
            <a:lvl7pPr marL="1370965" indent="-215900"/>
            <a:lvl8pPr marL="1523365" indent="-215900"/>
            <a:lvl9pPr marL="1675765" indent="-215900"/>
          </a:lstStyle>
          <a:p>
            <a:pPr algn="l" indent="-189865" marL="202565">
              <a:lnSpc>
                <a:spcPct val="100000"/>
              </a:lnSpc>
              <a:spcBef>
                <a:spcPts val="355"/>
              </a:spcBef>
              <a:buClr>
                <a:srgbClr val="2CA1BE"/>
              </a:buClr>
              <a:buSzPct val="68000"/>
              <a:buChar char=""/>
              <a:tabLst>
                <a:tab pos="202565" algn="l"/>
              </a:tabLst>
              <a:defRPr/>
            </a:pPr>
            <a:r>
              <a:rPr lang="en-US" b="false" i="false" strike="noStrike" u="none" sz="2000" spc="55">
                <a:solidFill>
                  <a:srgbClr val="1F2329"/>
                </a:solidFill>
                <a:latin typeface="Times New Roman"/>
                <a:ea typeface="Times New Roman"/>
                <a:cs typeface="Times New Roman"/>
                <a:sym typeface="Times New Roman"/>
              </a:rPr>
              <a:t>Sequence</a:t>
            </a:r>
            <a:r>
              <a:rPr lang="en-US" b="false" i="false" strike="noStrike" u="none" sz="2000" spc="-40">
                <a:solidFill>
                  <a:srgbClr val="1F2329"/>
                </a:solidFill>
                <a:latin typeface="Times New Roman"/>
                <a:ea typeface="Times New Roman"/>
                <a:cs typeface="Times New Roman"/>
                <a:sym typeface="Times New Roman"/>
              </a:rPr>
              <a:t> </a:t>
            </a:r>
            <a:r>
              <a:rPr lang="en-US" b="false" i="false" strike="noStrike" u="none" sz="2000" spc="100">
                <a:solidFill>
                  <a:srgbClr val="1F2329"/>
                </a:solidFill>
                <a:latin typeface="Times New Roman"/>
                <a:ea typeface="Times New Roman"/>
                <a:cs typeface="Times New Roman"/>
                <a:sym typeface="Times New Roman"/>
              </a:rPr>
              <a:t>structure- flowchart  </a:t>
            </a:r>
            <a:endParaRPr lang="en-US" sz="1100"/>
          </a:p>
          <a:p>
            <a:pPr algn="l" marL="202565" indent="-189865">
              <a:lnSpc>
                <a:spcPct val="100000"/>
              </a:lnSpc>
              <a:spcBef>
                <a:spcPts val="355"/>
              </a:spcBef>
              <a:tabLst>
                <a:tab pos="202565" algn="l"/>
              </a:tabLst>
            </a:pPr>
            <a:r>
              <a:rPr lang="en-US" b="false" i="false" strike="noStrike" u="none" sz="2000">
                <a:solidFill>
                  <a:srgbClr val="1F2329"/>
                </a:solidFill>
                <a:latin typeface="Calibri"/>
                <a:ea typeface="Calibri"/>
                <a:cs typeface="Calibri"/>
                <a:sym typeface="Calibri"/>
              </a:rPr>
              <a:t/>
            </a:r>
            <a:endParaRPr sz="2000"/>
          </a:p>
          <a:p>
            <a:pPr algn="l" lvl="1" indent="-171450" marL="393065">
              <a:lnSpc>
                <a:spcPct val="100000"/>
              </a:lnSpc>
              <a:spcBef>
                <a:spcPts val="229"/>
              </a:spcBef>
              <a:buClr>
                <a:srgbClr val="2CA1BE"/>
              </a:buClr>
              <a:buChar char="◦"/>
              <a:tabLst>
                <a:tab pos="393065" algn="l"/>
              </a:tabLst>
            </a:pPr>
            <a:r>
              <a:rPr lang="en-US" b="false" i="false" strike="noStrike" u="none" sz="1700">
                <a:solidFill>
                  <a:srgbClr val="1F2329"/>
                </a:solidFill>
                <a:latin typeface="Times New Roman"/>
                <a:ea typeface="Times New Roman"/>
                <a:cs typeface="Times New Roman"/>
                <a:sym typeface="Times New Roman"/>
              </a:rPr>
              <a:t>Built </a:t>
            </a:r>
            <a:r>
              <a:rPr lang="en-US" b="false" i="false" strike="noStrike" u="none" sz="1700" spc="65">
                <a:solidFill>
                  <a:srgbClr val="1F2329"/>
                </a:solidFill>
                <a:latin typeface="Times New Roman"/>
                <a:ea typeface="Times New Roman"/>
                <a:cs typeface="Times New Roman"/>
                <a:sym typeface="Times New Roman"/>
              </a:rPr>
              <a:t>into</a:t>
            </a:r>
            <a:r>
              <a:rPr lang="en-US" b="false" i="false" strike="noStrike" u="none" sz="1700" spc="-35">
                <a:solidFill>
                  <a:srgbClr val="1F2329"/>
                </a:solidFill>
                <a:latin typeface="Times New Roman"/>
                <a:ea typeface="Times New Roman"/>
                <a:cs typeface="Times New Roman"/>
                <a:sym typeface="Times New Roman"/>
              </a:rPr>
              <a:t> </a:t>
            </a:r>
            <a:r>
              <a:rPr lang="en-US" b="false" i="false" strike="noStrike" u="none" sz="1700" spc="-20">
                <a:solidFill>
                  <a:srgbClr val="1F2329"/>
                </a:solidFill>
                <a:latin typeface="Times New Roman"/>
                <a:ea typeface="Times New Roman"/>
                <a:cs typeface="Times New Roman"/>
                <a:sym typeface="Times New Roman"/>
              </a:rPr>
              <a:t>Java.</a:t>
            </a:r>
          </a:p>
          <a:p>
            <a:pPr algn="l" lvl="1" indent="-171450" marL="393065">
              <a:lnSpc>
                <a:spcPts val="2035"/>
              </a:lnSpc>
              <a:spcBef>
                <a:spcPts val="290"/>
              </a:spcBef>
              <a:buClr>
                <a:srgbClr val="2CA1BE"/>
              </a:buClr>
              <a:buChar char="◦"/>
              <a:tabLst>
                <a:tab pos="393065" algn="l"/>
              </a:tabLst>
            </a:pPr>
            <a:r>
              <a:rPr lang="en-US" b="false" i="false" strike="noStrike" u="none" sz="1700">
                <a:solidFill>
                  <a:srgbClr val="1F2329"/>
                </a:solidFill>
                <a:latin typeface="Times New Roman"/>
                <a:ea typeface="Times New Roman"/>
                <a:cs typeface="Times New Roman"/>
                <a:sym typeface="Times New Roman"/>
              </a:rPr>
              <a:t>Unless</a:t>
            </a:r>
            <a:r>
              <a:rPr lang="en-US" b="false" i="false" strike="noStrike" u="none" sz="1700" spc="-5">
                <a:solidFill>
                  <a:srgbClr val="1F2329"/>
                </a:solidFill>
                <a:latin typeface="Times New Roman"/>
                <a:ea typeface="Times New Roman"/>
                <a:cs typeface="Times New Roman"/>
                <a:sym typeface="Times New Roman"/>
              </a:rPr>
              <a:t> </a:t>
            </a:r>
            <a:r>
              <a:rPr lang="en-US" b="false" i="false" strike="noStrike" u="none" sz="1700" spc="75">
                <a:solidFill>
                  <a:srgbClr val="1F2329"/>
                </a:solidFill>
                <a:latin typeface="Times New Roman"/>
                <a:ea typeface="Times New Roman"/>
                <a:cs typeface="Times New Roman"/>
                <a:sym typeface="Times New Roman"/>
              </a:rPr>
              <a:t>directed</a:t>
            </a:r>
            <a:r>
              <a:rPr lang="en-US" b="false" i="false" strike="noStrike" u="none" sz="1700" spc="-80">
                <a:solidFill>
                  <a:srgbClr val="1F2329"/>
                </a:solidFill>
                <a:latin typeface="Times New Roman"/>
                <a:ea typeface="Times New Roman"/>
                <a:cs typeface="Times New Roman"/>
                <a:sym typeface="Times New Roman"/>
              </a:rPr>
              <a:t> </a:t>
            </a:r>
            <a:r>
              <a:rPr lang="en-US" b="false" i="false" strike="noStrike" u="none" sz="1700" spc="65">
                <a:solidFill>
                  <a:srgbClr val="1F2329"/>
                </a:solidFill>
                <a:latin typeface="Times New Roman"/>
                <a:ea typeface="Times New Roman"/>
                <a:cs typeface="Times New Roman"/>
                <a:sym typeface="Times New Roman"/>
              </a:rPr>
              <a:t>otherwise,</a:t>
            </a:r>
            <a:r>
              <a:rPr lang="en-US" b="false" i="false" strike="noStrike" u="none" sz="1700" spc="-85">
                <a:solidFill>
                  <a:srgbClr val="1F2329"/>
                </a:solidFill>
                <a:latin typeface="Times New Roman"/>
                <a:ea typeface="Times New Roman"/>
                <a:cs typeface="Times New Roman"/>
                <a:sym typeface="Times New Roman"/>
              </a:rPr>
              <a:t> </a:t>
            </a:r>
            <a:r>
              <a:rPr lang="en-US" b="false" i="false" strike="noStrike" u="none" sz="1700" spc="105">
                <a:solidFill>
                  <a:srgbClr val="1F2329"/>
                </a:solidFill>
                <a:latin typeface="Times New Roman"/>
                <a:ea typeface="Times New Roman"/>
                <a:cs typeface="Times New Roman"/>
                <a:sym typeface="Times New Roman"/>
              </a:rPr>
              <a:t>the</a:t>
            </a:r>
            <a:r>
              <a:rPr lang="en-US" b="false" i="false" strike="noStrike" u="none" sz="1700" spc="-30">
                <a:solidFill>
                  <a:srgbClr val="1F2329"/>
                </a:solidFill>
                <a:latin typeface="Times New Roman"/>
                <a:ea typeface="Times New Roman"/>
                <a:cs typeface="Times New Roman"/>
                <a:sym typeface="Times New Roman"/>
              </a:rPr>
              <a:t> </a:t>
            </a:r>
            <a:r>
              <a:rPr lang="en-US" b="false" i="false" strike="noStrike" u="none" sz="1700" spc="85">
                <a:solidFill>
                  <a:srgbClr val="1F2329"/>
                </a:solidFill>
                <a:latin typeface="Times New Roman"/>
                <a:ea typeface="Times New Roman"/>
                <a:cs typeface="Times New Roman"/>
                <a:sym typeface="Times New Roman"/>
              </a:rPr>
              <a:t>computer</a:t>
            </a:r>
            <a:r>
              <a:rPr lang="en-US" b="false" i="false" strike="noStrike" u="none" sz="1700" spc="-60">
                <a:solidFill>
                  <a:srgbClr val="1F2329"/>
                </a:solidFill>
                <a:latin typeface="Times New Roman"/>
                <a:ea typeface="Times New Roman"/>
                <a:cs typeface="Times New Roman"/>
                <a:sym typeface="Times New Roman"/>
              </a:rPr>
              <a:t> </a:t>
            </a:r>
            <a:r>
              <a:rPr lang="en-US" b="false" i="false" strike="noStrike" u="none" sz="1700" spc="50">
                <a:solidFill>
                  <a:srgbClr val="1F2329"/>
                </a:solidFill>
                <a:latin typeface="Times New Roman"/>
                <a:ea typeface="Times New Roman"/>
                <a:cs typeface="Times New Roman"/>
                <a:sym typeface="Times New Roman"/>
              </a:rPr>
              <a:t>executes</a:t>
            </a:r>
            <a:r>
              <a:rPr lang="en-US" b="false" i="false" strike="noStrike" u="none" sz="1700" spc="-5">
                <a:solidFill>
                  <a:srgbClr val="1F2329"/>
                </a:solidFill>
                <a:latin typeface="Times New Roman"/>
                <a:ea typeface="Times New Roman"/>
                <a:cs typeface="Times New Roman"/>
                <a:sym typeface="Times New Roman"/>
              </a:rPr>
              <a:t> </a:t>
            </a:r>
            <a:r>
              <a:rPr lang="en-US" b="false" i="false" strike="noStrike" u="none" sz="1700">
                <a:solidFill>
                  <a:srgbClr val="1F2329"/>
                </a:solidFill>
                <a:latin typeface="Times New Roman"/>
                <a:ea typeface="Times New Roman"/>
                <a:cs typeface="Times New Roman"/>
                <a:sym typeface="Times New Roman"/>
              </a:rPr>
              <a:t>Java</a:t>
            </a:r>
            <a:r>
              <a:rPr lang="en-US" b="false" i="false" strike="noStrike" u="none" sz="1700" spc="-113">
                <a:solidFill>
                  <a:srgbClr val="1F2329"/>
                </a:solidFill>
                <a:latin typeface="Times New Roman"/>
                <a:ea typeface="Times New Roman"/>
                <a:cs typeface="Times New Roman"/>
                <a:sym typeface="Times New Roman"/>
              </a:rPr>
              <a:t> </a:t>
            </a:r>
            <a:r>
              <a:rPr lang="en-US" b="false" i="false" strike="noStrike" u="none" sz="1700" spc="90">
                <a:solidFill>
                  <a:srgbClr val="1F2329"/>
                </a:solidFill>
                <a:latin typeface="Times New Roman"/>
                <a:ea typeface="Times New Roman"/>
                <a:cs typeface="Times New Roman"/>
                <a:sym typeface="Times New Roman"/>
              </a:rPr>
              <a:t>statements</a:t>
            </a:r>
            <a:r>
              <a:rPr lang="en-US" b="false" i="false" strike="noStrike" u="none" sz="1700" spc="-5">
                <a:solidFill>
                  <a:srgbClr val="1F2329"/>
                </a:solidFill>
                <a:latin typeface="Times New Roman"/>
                <a:ea typeface="Times New Roman"/>
                <a:cs typeface="Times New Roman"/>
                <a:sym typeface="Times New Roman"/>
              </a:rPr>
              <a:t> </a:t>
            </a:r>
            <a:r>
              <a:rPr lang="en-US" b="false" i="false" strike="noStrike" u="none" sz="1700" spc="80">
                <a:solidFill>
                  <a:srgbClr val="1F2329"/>
                </a:solidFill>
                <a:latin typeface="Times New Roman"/>
                <a:ea typeface="Times New Roman"/>
                <a:cs typeface="Times New Roman"/>
                <a:sym typeface="Times New Roman"/>
              </a:rPr>
              <a:t>one</a:t>
            </a:r>
            <a:r>
              <a:rPr lang="en-US" b="false" i="false" strike="noStrike" u="none" sz="1700" spc="-35">
                <a:solidFill>
                  <a:srgbClr val="1F2329"/>
                </a:solidFill>
                <a:latin typeface="Times New Roman"/>
                <a:ea typeface="Times New Roman"/>
                <a:cs typeface="Times New Roman"/>
                <a:sym typeface="Times New Roman"/>
              </a:rPr>
              <a:t> </a:t>
            </a:r>
            <a:r>
              <a:rPr lang="en-US" b="false" i="false" strike="noStrike" u="none" sz="1700" spc="70">
                <a:solidFill>
                  <a:srgbClr val="1F2329"/>
                </a:solidFill>
                <a:latin typeface="Times New Roman"/>
                <a:ea typeface="Times New Roman"/>
                <a:cs typeface="Times New Roman"/>
                <a:sym typeface="Times New Roman"/>
              </a:rPr>
              <a:t>after</a:t>
            </a:r>
            <a:r>
              <a:rPr lang="en-US" b="false" i="false" strike="noStrike" u="none" sz="1700" spc="-55">
                <a:solidFill>
                  <a:srgbClr val="1F2329"/>
                </a:solidFill>
                <a:latin typeface="Times New Roman"/>
                <a:ea typeface="Times New Roman"/>
                <a:cs typeface="Times New Roman"/>
                <a:sym typeface="Times New Roman"/>
              </a:rPr>
              <a:t> </a:t>
            </a:r>
            <a:r>
              <a:rPr lang="en-US" b="false" i="false" strike="noStrike" u="none" sz="1700" spc="105">
                <a:solidFill>
                  <a:srgbClr val="1F2329"/>
                </a:solidFill>
                <a:latin typeface="Times New Roman"/>
                <a:ea typeface="Times New Roman"/>
                <a:cs typeface="Times New Roman"/>
                <a:sym typeface="Times New Roman"/>
              </a:rPr>
              <a:t>the</a:t>
            </a:r>
            <a:r>
              <a:rPr lang="en-US" b="false" i="false" strike="noStrike" u="none" sz="1700" spc="-35">
                <a:solidFill>
                  <a:srgbClr val="1F2329"/>
                </a:solidFill>
                <a:latin typeface="Times New Roman"/>
                <a:ea typeface="Times New Roman"/>
                <a:cs typeface="Times New Roman"/>
                <a:sym typeface="Times New Roman"/>
              </a:rPr>
              <a:t> </a:t>
            </a:r>
            <a:r>
              <a:rPr lang="en-US" b="false" i="false" strike="noStrike" u="none" sz="1700" spc="95">
                <a:solidFill>
                  <a:srgbClr val="1F2329"/>
                </a:solidFill>
                <a:latin typeface="Times New Roman"/>
                <a:ea typeface="Times New Roman"/>
                <a:cs typeface="Times New Roman"/>
                <a:sym typeface="Times New Roman"/>
              </a:rPr>
              <a:t>other</a:t>
            </a:r>
            <a:r>
              <a:rPr lang="en-US" b="false" i="false" strike="noStrike" u="none" sz="1700" spc="-55">
                <a:solidFill>
                  <a:srgbClr val="1F2329"/>
                </a:solidFill>
                <a:latin typeface="Times New Roman"/>
                <a:ea typeface="Times New Roman"/>
                <a:cs typeface="Times New Roman"/>
                <a:sym typeface="Times New Roman"/>
              </a:rPr>
              <a:t> </a:t>
            </a:r>
            <a:r>
              <a:rPr lang="en-US" b="false" i="false" strike="noStrike" u="none" sz="1700">
                <a:solidFill>
                  <a:srgbClr val="1F2329"/>
                </a:solidFill>
                <a:latin typeface="Times New Roman"/>
                <a:ea typeface="Times New Roman"/>
                <a:cs typeface="Times New Roman"/>
                <a:sym typeface="Times New Roman"/>
              </a:rPr>
              <a:t>in</a:t>
            </a:r>
            <a:r>
              <a:rPr lang="en-US" b="false" i="false" strike="noStrike" u="none" sz="1700" spc="70">
                <a:solidFill>
                  <a:srgbClr val="1F2329"/>
                </a:solidFill>
                <a:latin typeface="Times New Roman"/>
                <a:ea typeface="Times New Roman"/>
                <a:cs typeface="Times New Roman"/>
                <a:sym typeface="Times New Roman"/>
              </a:rPr>
              <a:t> </a:t>
            </a:r>
            <a:r>
              <a:rPr lang="en-US" b="false" i="false" strike="noStrike" u="none" sz="1700" spc="105">
                <a:solidFill>
                  <a:srgbClr val="1F2329"/>
                </a:solidFill>
                <a:latin typeface="Times New Roman"/>
                <a:ea typeface="Times New Roman"/>
                <a:cs typeface="Times New Roman"/>
                <a:sym typeface="Times New Roman"/>
              </a:rPr>
              <a:t>the</a:t>
            </a:r>
            <a:r>
              <a:rPr lang="en-US" b="false" i="false" strike="noStrike" u="none" sz="1700" spc="-120">
                <a:solidFill>
                  <a:srgbClr val="1F2329"/>
                </a:solidFill>
                <a:latin typeface="Times New Roman"/>
                <a:ea typeface="Times New Roman"/>
                <a:cs typeface="Times New Roman"/>
                <a:sym typeface="Times New Roman"/>
              </a:rPr>
              <a:t> </a:t>
            </a:r>
            <a:r>
              <a:rPr lang="en-US" b="false" i="false" strike="noStrike" u="none" sz="1700" spc="110">
                <a:solidFill>
                  <a:srgbClr val="1F2329"/>
                </a:solidFill>
                <a:latin typeface="Times New Roman"/>
                <a:ea typeface="Times New Roman"/>
                <a:cs typeface="Times New Roman"/>
                <a:sym typeface="Times New Roman"/>
              </a:rPr>
              <a:t>order</a:t>
            </a:r>
            <a:r>
              <a:rPr lang="en-US" b="false" i="false" strike="noStrike" u="none" sz="1700" spc="-55">
                <a:solidFill>
                  <a:srgbClr val="1F2329"/>
                </a:solidFill>
                <a:latin typeface="Times New Roman"/>
                <a:ea typeface="Times New Roman"/>
                <a:cs typeface="Times New Roman"/>
                <a:sym typeface="Times New Roman"/>
              </a:rPr>
              <a:t> </a:t>
            </a:r>
            <a:r>
              <a:rPr lang="en-US" b="false" i="false" strike="noStrike" u="none" sz="1700">
                <a:solidFill>
                  <a:srgbClr val="1F2329"/>
                </a:solidFill>
                <a:latin typeface="Times New Roman"/>
                <a:ea typeface="Times New Roman"/>
                <a:cs typeface="Times New Roman"/>
                <a:sym typeface="Times New Roman"/>
              </a:rPr>
              <a:t>in</a:t>
            </a:r>
            <a:r>
              <a:rPr lang="en-US" b="false" i="false" strike="noStrike" u="none" sz="1700" spc="-5">
                <a:solidFill>
                  <a:srgbClr val="1F2329"/>
                </a:solidFill>
                <a:latin typeface="Times New Roman"/>
                <a:ea typeface="Times New Roman"/>
                <a:cs typeface="Times New Roman"/>
                <a:sym typeface="Times New Roman"/>
              </a:rPr>
              <a:t> </a:t>
            </a:r>
            <a:r>
              <a:rPr lang="en-US" b="false" i="false" strike="noStrike" u="none" sz="1700" spc="35">
                <a:solidFill>
                  <a:srgbClr val="1F2329"/>
                </a:solidFill>
                <a:latin typeface="Times New Roman"/>
                <a:ea typeface="Times New Roman"/>
                <a:cs typeface="Times New Roman"/>
                <a:sym typeface="Times New Roman"/>
              </a:rPr>
              <a:t>which</a:t>
            </a:r>
          </a:p>
          <a:p>
            <a:pPr algn="l" marL="393700" indent="0">
              <a:lnSpc>
                <a:spcPts val="2035"/>
              </a:lnSpc>
            </a:pPr>
            <a:r>
              <a:rPr lang="en-US" b="false" i="false" strike="noStrike" u="none" sz="1700" spc="60">
                <a:solidFill>
                  <a:srgbClr val="1F2329"/>
                </a:solidFill>
                <a:latin typeface="Times New Roman"/>
                <a:ea typeface="Times New Roman"/>
                <a:cs typeface="Times New Roman"/>
                <a:sym typeface="Times New Roman"/>
              </a:rPr>
              <a:t>they’re</a:t>
            </a:r>
            <a:r>
              <a:rPr lang="en-US" b="false" i="false" strike="noStrike" u="none" sz="1700" spc="-145">
                <a:solidFill>
                  <a:srgbClr val="1F2329"/>
                </a:solidFill>
                <a:latin typeface="Times New Roman"/>
                <a:ea typeface="Times New Roman"/>
                <a:cs typeface="Times New Roman"/>
                <a:sym typeface="Times New Roman"/>
              </a:rPr>
              <a:t> </a:t>
            </a:r>
            <a:r>
              <a:rPr lang="en-US" b="false" i="false" strike="noStrike" u="none" sz="1700" spc="65">
                <a:solidFill>
                  <a:srgbClr val="1F2329"/>
                </a:solidFill>
                <a:latin typeface="Times New Roman"/>
                <a:ea typeface="Times New Roman"/>
                <a:cs typeface="Times New Roman"/>
                <a:sym typeface="Times New Roman"/>
              </a:rPr>
              <a:t>written.</a:t>
            </a:r>
          </a:p>
          <a:p>
            <a:pPr algn="l" lvl="1" indent="-171450" marL="393065">
              <a:lnSpc>
                <a:spcPct val="100000"/>
              </a:lnSpc>
              <a:spcBef>
                <a:spcPts val="285"/>
              </a:spcBef>
              <a:buClr>
                <a:srgbClr val="2CA1BE"/>
              </a:buClr>
              <a:buChar char="◦"/>
              <a:tabLst>
                <a:tab pos="393065" algn="l"/>
              </a:tabLst>
            </a:pPr>
            <a:r>
              <a:rPr lang="en-US" b="false" i="false" strike="noStrike" u="none" sz="1700" spc="65">
                <a:solidFill>
                  <a:srgbClr val="1F2329"/>
                </a:solidFill>
                <a:latin typeface="Times New Roman"/>
                <a:ea typeface="Times New Roman"/>
                <a:cs typeface="Times New Roman"/>
                <a:sym typeface="Times New Roman"/>
              </a:rPr>
              <a:t>The</a:t>
            </a:r>
            <a:r>
              <a:rPr lang="en-US" b="false" i="false" strike="noStrike" u="none" sz="1700" spc="-95">
                <a:solidFill>
                  <a:srgbClr val="1F2329"/>
                </a:solidFill>
                <a:latin typeface="Times New Roman"/>
                <a:ea typeface="Times New Roman"/>
                <a:cs typeface="Times New Roman"/>
                <a:sym typeface="Times New Roman"/>
              </a:rPr>
              <a:t> </a:t>
            </a:r>
            <a:r>
              <a:rPr lang="en-US" b="false" i="false" strike="noStrike" u="none" sz="1700" spc="10">
                <a:solidFill>
                  <a:srgbClr val="0000FF"/>
                </a:solidFill>
                <a:latin typeface="Times New Roman"/>
                <a:ea typeface="Times New Roman"/>
                <a:cs typeface="Times New Roman"/>
                <a:sym typeface="Times New Roman"/>
              </a:rPr>
              <a:t>activity</a:t>
            </a:r>
            <a:r>
              <a:rPr lang="en-US" b="false" i="false" strike="noStrike" u="none" sz="1700" spc="50">
                <a:solidFill>
                  <a:srgbClr val="0000FF"/>
                </a:solidFill>
                <a:latin typeface="Times New Roman"/>
                <a:ea typeface="Times New Roman"/>
                <a:cs typeface="Times New Roman"/>
                <a:sym typeface="Times New Roman"/>
              </a:rPr>
              <a:t> </a:t>
            </a:r>
            <a:r>
              <a:rPr lang="en-US" b="false" i="false" strike="noStrike" u="none" sz="1700" spc="65">
                <a:solidFill>
                  <a:srgbClr val="0000FF"/>
                </a:solidFill>
                <a:latin typeface="Times New Roman"/>
                <a:ea typeface="Times New Roman"/>
                <a:cs typeface="Times New Roman"/>
                <a:sym typeface="Times New Roman"/>
              </a:rPr>
              <a:t>diagram</a:t>
            </a:r>
            <a:r>
              <a:rPr lang="en-US" b="false" i="false" strike="noStrike" u="none" sz="1700" spc="20">
                <a:solidFill>
                  <a:srgbClr val="0000FF"/>
                </a:solidFill>
                <a:latin typeface="Times New Roman"/>
                <a:ea typeface="Times New Roman"/>
                <a:cs typeface="Times New Roman"/>
                <a:sym typeface="Times New Roman"/>
              </a:rPr>
              <a:t> </a:t>
            </a:r>
            <a:r>
              <a:rPr lang="en-US" b="false" i="false" strike="noStrike" u="none" sz="1700" spc="70">
                <a:solidFill>
                  <a:srgbClr val="1F2329"/>
                </a:solidFill>
                <a:latin typeface="Times New Roman"/>
                <a:ea typeface="Times New Roman"/>
                <a:cs typeface="Times New Roman"/>
                <a:sym typeface="Times New Roman"/>
              </a:rPr>
              <a:t>illustrates</a:t>
            </a:r>
            <a:r>
              <a:rPr lang="en-US" b="false" i="false" strike="noStrike" u="none" sz="1700" spc="-65">
                <a:solidFill>
                  <a:srgbClr val="1F2329"/>
                </a:solidFill>
                <a:latin typeface="Times New Roman"/>
                <a:ea typeface="Times New Roman"/>
                <a:cs typeface="Times New Roman"/>
                <a:sym typeface="Times New Roman"/>
              </a:rPr>
              <a:t> </a:t>
            </a:r>
            <a:r>
              <a:rPr lang="en-US" b="false" i="false" strike="noStrike" u="none" sz="1700" spc="90">
                <a:solidFill>
                  <a:srgbClr val="1F2329"/>
                </a:solidFill>
                <a:latin typeface="Times New Roman"/>
                <a:ea typeface="Times New Roman"/>
                <a:cs typeface="Times New Roman"/>
                <a:sym typeface="Times New Roman"/>
              </a:rPr>
              <a:t>a</a:t>
            </a:r>
            <a:r>
              <a:rPr lang="en-US" b="false" i="false" strike="noStrike" u="none" sz="1700" spc="-5">
                <a:solidFill>
                  <a:srgbClr val="1F2329"/>
                </a:solidFill>
                <a:latin typeface="Times New Roman"/>
                <a:ea typeface="Times New Roman"/>
                <a:cs typeface="Times New Roman"/>
                <a:sym typeface="Times New Roman"/>
              </a:rPr>
              <a:t> </a:t>
            </a:r>
            <a:r>
              <a:rPr lang="en-US" b="false" i="false" strike="noStrike" u="none" sz="1700" spc="45">
                <a:solidFill>
                  <a:srgbClr val="1F2329"/>
                </a:solidFill>
                <a:latin typeface="Times New Roman"/>
                <a:ea typeface="Times New Roman"/>
                <a:cs typeface="Times New Roman"/>
                <a:sym typeface="Times New Roman"/>
              </a:rPr>
              <a:t>typical</a:t>
            </a:r>
            <a:r>
              <a:rPr lang="en-US" b="false" i="false" strike="noStrike" u="none" sz="1700" spc="-5">
                <a:solidFill>
                  <a:srgbClr val="1F2329"/>
                </a:solidFill>
                <a:latin typeface="Times New Roman"/>
                <a:ea typeface="Times New Roman"/>
                <a:cs typeface="Times New Roman"/>
                <a:sym typeface="Times New Roman"/>
              </a:rPr>
              <a:t> </a:t>
            </a:r>
            <a:r>
              <a:rPr lang="en-US" b="false" i="false" strike="noStrike" u="none" sz="1700" spc="80">
                <a:solidFill>
                  <a:srgbClr val="1F2329"/>
                </a:solidFill>
                <a:latin typeface="Times New Roman"/>
                <a:ea typeface="Times New Roman"/>
                <a:cs typeface="Times New Roman"/>
                <a:sym typeface="Times New Roman"/>
              </a:rPr>
              <a:t>sequence</a:t>
            </a:r>
            <a:r>
              <a:rPr lang="en-US" b="false" i="false" strike="noStrike" u="none" sz="1700">
                <a:solidFill>
                  <a:srgbClr val="1F2329"/>
                </a:solidFill>
                <a:latin typeface="Times New Roman"/>
                <a:ea typeface="Times New Roman"/>
                <a:cs typeface="Times New Roman"/>
                <a:sym typeface="Times New Roman"/>
              </a:rPr>
              <a:t> </a:t>
            </a:r>
            <a:r>
              <a:rPr lang="en-US" b="false" i="false" strike="noStrike" u="none" sz="1700" spc="113">
                <a:solidFill>
                  <a:srgbClr val="1F2329"/>
                </a:solidFill>
                <a:latin typeface="Times New Roman"/>
                <a:ea typeface="Times New Roman"/>
                <a:cs typeface="Times New Roman"/>
                <a:sym typeface="Times New Roman"/>
              </a:rPr>
              <a:t>structure</a:t>
            </a:r>
            <a:r>
              <a:rPr lang="en-US" b="false" i="false" strike="noStrike" u="none" sz="1700" spc="-185">
                <a:solidFill>
                  <a:srgbClr val="1F2329"/>
                </a:solidFill>
                <a:latin typeface="Times New Roman"/>
                <a:ea typeface="Times New Roman"/>
                <a:cs typeface="Times New Roman"/>
                <a:sym typeface="Times New Roman"/>
              </a:rPr>
              <a:t> </a:t>
            </a:r>
            <a:r>
              <a:rPr lang="en-US" b="false" i="false" strike="noStrike" u="none" sz="1700" spc="10">
                <a:solidFill>
                  <a:srgbClr val="1F2329"/>
                </a:solidFill>
                <a:latin typeface="Times New Roman"/>
                <a:ea typeface="Times New Roman"/>
                <a:cs typeface="Times New Roman"/>
                <a:sym typeface="Times New Roman"/>
              </a:rPr>
              <a:t>in</a:t>
            </a:r>
            <a:r>
              <a:rPr lang="en-US" b="false" i="false" strike="noStrike" u="none" sz="1700" spc="30">
                <a:solidFill>
                  <a:srgbClr val="1F2329"/>
                </a:solidFill>
                <a:latin typeface="Times New Roman"/>
                <a:ea typeface="Times New Roman"/>
                <a:cs typeface="Times New Roman"/>
                <a:sym typeface="Times New Roman"/>
              </a:rPr>
              <a:t> </a:t>
            </a:r>
            <a:r>
              <a:rPr lang="en-US" b="false" i="false" strike="noStrike" u="none" sz="1700" spc="60">
                <a:solidFill>
                  <a:srgbClr val="1F2329"/>
                </a:solidFill>
                <a:latin typeface="Times New Roman"/>
                <a:ea typeface="Times New Roman"/>
                <a:cs typeface="Times New Roman"/>
                <a:sym typeface="Times New Roman"/>
              </a:rPr>
              <a:t>which</a:t>
            </a:r>
            <a:r>
              <a:rPr lang="en-US" b="false" i="false" strike="noStrike" u="none" sz="1700" spc="-50">
                <a:solidFill>
                  <a:srgbClr val="1F2329"/>
                </a:solidFill>
                <a:latin typeface="Times New Roman"/>
                <a:ea typeface="Times New Roman"/>
                <a:cs typeface="Times New Roman"/>
                <a:sym typeface="Times New Roman"/>
              </a:rPr>
              <a:t> </a:t>
            </a:r>
            <a:r>
              <a:rPr lang="en-US" b="false" i="false" strike="noStrike" u="none" sz="1700" spc="100">
                <a:solidFill>
                  <a:srgbClr val="1F2329"/>
                </a:solidFill>
                <a:latin typeface="Times New Roman"/>
                <a:ea typeface="Times New Roman"/>
                <a:cs typeface="Times New Roman"/>
                <a:sym typeface="Times New Roman"/>
              </a:rPr>
              <a:t>two</a:t>
            </a:r>
            <a:r>
              <a:rPr lang="en-US" b="false" i="false" strike="noStrike" u="none" sz="1700">
                <a:solidFill>
                  <a:srgbClr val="1F2329"/>
                </a:solidFill>
                <a:latin typeface="Times New Roman"/>
                <a:ea typeface="Times New Roman"/>
                <a:cs typeface="Times New Roman"/>
                <a:sym typeface="Times New Roman"/>
              </a:rPr>
              <a:t> </a:t>
            </a:r>
            <a:r>
              <a:rPr lang="en-US" b="false" i="false" strike="noStrike" u="none" sz="1700" spc="10">
                <a:solidFill>
                  <a:srgbClr val="1F2329"/>
                </a:solidFill>
                <a:latin typeface="Times New Roman"/>
                <a:ea typeface="Times New Roman"/>
                <a:cs typeface="Times New Roman"/>
                <a:sym typeface="Times New Roman"/>
              </a:rPr>
              <a:t>calculations</a:t>
            </a:r>
            <a:r>
              <a:rPr lang="en-US" b="false" i="false" strike="noStrike" u="none" sz="1700" spc="110">
                <a:solidFill>
                  <a:srgbClr val="1F2329"/>
                </a:solidFill>
                <a:latin typeface="Times New Roman"/>
                <a:ea typeface="Times New Roman"/>
                <a:cs typeface="Times New Roman"/>
                <a:sym typeface="Times New Roman"/>
              </a:rPr>
              <a:t> </a:t>
            </a:r>
            <a:r>
              <a:rPr lang="en-US" b="false" i="false" strike="noStrike" u="none" sz="1700" spc="113">
                <a:solidFill>
                  <a:srgbClr val="1F2329"/>
                </a:solidFill>
                <a:latin typeface="Times New Roman"/>
                <a:ea typeface="Times New Roman"/>
                <a:cs typeface="Times New Roman"/>
                <a:sym typeface="Times New Roman"/>
              </a:rPr>
              <a:t>are</a:t>
            </a:r>
            <a:r>
              <a:rPr lang="en-US" b="false" i="false" strike="noStrike" u="none" sz="1700" spc="-90">
                <a:solidFill>
                  <a:srgbClr val="1F2329"/>
                </a:solidFill>
                <a:latin typeface="Times New Roman"/>
                <a:ea typeface="Times New Roman"/>
                <a:cs typeface="Times New Roman"/>
                <a:sym typeface="Times New Roman"/>
              </a:rPr>
              <a:t> </a:t>
            </a:r>
            <a:r>
              <a:rPr lang="en-US" b="false" i="false" strike="noStrike" u="none" sz="1700" spc="90">
                <a:solidFill>
                  <a:srgbClr val="1F2329"/>
                </a:solidFill>
                <a:latin typeface="Times New Roman"/>
                <a:ea typeface="Times New Roman"/>
                <a:cs typeface="Times New Roman"/>
                <a:sym typeface="Times New Roman"/>
              </a:rPr>
              <a:t>performed</a:t>
            </a:r>
            <a:r>
              <a:rPr lang="en-US" b="false" i="false" strike="noStrike" u="none" sz="1700" spc="-55">
                <a:solidFill>
                  <a:srgbClr val="1F2329"/>
                </a:solidFill>
                <a:latin typeface="Times New Roman"/>
                <a:ea typeface="Times New Roman"/>
                <a:cs typeface="Times New Roman"/>
                <a:sym typeface="Times New Roman"/>
              </a:rPr>
              <a:t> </a:t>
            </a:r>
            <a:r>
              <a:rPr lang="en-US" b="false" i="false" strike="noStrike" u="none" sz="1700" spc="10">
                <a:solidFill>
                  <a:srgbClr val="1F2329"/>
                </a:solidFill>
                <a:latin typeface="Times New Roman"/>
                <a:ea typeface="Times New Roman"/>
                <a:cs typeface="Times New Roman"/>
                <a:sym typeface="Times New Roman"/>
              </a:rPr>
              <a:t>in</a:t>
            </a:r>
            <a:r>
              <a:rPr lang="en-US" b="false" i="false" strike="noStrike" u="none" sz="1700" spc="30">
                <a:solidFill>
                  <a:srgbClr val="1F2329"/>
                </a:solidFill>
                <a:latin typeface="Times New Roman"/>
                <a:ea typeface="Times New Roman"/>
                <a:cs typeface="Times New Roman"/>
                <a:sym typeface="Times New Roman"/>
              </a:rPr>
              <a:t> </a:t>
            </a:r>
            <a:r>
              <a:rPr lang="en-US" b="false" i="false" strike="noStrike" u="none" sz="1700" spc="50">
                <a:solidFill>
                  <a:srgbClr val="1F2329"/>
                </a:solidFill>
                <a:latin typeface="Times New Roman"/>
                <a:ea typeface="Times New Roman"/>
                <a:cs typeface="Times New Roman"/>
                <a:sym typeface="Times New Roman"/>
              </a:rPr>
              <a:t>order.</a:t>
            </a:r>
          </a:p>
          <a:p>
            <a:pPr algn="l" lvl="1" indent="-171450" marL="393065">
              <a:lnSpc>
                <a:spcPct val="100000"/>
              </a:lnSpc>
              <a:spcBef>
                <a:spcPts val="215"/>
              </a:spcBef>
              <a:buClr>
                <a:srgbClr val="2CA1BE"/>
              </a:buClr>
              <a:buChar char="◦"/>
              <a:tabLst>
                <a:tab pos="393065" algn="l"/>
              </a:tabLst>
            </a:pPr>
            <a:r>
              <a:rPr lang="en-US" b="false" i="false" strike="noStrike" u="none" sz="1700">
                <a:solidFill>
                  <a:srgbClr val="1F2329"/>
                </a:solidFill>
                <a:latin typeface="Times New Roman"/>
                <a:ea typeface="Times New Roman"/>
                <a:cs typeface="Times New Roman"/>
                <a:sym typeface="Times New Roman"/>
              </a:rPr>
              <a:t>Java</a:t>
            </a:r>
            <a:r>
              <a:rPr lang="en-US" b="false" i="false" strike="noStrike" u="none" sz="1700" spc="-130">
                <a:solidFill>
                  <a:srgbClr val="1F2329"/>
                </a:solidFill>
                <a:latin typeface="Times New Roman"/>
                <a:ea typeface="Times New Roman"/>
                <a:cs typeface="Times New Roman"/>
                <a:sym typeface="Times New Roman"/>
              </a:rPr>
              <a:t> </a:t>
            </a:r>
            <a:r>
              <a:rPr lang="en-US" b="false" i="false" strike="noStrike" u="none" sz="1700" spc="55">
                <a:solidFill>
                  <a:srgbClr val="1F2329"/>
                </a:solidFill>
                <a:latin typeface="Times New Roman"/>
                <a:ea typeface="Times New Roman"/>
                <a:cs typeface="Times New Roman"/>
                <a:sym typeface="Times New Roman"/>
              </a:rPr>
              <a:t>lets</a:t>
            </a:r>
            <a:r>
              <a:rPr lang="en-US" b="false" i="false" strike="noStrike" u="none" sz="1700" spc="-20">
                <a:solidFill>
                  <a:srgbClr val="1F2329"/>
                </a:solidFill>
                <a:latin typeface="Times New Roman"/>
                <a:ea typeface="Times New Roman"/>
                <a:cs typeface="Times New Roman"/>
                <a:sym typeface="Times New Roman"/>
              </a:rPr>
              <a:t> </a:t>
            </a:r>
            <a:r>
              <a:rPr lang="en-US" b="false" i="false" strike="noStrike" u="none" sz="1700" spc="55">
                <a:solidFill>
                  <a:srgbClr val="1F2329"/>
                </a:solidFill>
                <a:latin typeface="Times New Roman"/>
                <a:ea typeface="Times New Roman"/>
                <a:cs typeface="Times New Roman"/>
                <a:sym typeface="Times New Roman"/>
              </a:rPr>
              <a:t>you</a:t>
            </a:r>
            <a:r>
              <a:rPr lang="en-US" b="false" i="false" strike="noStrike" u="none" sz="1700" spc="-90">
                <a:solidFill>
                  <a:srgbClr val="1F2329"/>
                </a:solidFill>
                <a:latin typeface="Times New Roman"/>
                <a:ea typeface="Times New Roman"/>
                <a:cs typeface="Times New Roman"/>
                <a:sym typeface="Times New Roman"/>
              </a:rPr>
              <a:t> </a:t>
            </a:r>
            <a:r>
              <a:rPr lang="en-US" b="false" i="false" strike="noStrike" u="none" sz="1700" spc="75">
                <a:solidFill>
                  <a:srgbClr val="1F2329"/>
                </a:solidFill>
                <a:latin typeface="Times New Roman"/>
                <a:ea typeface="Times New Roman"/>
                <a:cs typeface="Times New Roman"/>
                <a:sym typeface="Times New Roman"/>
              </a:rPr>
              <a:t>have</a:t>
            </a:r>
            <a:r>
              <a:rPr lang="en-US" b="false" i="false" strike="noStrike" u="none" sz="1700" spc="-130">
                <a:solidFill>
                  <a:srgbClr val="1F2329"/>
                </a:solidFill>
                <a:latin typeface="Times New Roman"/>
                <a:ea typeface="Times New Roman"/>
                <a:cs typeface="Times New Roman"/>
                <a:sym typeface="Times New Roman"/>
              </a:rPr>
              <a:t> </a:t>
            </a:r>
            <a:r>
              <a:rPr lang="en-US" b="false" i="false" strike="noStrike" u="none" sz="1700" spc="70">
                <a:solidFill>
                  <a:srgbClr val="1F2329"/>
                </a:solidFill>
                <a:latin typeface="Times New Roman"/>
                <a:ea typeface="Times New Roman"/>
                <a:cs typeface="Times New Roman"/>
                <a:sym typeface="Times New Roman"/>
              </a:rPr>
              <a:t>as</a:t>
            </a:r>
            <a:r>
              <a:rPr lang="en-US" b="false" i="false" strike="noStrike" u="none" sz="1700" spc="-20">
                <a:solidFill>
                  <a:srgbClr val="1F2329"/>
                </a:solidFill>
                <a:latin typeface="Times New Roman"/>
                <a:ea typeface="Times New Roman"/>
                <a:cs typeface="Times New Roman"/>
                <a:sym typeface="Times New Roman"/>
              </a:rPr>
              <a:t> </a:t>
            </a:r>
            <a:r>
              <a:rPr lang="en-US" b="false" i="false" strike="noStrike" u="none" sz="1700" spc="70">
                <a:solidFill>
                  <a:srgbClr val="1F2329"/>
                </a:solidFill>
                <a:latin typeface="Times New Roman"/>
                <a:ea typeface="Times New Roman"/>
                <a:cs typeface="Times New Roman"/>
                <a:sym typeface="Times New Roman"/>
              </a:rPr>
              <a:t>many</a:t>
            </a:r>
            <a:r>
              <a:rPr lang="en-US" b="false" i="false" strike="noStrike" u="none" sz="1700" spc="-80">
                <a:solidFill>
                  <a:srgbClr val="1F2329"/>
                </a:solidFill>
                <a:latin typeface="Times New Roman"/>
                <a:ea typeface="Times New Roman"/>
                <a:cs typeface="Times New Roman"/>
                <a:sym typeface="Times New Roman"/>
              </a:rPr>
              <a:t> </a:t>
            </a:r>
            <a:r>
              <a:rPr lang="en-US" b="false" i="false" strike="noStrike" u="none" sz="1700" spc="55">
                <a:solidFill>
                  <a:srgbClr val="1F2329"/>
                </a:solidFill>
                <a:latin typeface="Times New Roman"/>
                <a:ea typeface="Times New Roman"/>
                <a:cs typeface="Times New Roman"/>
                <a:sym typeface="Times New Roman"/>
              </a:rPr>
              <a:t>actions</a:t>
            </a:r>
            <a:r>
              <a:rPr lang="en-US" b="false" i="false" strike="noStrike" u="none" sz="1700" spc="50">
                <a:solidFill>
                  <a:srgbClr val="1F2329"/>
                </a:solidFill>
                <a:latin typeface="Times New Roman"/>
                <a:ea typeface="Times New Roman"/>
                <a:cs typeface="Times New Roman"/>
                <a:sym typeface="Times New Roman"/>
              </a:rPr>
              <a:t> </a:t>
            </a:r>
            <a:r>
              <a:rPr lang="en-US" b="false" i="false" strike="noStrike" u="none" sz="1700" spc="70">
                <a:solidFill>
                  <a:srgbClr val="1F2329"/>
                </a:solidFill>
                <a:latin typeface="Times New Roman"/>
                <a:ea typeface="Times New Roman"/>
                <a:cs typeface="Times New Roman"/>
                <a:sym typeface="Times New Roman"/>
              </a:rPr>
              <a:t>as</a:t>
            </a:r>
            <a:r>
              <a:rPr lang="en-US" b="false" i="false" strike="noStrike" u="none" sz="1700" spc="-20">
                <a:solidFill>
                  <a:srgbClr val="1F2329"/>
                </a:solidFill>
                <a:latin typeface="Times New Roman"/>
                <a:ea typeface="Times New Roman"/>
                <a:cs typeface="Times New Roman"/>
                <a:sym typeface="Times New Roman"/>
              </a:rPr>
              <a:t> </a:t>
            </a:r>
            <a:r>
              <a:rPr lang="en-US" b="false" i="false" strike="noStrike" u="none" sz="1700" spc="55">
                <a:solidFill>
                  <a:srgbClr val="1F2329"/>
                </a:solidFill>
                <a:latin typeface="Times New Roman"/>
                <a:ea typeface="Times New Roman"/>
                <a:cs typeface="Times New Roman"/>
                <a:sym typeface="Times New Roman"/>
              </a:rPr>
              <a:t>you</a:t>
            </a:r>
            <a:r>
              <a:rPr lang="en-US" b="false" i="false" strike="noStrike" u="none" sz="1700" spc="-90">
                <a:solidFill>
                  <a:srgbClr val="1F2329"/>
                </a:solidFill>
                <a:latin typeface="Times New Roman"/>
                <a:ea typeface="Times New Roman"/>
                <a:cs typeface="Times New Roman"/>
                <a:sym typeface="Times New Roman"/>
              </a:rPr>
              <a:t> </a:t>
            </a:r>
            <a:r>
              <a:rPr lang="en-US" b="false" i="false" strike="noStrike" u="none" sz="1700" spc="100">
                <a:solidFill>
                  <a:srgbClr val="1F2329"/>
                </a:solidFill>
                <a:latin typeface="Times New Roman"/>
                <a:ea typeface="Times New Roman"/>
                <a:cs typeface="Times New Roman"/>
                <a:sym typeface="Times New Roman"/>
              </a:rPr>
              <a:t>want</a:t>
            </a:r>
            <a:r>
              <a:rPr lang="en-US" b="false" i="false" strike="noStrike" u="none" sz="1700" spc="-100">
                <a:solidFill>
                  <a:srgbClr val="1F2329"/>
                </a:solidFill>
                <a:latin typeface="Times New Roman"/>
                <a:ea typeface="Times New Roman"/>
                <a:cs typeface="Times New Roman"/>
                <a:sym typeface="Times New Roman"/>
              </a:rPr>
              <a:t> </a:t>
            </a:r>
            <a:r>
              <a:rPr lang="en-US" b="false" i="false" strike="noStrike" u="none" sz="1700">
                <a:solidFill>
                  <a:srgbClr val="1F2329"/>
                </a:solidFill>
                <a:latin typeface="Times New Roman"/>
                <a:ea typeface="Times New Roman"/>
                <a:cs typeface="Times New Roman"/>
                <a:sym typeface="Times New Roman"/>
              </a:rPr>
              <a:t>in</a:t>
            </a:r>
            <a:r>
              <a:rPr lang="en-US" b="false" i="false" strike="noStrike" u="none" sz="1700" spc="-20">
                <a:solidFill>
                  <a:srgbClr val="1F2329"/>
                </a:solidFill>
                <a:latin typeface="Times New Roman"/>
                <a:ea typeface="Times New Roman"/>
                <a:cs typeface="Times New Roman"/>
                <a:sym typeface="Times New Roman"/>
              </a:rPr>
              <a:t> </a:t>
            </a:r>
            <a:r>
              <a:rPr lang="en-US" b="false" i="false" strike="noStrike" u="none" sz="1700" spc="90">
                <a:solidFill>
                  <a:srgbClr val="1F2329"/>
                </a:solidFill>
                <a:latin typeface="Times New Roman"/>
                <a:ea typeface="Times New Roman"/>
                <a:cs typeface="Times New Roman"/>
                <a:sym typeface="Times New Roman"/>
              </a:rPr>
              <a:t>a</a:t>
            </a:r>
            <a:r>
              <a:rPr lang="en-US" b="false" i="false" strike="noStrike" u="none" sz="1700" spc="-50">
                <a:solidFill>
                  <a:srgbClr val="1F2329"/>
                </a:solidFill>
                <a:latin typeface="Times New Roman"/>
                <a:ea typeface="Times New Roman"/>
                <a:cs typeface="Times New Roman"/>
                <a:sym typeface="Times New Roman"/>
              </a:rPr>
              <a:t> </a:t>
            </a:r>
            <a:r>
              <a:rPr lang="en-US" b="false" i="false" strike="noStrike" u="none" sz="1700" spc="80">
                <a:solidFill>
                  <a:srgbClr val="1F2329"/>
                </a:solidFill>
                <a:latin typeface="Times New Roman"/>
                <a:ea typeface="Times New Roman"/>
                <a:cs typeface="Times New Roman"/>
                <a:sym typeface="Times New Roman"/>
              </a:rPr>
              <a:t>sequence</a:t>
            </a:r>
            <a:r>
              <a:rPr lang="en-US" b="false" i="false" strike="noStrike" u="none" sz="1700" spc="-45">
                <a:solidFill>
                  <a:srgbClr val="1F2329"/>
                </a:solidFill>
                <a:latin typeface="Times New Roman"/>
                <a:ea typeface="Times New Roman"/>
                <a:cs typeface="Times New Roman"/>
                <a:sym typeface="Times New Roman"/>
              </a:rPr>
              <a:t> </a:t>
            </a:r>
            <a:r>
              <a:rPr lang="en-US" b="false" i="false" strike="noStrike" u="none" sz="1700" spc="75">
                <a:solidFill>
                  <a:srgbClr val="1F2329"/>
                </a:solidFill>
                <a:latin typeface="Times New Roman"/>
                <a:ea typeface="Times New Roman"/>
                <a:cs typeface="Times New Roman"/>
                <a:sym typeface="Times New Roman"/>
              </a:rPr>
              <a:t>structure.</a:t>
            </a:r>
          </a:p>
          <a:p>
            <a:pPr algn="l" lvl="1" indent="-171450" marL="393065">
              <a:lnSpc>
                <a:spcPct val="100000"/>
              </a:lnSpc>
              <a:spcBef>
                <a:spcPts val="210"/>
              </a:spcBef>
              <a:buClr>
                <a:srgbClr val="2CA1BE"/>
              </a:buClr>
              <a:buChar char="◦"/>
              <a:tabLst>
                <a:tab pos="393065" algn="l"/>
              </a:tabLst>
            </a:pPr>
            <a:r>
              <a:rPr lang="en-US" b="false" i="false" strike="noStrike" u="none" sz="1700" spc="65">
                <a:solidFill>
                  <a:srgbClr val="1F2329"/>
                </a:solidFill>
                <a:latin typeface="Times New Roman"/>
                <a:ea typeface="Times New Roman"/>
                <a:cs typeface="Times New Roman"/>
                <a:sym typeface="Times New Roman"/>
              </a:rPr>
              <a:t>Anywhere</a:t>
            </a:r>
            <a:r>
              <a:rPr lang="en-US" b="false" i="false" strike="noStrike" u="none" sz="1700" spc="-185">
                <a:solidFill>
                  <a:srgbClr val="1F2329"/>
                </a:solidFill>
                <a:latin typeface="Times New Roman"/>
                <a:ea typeface="Times New Roman"/>
                <a:cs typeface="Times New Roman"/>
                <a:sym typeface="Times New Roman"/>
              </a:rPr>
              <a:t> </a:t>
            </a:r>
            <a:r>
              <a:rPr lang="en-US" b="false" i="false" strike="noStrike" u="none" sz="1700" spc="90">
                <a:solidFill>
                  <a:srgbClr val="1F2329"/>
                </a:solidFill>
                <a:latin typeface="Times New Roman"/>
                <a:ea typeface="Times New Roman"/>
                <a:cs typeface="Times New Roman"/>
                <a:sym typeface="Times New Roman"/>
              </a:rPr>
              <a:t>a</a:t>
            </a:r>
            <a:r>
              <a:rPr lang="en-US" b="false" i="false" strike="noStrike" u="none" sz="1700">
                <a:solidFill>
                  <a:srgbClr val="1F2329"/>
                </a:solidFill>
                <a:latin typeface="Times New Roman"/>
                <a:ea typeface="Times New Roman"/>
                <a:cs typeface="Times New Roman"/>
                <a:sym typeface="Times New Roman"/>
              </a:rPr>
              <a:t> single</a:t>
            </a:r>
            <a:r>
              <a:rPr lang="en-US" b="false" i="false" strike="noStrike" u="none" sz="1700" spc="80">
                <a:solidFill>
                  <a:srgbClr val="1F2329"/>
                </a:solidFill>
                <a:latin typeface="Times New Roman"/>
                <a:ea typeface="Times New Roman"/>
                <a:cs typeface="Times New Roman"/>
                <a:sym typeface="Times New Roman"/>
              </a:rPr>
              <a:t> </a:t>
            </a:r>
            <a:r>
              <a:rPr lang="en-US" b="false" i="false" strike="noStrike" u="none" sz="1700" spc="50">
                <a:solidFill>
                  <a:srgbClr val="1F2329"/>
                </a:solidFill>
                <a:latin typeface="Times New Roman"/>
                <a:ea typeface="Times New Roman"/>
                <a:cs typeface="Times New Roman"/>
                <a:sym typeface="Times New Roman"/>
              </a:rPr>
              <a:t>action</a:t>
            </a:r>
            <a:r>
              <a:rPr lang="en-US" b="false" i="false" strike="noStrike" u="none" sz="1700" spc="30">
                <a:solidFill>
                  <a:srgbClr val="1F2329"/>
                </a:solidFill>
                <a:latin typeface="Times New Roman"/>
                <a:ea typeface="Times New Roman"/>
                <a:cs typeface="Times New Roman"/>
                <a:sym typeface="Times New Roman"/>
              </a:rPr>
              <a:t> </a:t>
            </a:r>
            <a:r>
              <a:rPr lang="en-US" b="false" i="false" strike="noStrike" u="none" sz="1700" spc="55">
                <a:solidFill>
                  <a:srgbClr val="1F2329"/>
                </a:solidFill>
                <a:latin typeface="Times New Roman"/>
                <a:ea typeface="Times New Roman"/>
                <a:cs typeface="Times New Roman"/>
                <a:sym typeface="Times New Roman"/>
              </a:rPr>
              <a:t>may</a:t>
            </a:r>
            <a:r>
              <a:rPr lang="en-US" b="false" i="false" strike="noStrike" u="none" sz="1700" spc="50">
                <a:solidFill>
                  <a:srgbClr val="1F2329"/>
                </a:solidFill>
                <a:latin typeface="Times New Roman"/>
                <a:ea typeface="Times New Roman"/>
                <a:cs typeface="Times New Roman"/>
                <a:sym typeface="Times New Roman"/>
              </a:rPr>
              <a:t> </a:t>
            </a:r>
            <a:r>
              <a:rPr lang="en-US" b="false" i="false" strike="noStrike" u="none" sz="1700" spc="100">
                <a:solidFill>
                  <a:srgbClr val="1F2329"/>
                </a:solidFill>
                <a:latin typeface="Times New Roman"/>
                <a:ea typeface="Times New Roman"/>
                <a:cs typeface="Times New Roman"/>
                <a:sym typeface="Times New Roman"/>
              </a:rPr>
              <a:t>be</a:t>
            </a:r>
            <a:r>
              <a:rPr lang="en-US" b="false" i="false" strike="noStrike" u="none" sz="1700">
                <a:solidFill>
                  <a:srgbClr val="1F2329"/>
                </a:solidFill>
                <a:latin typeface="Times New Roman"/>
                <a:ea typeface="Times New Roman"/>
                <a:cs typeface="Times New Roman"/>
                <a:sym typeface="Times New Roman"/>
              </a:rPr>
              <a:t> placed,</a:t>
            </a:r>
            <a:r>
              <a:rPr lang="en-US" b="false" i="false" strike="noStrike" u="none" sz="1700" spc="40">
                <a:solidFill>
                  <a:srgbClr val="1F2329"/>
                </a:solidFill>
                <a:latin typeface="Times New Roman"/>
                <a:ea typeface="Times New Roman"/>
                <a:cs typeface="Times New Roman"/>
                <a:sym typeface="Times New Roman"/>
              </a:rPr>
              <a:t> </a:t>
            </a:r>
            <a:r>
              <a:rPr lang="en-US" b="false" i="false" strike="noStrike" u="none" sz="1700" spc="100">
                <a:solidFill>
                  <a:srgbClr val="1F2329"/>
                </a:solidFill>
                <a:latin typeface="Times New Roman"/>
                <a:ea typeface="Times New Roman"/>
                <a:cs typeface="Times New Roman"/>
                <a:sym typeface="Times New Roman"/>
              </a:rPr>
              <a:t>we</a:t>
            </a:r>
            <a:r>
              <a:rPr lang="en-US" b="false" i="false" strike="noStrike" u="none" sz="1700" spc="-95">
                <a:solidFill>
                  <a:srgbClr val="1F2329"/>
                </a:solidFill>
                <a:latin typeface="Times New Roman"/>
                <a:ea typeface="Times New Roman"/>
                <a:cs typeface="Times New Roman"/>
                <a:sym typeface="Times New Roman"/>
              </a:rPr>
              <a:t> </a:t>
            </a:r>
            <a:r>
              <a:rPr lang="en-US" b="false" i="false" strike="noStrike" u="none" sz="1700" spc="55">
                <a:solidFill>
                  <a:srgbClr val="1F2329"/>
                </a:solidFill>
                <a:latin typeface="Times New Roman"/>
                <a:ea typeface="Times New Roman"/>
                <a:cs typeface="Times New Roman"/>
                <a:sym typeface="Times New Roman"/>
              </a:rPr>
              <a:t>may </a:t>
            </a:r>
            <a:r>
              <a:rPr lang="en-US" b="false" i="false" strike="noStrike" u="none" sz="1700">
                <a:solidFill>
                  <a:srgbClr val="1F2329"/>
                </a:solidFill>
                <a:latin typeface="Times New Roman"/>
                <a:ea typeface="Times New Roman"/>
                <a:cs typeface="Times New Roman"/>
                <a:sym typeface="Times New Roman"/>
              </a:rPr>
              <a:t>place </a:t>
            </a:r>
            <a:r>
              <a:rPr lang="en-US" b="false" i="false" strike="noStrike" u="none" sz="1700" spc="70">
                <a:solidFill>
                  <a:srgbClr val="1F2329"/>
                </a:solidFill>
                <a:latin typeface="Times New Roman"/>
                <a:ea typeface="Times New Roman"/>
                <a:cs typeface="Times New Roman"/>
                <a:sym typeface="Times New Roman"/>
              </a:rPr>
              <a:t>several</a:t>
            </a:r>
            <a:r>
              <a:rPr lang="en-US" b="false" i="false" strike="noStrike" u="none" sz="1700" spc="-95">
                <a:solidFill>
                  <a:srgbClr val="1F2329"/>
                </a:solidFill>
                <a:latin typeface="Times New Roman"/>
                <a:ea typeface="Times New Roman"/>
                <a:cs typeface="Times New Roman"/>
                <a:sym typeface="Times New Roman"/>
              </a:rPr>
              <a:t> </a:t>
            </a:r>
            <a:r>
              <a:rPr lang="en-US" b="false" i="false" strike="noStrike" u="none" sz="1700" spc="55">
                <a:solidFill>
                  <a:srgbClr val="1F2329"/>
                </a:solidFill>
                <a:latin typeface="Times New Roman"/>
                <a:ea typeface="Times New Roman"/>
                <a:cs typeface="Times New Roman"/>
                <a:sym typeface="Times New Roman"/>
              </a:rPr>
              <a:t>actions</a:t>
            </a:r>
            <a:r>
              <a:rPr lang="en-US" b="false" i="false" strike="noStrike" u="none" sz="1700" spc="25">
                <a:solidFill>
                  <a:srgbClr val="1F2329"/>
                </a:solidFill>
                <a:latin typeface="Times New Roman"/>
                <a:ea typeface="Times New Roman"/>
                <a:cs typeface="Times New Roman"/>
                <a:sym typeface="Times New Roman"/>
              </a:rPr>
              <a:t> </a:t>
            </a:r>
            <a:r>
              <a:rPr lang="en-US" b="false" i="false" strike="noStrike" u="none" sz="1700">
                <a:solidFill>
                  <a:srgbClr val="1F2329"/>
                </a:solidFill>
                <a:latin typeface="Times New Roman"/>
                <a:ea typeface="Times New Roman"/>
                <a:cs typeface="Times New Roman"/>
                <a:sym typeface="Times New Roman"/>
              </a:rPr>
              <a:t>in</a:t>
            </a:r>
            <a:r>
              <a:rPr lang="en-US" b="false" i="false" strike="noStrike" u="none" sz="1700" spc="113">
                <a:solidFill>
                  <a:srgbClr val="1F2329"/>
                </a:solidFill>
                <a:latin typeface="Times New Roman"/>
                <a:ea typeface="Times New Roman"/>
                <a:cs typeface="Times New Roman"/>
                <a:sym typeface="Times New Roman"/>
              </a:rPr>
              <a:t> </a:t>
            </a:r>
            <a:r>
              <a:rPr lang="en-US" b="false" i="false" strike="noStrike" u="none" sz="1700" spc="50">
                <a:solidFill>
                  <a:srgbClr val="1F2329"/>
                </a:solidFill>
                <a:latin typeface="Times New Roman"/>
                <a:ea typeface="Times New Roman"/>
                <a:cs typeface="Times New Roman"/>
                <a:sym typeface="Times New Roman"/>
              </a:rPr>
              <a:t>sequence.</a:t>
            </a:r>
          </a:p>
        </p:txBody>
      </p:sp>
      <p:pic>
        <p:nvPicPr>
          <p:cNvPr name="Picture 4" id="4"/>
          <p:cNvPicPr>
            <a:picLocks noChangeAspect="true"/>
          </p:cNvPicPr>
          <p:nvPr/>
        </p:nvPicPr>
        <p:blipFill>
          <a:blip r:embed="rId3"/>
          <a:srcRect l="0" r="0" t="0" b="0"/>
          <a:stretch>
            <a:fillRect/>
          </a:stretch>
        </p:blipFill>
        <p:spPr>
          <a:xfrm rot="0" flipH="false" flipV="false">
            <a:off x="1447800" y="3581400"/>
            <a:ext cx="4305300" cy="2066925"/>
          </a:xfrm>
          <a:prstGeom prst="rect">
            <a:avLst/>
          </a:prstGeom>
          <a:ln w="12700">
            <a:noFill/>
            <a:prstDash val="solid"/>
          </a:ln>
        </p:spPr>
      </p:pic>
      <p:sp>
        <p:nvSpPr>
          <p:cNvPr name="AutoShape 5" id="5"/>
          <p:cNvSpPr/>
          <p:nvPr>
            <p:ph idx="26" type="body" sz="quarter" hasCustomPrompt="true"/>
          </p:nvPr>
        </p:nvSpPr>
        <p:spPr>
          <a:prstGeom prst="rect">
            <a:avLst/>
          </a:prstGeom>
        </p:spPr>
        <p:txBody>
          <a:bodyPr anchor="t" vert="horz"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95297" y="723547"/>
            <a:ext cx="3186231" cy="272039"/>
          </a:xfrm>
          <a:prstGeom prst="rect">
            <a:avLst/>
          </a:prstGeom>
          <a:ln w="12700">
            <a:noFill/>
            <a:prstDash val="solid"/>
          </a:ln>
        </p:spPr>
      </p:pic>
      <p:sp>
        <p:nvSpPr>
          <p:cNvPr name="AutoShape 3" id="3"/>
          <p:cNvSpPr/>
          <p:nvPr/>
        </p:nvSpPr>
        <p:spPr>
          <a:xfrm rot="0" flipH="false" flipV="false">
            <a:off x="774700" y="1430591"/>
            <a:ext cx="2161540" cy="403225"/>
          </a:xfrm>
          <a:prstGeom prst="rect">
            <a:avLst/>
          </a:prstGeom>
          <a:noFill/>
          <a:ln w="12700">
            <a:noFill/>
            <a:prstDash val="solid"/>
          </a:ln>
        </p:spPr>
        <p:txBody>
          <a:bodyPr anchor="t" rtlCol="false" vert="horz" wrap="square" lIns="0" rIns="0" tIns="15875" bIns="0">
            <a:spAutoFit/>
          </a:bodyPr>
          <a:lstStyle>
            <a:lvl1pPr marL="520065" indent="-317500"/>
            <a:lvl2pPr marL="977265" indent="-317500"/>
            <a:lvl3pPr marL="1434465" indent="-317500"/>
            <a:lvl4pPr marL="1891665" indent="-317500"/>
            <a:lvl5pPr marL="2348865" indent="-317500"/>
            <a:lvl6pPr marL="2806065" indent="-317500"/>
            <a:lvl7pPr marL="3263265" indent="-317500"/>
            <a:lvl8pPr marL="3720465" indent="-317500"/>
            <a:lvl9pPr marL="4177665" indent="-317500"/>
          </a:lstStyle>
          <a:p>
            <a:pPr algn="l" indent="-189865" marL="202565">
              <a:lnSpc>
                <a:spcPct val="100000"/>
              </a:lnSpc>
              <a:spcBef>
                <a:spcPts val="125"/>
              </a:spcBef>
              <a:buClr>
                <a:srgbClr val="2CA1BE"/>
              </a:buClr>
              <a:buSzPct val="69000"/>
              <a:buChar char=""/>
              <a:tabLst>
                <a:tab pos="202565" algn="l"/>
              </a:tabLst>
              <a:defRPr/>
            </a:pPr>
            <a:r>
              <a:rPr lang="en-US" b="false" i="false" strike="noStrike" u="none" sz="2450" spc="113">
                <a:solidFill>
                  <a:srgbClr val="1F2329"/>
                </a:solidFill>
                <a:latin typeface="Times New Roman"/>
                <a:ea typeface="Times New Roman"/>
                <a:cs typeface="Times New Roman"/>
                <a:sym typeface="Times New Roman"/>
              </a:rPr>
              <a:t>Three</a:t>
            </a:r>
            <a:r>
              <a:rPr lang="en-US" b="false" i="false" strike="noStrike" u="none" sz="2450" spc="-25">
                <a:solidFill>
                  <a:srgbClr val="1F2329"/>
                </a:solidFill>
                <a:latin typeface="Times New Roman"/>
                <a:ea typeface="Times New Roman"/>
                <a:cs typeface="Times New Roman"/>
                <a:sym typeface="Times New Roman"/>
              </a:rPr>
              <a:t> </a:t>
            </a:r>
            <a:r>
              <a:rPr lang="en-US" b="false" i="false" strike="noStrike" u="none" sz="2450" spc="105">
                <a:solidFill>
                  <a:srgbClr val="1F2329"/>
                </a:solidFill>
                <a:latin typeface="Times New Roman"/>
                <a:ea typeface="Times New Roman"/>
                <a:cs typeface="Times New Roman"/>
                <a:sym typeface="Times New Roman"/>
              </a:rPr>
              <a:t>types</a:t>
            </a:r>
            <a:r>
              <a:rPr lang="en-US" b="false" i="false" strike="noStrike" u="none" sz="2450" spc="-30">
                <a:solidFill>
                  <a:srgbClr val="1F2329"/>
                </a:solidFill>
                <a:latin typeface="Times New Roman"/>
                <a:ea typeface="Times New Roman"/>
                <a:cs typeface="Times New Roman"/>
                <a:sym typeface="Times New Roman"/>
              </a:rPr>
              <a:t> </a:t>
            </a:r>
            <a:r>
              <a:rPr lang="en-US" b="false" i="false" strike="noStrike" u="none" sz="2450" spc="-25">
                <a:solidFill>
                  <a:srgbClr val="1F2329"/>
                </a:solidFill>
                <a:latin typeface="Times New Roman"/>
                <a:ea typeface="Times New Roman"/>
                <a:cs typeface="Times New Roman"/>
                <a:sym typeface="Times New Roman"/>
              </a:rPr>
              <a:t>of</a:t>
            </a:r>
            <a:endParaRPr lang="en-US" sz="1100"/>
          </a:p>
        </p:txBody>
      </p:sp>
      <p:sp>
        <p:nvSpPr>
          <p:cNvPr name="AutoShape 4" id="4"/>
          <p:cNvSpPr/>
          <p:nvPr>
            <p:ph idx="26" type="body" sz="quarter" hasCustomPrompt="true"/>
          </p:nvPr>
        </p:nvSpPr>
        <p:spPr>
          <a:prstGeom prst="rect">
            <a:avLst/>
          </a:prstGeom>
        </p:spPr>
        <p:txBody>
          <a:bodyPr anchor="t" vert="horz"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
        <p:nvSpPr>
          <p:cNvPr name="AutoShape 5" id="5"/>
          <p:cNvSpPr/>
          <p:nvPr/>
        </p:nvSpPr>
        <p:spPr>
          <a:xfrm rot="0" flipH="false" flipV="false">
            <a:off x="2987039" y="1450721"/>
            <a:ext cx="2832100" cy="381000"/>
          </a:xfrm>
          <a:prstGeom prst="rect">
            <a:avLst/>
          </a:prstGeom>
          <a:solidFill>
            <a:srgbClr val="FFFF00">
              <a:alpha val="100000"/>
            </a:srgbClr>
          </a:solidFill>
          <a:ln w="12700">
            <a:noFill/>
            <a:prstDash val="solid"/>
          </a:ln>
        </p:spPr>
        <p:txBody>
          <a:bodyPr anchor="t" rtlCol="false" vert="horz" wrap="square" lIns="0" rIns="0" tIns="0" bIns="0">
            <a:spAutoFit/>
          </a:bodyPr>
          <a:lstStyle/>
          <a:p>
            <a:pPr algn="l" marL="1905" indent="0">
              <a:lnSpc>
                <a:spcPts val="2910"/>
              </a:lnSpc>
              <a:defRPr/>
            </a:pPr>
            <a:r>
              <a:rPr lang="en-US" b="false" i="false" strike="noStrike" u="none" sz="2450" spc="80">
                <a:solidFill>
                  <a:srgbClr val="0000FF"/>
                </a:solidFill>
                <a:latin typeface="Times New Roman"/>
                <a:ea typeface="Times New Roman"/>
                <a:cs typeface="Times New Roman"/>
                <a:sym typeface="Times New Roman"/>
              </a:rPr>
              <a:t>selection</a:t>
            </a:r>
            <a:r>
              <a:rPr lang="en-US" b="false" i="false" strike="noStrike" u="none" sz="2450" spc="55">
                <a:solidFill>
                  <a:srgbClr val="0000FF"/>
                </a:solidFill>
                <a:latin typeface="Times New Roman"/>
                <a:ea typeface="Times New Roman"/>
                <a:cs typeface="Times New Roman"/>
                <a:sym typeface="Times New Roman"/>
              </a:rPr>
              <a:t> </a:t>
            </a:r>
            <a:r>
              <a:rPr lang="en-US" b="false" i="false" strike="noStrike" u="none" sz="2450" spc="85">
                <a:solidFill>
                  <a:srgbClr val="0000FF"/>
                </a:solidFill>
                <a:latin typeface="Times New Roman"/>
                <a:ea typeface="Times New Roman"/>
                <a:cs typeface="Times New Roman"/>
                <a:sym typeface="Times New Roman"/>
              </a:rPr>
              <a:t>statements</a:t>
            </a:r>
            <a:r>
              <a:rPr lang="en-US" b="false" i="false" strike="noStrike" u="none" sz="2450" spc="85">
                <a:solidFill>
                  <a:srgbClr val="1F2329"/>
                </a:solidFill>
                <a:latin typeface="Times New Roman"/>
                <a:ea typeface="Times New Roman"/>
                <a:cs typeface="Times New Roman"/>
                <a:sym typeface="Times New Roman"/>
              </a:rPr>
              <a:t>.</a:t>
            </a:r>
            <a:endParaRPr lang="en-US" sz="1100"/>
          </a:p>
        </p:txBody>
      </p:sp>
      <p:sp>
        <p:nvSpPr>
          <p:cNvPr name="AutoShape 6" id="6"/>
          <p:cNvSpPr/>
          <p:nvPr/>
        </p:nvSpPr>
        <p:spPr>
          <a:xfrm rot="0" flipH="false" flipV="false">
            <a:off x="774700" y="1773555"/>
            <a:ext cx="10743565" cy="3046095"/>
          </a:xfrm>
          <a:prstGeom prst="rect">
            <a:avLst/>
          </a:prstGeom>
          <a:noFill/>
          <a:ln w="12700">
            <a:noFill/>
            <a:prstDash val="solid"/>
          </a:ln>
        </p:spPr>
        <p:txBody>
          <a:bodyPr anchor="t" rtlCol="false" vert="horz" wrap="square" lIns="0" rIns="0" tIns="16510" bIns="0">
            <a:spAutoFit/>
          </a:bodyPr>
          <a:lstStyle>
            <a:lvl1pPr marL="520065" indent="-317500"/>
            <a:lvl2pPr marL="659765" indent="-266700"/>
            <a:lvl3pPr marL="799465" indent="-266700"/>
            <a:lvl4pPr marL="939165" indent="-266700"/>
            <a:lvl5pPr marL="1078865" indent="-266700"/>
            <a:lvl6pPr marL="1218565" indent="-266700"/>
            <a:lvl7pPr marL="1358265" indent="-266700"/>
            <a:lvl8pPr marL="1497965" indent="-266700"/>
            <a:lvl9pPr marL="1637665" indent="-266700"/>
          </a:lstStyle>
          <a:p>
            <a:pPr algn="l" indent="-189865" marL="202565">
              <a:lnSpc>
                <a:spcPts val="2810"/>
              </a:lnSpc>
              <a:spcBef>
                <a:spcPts val="130"/>
              </a:spcBef>
              <a:buClr>
                <a:srgbClr val="2CA1BE"/>
              </a:buClr>
              <a:buSzPct val="69000"/>
              <a:buChar char=""/>
              <a:tabLst>
                <a:tab pos="202565" algn="l"/>
              </a:tabLst>
              <a:defRPr/>
            </a:pPr>
            <a:r>
              <a:rPr lang="en-US" b="false" i="false" strike="noStrike" u="none" sz="2450" spc="-135">
                <a:solidFill>
                  <a:srgbClr val="1F2329"/>
                </a:solidFill>
                <a:latin typeface="Monaco"/>
                <a:ea typeface="Monaco"/>
                <a:cs typeface="Monaco"/>
                <a:sym typeface="Monaco"/>
              </a:rPr>
              <a:t>if</a:t>
            </a:r>
            <a:r>
              <a:rPr lang="en-US" b="false" i="false" strike="noStrike" u="none" sz="2450" spc="-869">
                <a:solidFill>
                  <a:srgbClr val="1F2329"/>
                </a:solidFill>
                <a:latin typeface="Monaco"/>
                <a:ea typeface="Monaco"/>
                <a:cs typeface="Monaco"/>
                <a:sym typeface="Monaco"/>
              </a:rPr>
              <a:t> </a:t>
            </a:r>
            <a:r>
              <a:rPr lang="en-US" b="false" i="false" strike="noStrike" u="none" sz="2450" spc="95">
                <a:solidFill>
                  <a:srgbClr val="1F2329"/>
                </a:solidFill>
                <a:latin typeface="Times New Roman"/>
                <a:ea typeface="Times New Roman"/>
                <a:cs typeface="Times New Roman"/>
                <a:sym typeface="Times New Roman"/>
              </a:rPr>
              <a:t>statement:</a:t>
            </a:r>
            <a:endParaRPr lang="en-US" sz="1100"/>
          </a:p>
          <a:p>
            <a:pPr algn="l" lvl="1" indent="-170815" marL="393065">
              <a:lnSpc>
                <a:spcPts val="2255"/>
              </a:lnSpc>
              <a:buClr>
                <a:srgbClr val="2CA1BE"/>
              </a:buClr>
              <a:buChar char="◦"/>
              <a:tabLst>
                <a:tab pos="393065" algn="l"/>
              </a:tabLst>
            </a:pPr>
            <a:r>
              <a:rPr lang="en-US" b="false" i="false" strike="noStrike" u="none" sz="2100" spc="65">
                <a:solidFill>
                  <a:srgbClr val="1F2329"/>
                </a:solidFill>
                <a:latin typeface="Times New Roman"/>
                <a:ea typeface="Times New Roman"/>
                <a:cs typeface="Times New Roman"/>
                <a:sym typeface="Times New Roman"/>
              </a:rPr>
              <a:t>Performs</a:t>
            </a:r>
            <a:r>
              <a:rPr lang="en-US" b="false" i="false" strike="noStrike" u="none" sz="2100" spc="-120">
                <a:solidFill>
                  <a:srgbClr val="1F2329"/>
                </a:solidFill>
                <a:latin typeface="Times New Roman"/>
                <a:ea typeface="Times New Roman"/>
                <a:cs typeface="Times New Roman"/>
                <a:sym typeface="Times New Roman"/>
              </a:rPr>
              <a:t> </a:t>
            </a:r>
            <a:r>
              <a:rPr lang="en-US" b="false" i="false" strike="noStrike" u="none" sz="2100" spc="105">
                <a:solidFill>
                  <a:srgbClr val="1F2329"/>
                </a:solidFill>
                <a:latin typeface="Times New Roman"/>
                <a:ea typeface="Times New Roman"/>
                <a:cs typeface="Times New Roman"/>
                <a:sym typeface="Times New Roman"/>
              </a:rPr>
              <a:t>an</a:t>
            </a:r>
            <a:r>
              <a:rPr lang="en-US" b="false" i="false" strike="noStrike" u="none" sz="2100" spc="-10">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action,</a:t>
            </a:r>
            <a:r>
              <a:rPr lang="en-US" b="false" i="false" strike="noStrike" u="none" sz="2100" spc="-20">
                <a:solidFill>
                  <a:srgbClr val="1F2329"/>
                </a:solidFill>
                <a:latin typeface="Times New Roman"/>
                <a:ea typeface="Times New Roman"/>
                <a:cs typeface="Times New Roman"/>
                <a:sym typeface="Times New Roman"/>
              </a:rPr>
              <a:t> </a:t>
            </a:r>
            <a:r>
              <a:rPr lang="en-US" b="false" i="false" strike="noStrike" u="none" sz="2100" spc="-30">
                <a:solidFill>
                  <a:srgbClr val="1F2329"/>
                </a:solidFill>
                <a:latin typeface="Times New Roman"/>
                <a:ea typeface="Times New Roman"/>
                <a:cs typeface="Times New Roman"/>
                <a:sym typeface="Times New Roman"/>
              </a:rPr>
              <a:t>if</a:t>
            </a:r>
            <a:r>
              <a:rPr lang="en-US" b="false" i="false" strike="noStrike" u="none" sz="2100" spc="-75">
                <a:solidFill>
                  <a:srgbClr val="1F2329"/>
                </a:solidFill>
                <a:latin typeface="Times New Roman"/>
                <a:ea typeface="Times New Roman"/>
                <a:cs typeface="Times New Roman"/>
                <a:sym typeface="Times New Roman"/>
              </a:rPr>
              <a:t> </a:t>
            </a:r>
            <a:r>
              <a:rPr lang="en-US" b="false" i="false" strike="noStrike" u="none" sz="2100" spc="80">
                <a:solidFill>
                  <a:srgbClr val="1F2329"/>
                </a:solidFill>
                <a:latin typeface="Times New Roman"/>
                <a:ea typeface="Times New Roman"/>
                <a:cs typeface="Times New Roman"/>
                <a:sym typeface="Times New Roman"/>
              </a:rPr>
              <a:t>a</a:t>
            </a:r>
            <a:r>
              <a:rPr lang="en-US" b="false" i="false" strike="noStrike" u="none" sz="2100" spc="-10">
                <a:solidFill>
                  <a:srgbClr val="1F2329"/>
                </a:solidFill>
                <a:latin typeface="Times New Roman"/>
                <a:ea typeface="Times New Roman"/>
                <a:cs typeface="Times New Roman"/>
                <a:sym typeface="Times New Roman"/>
              </a:rPr>
              <a:t> </a:t>
            </a:r>
            <a:r>
              <a:rPr lang="en-US" b="false" i="false" strike="noStrike" u="none" sz="2100" spc="60">
                <a:solidFill>
                  <a:srgbClr val="1F2329"/>
                </a:solidFill>
                <a:latin typeface="Times New Roman"/>
                <a:ea typeface="Times New Roman"/>
                <a:cs typeface="Times New Roman"/>
                <a:sym typeface="Times New Roman"/>
              </a:rPr>
              <a:t>condition</a:t>
            </a:r>
            <a:r>
              <a:rPr lang="en-US" b="false" i="false" strike="noStrike" u="none" sz="2100" spc="-90">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is</a:t>
            </a:r>
            <a:r>
              <a:rPr lang="en-US" b="false" i="false" strike="noStrike" u="none" sz="2100" spc="-45">
                <a:solidFill>
                  <a:srgbClr val="1F2329"/>
                </a:solidFill>
                <a:latin typeface="Times New Roman"/>
                <a:ea typeface="Times New Roman"/>
                <a:cs typeface="Times New Roman"/>
                <a:sym typeface="Times New Roman"/>
              </a:rPr>
              <a:t> </a:t>
            </a:r>
            <a:r>
              <a:rPr lang="en-US" b="false" i="false" strike="noStrike" u="none" sz="2100" spc="80">
                <a:solidFill>
                  <a:srgbClr val="1F2329"/>
                </a:solidFill>
                <a:latin typeface="Times New Roman"/>
                <a:ea typeface="Times New Roman"/>
                <a:cs typeface="Times New Roman"/>
                <a:sym typeface="Times New Roman"/>
              </a:rPr>
              <a:t>true;</a:t>
            </a:r>
            <a:r>
              <a:rPr lang="en-US" b="false" i="false" strike="noStrike" u="none" sz="2100" spc="10">
                <a:solidFill>
                  <a:srgbClr val="1F2329"/>
                </a:solidFill>
                <a:latin typeface="Times New Roman"/>
                <a:ea typeface="Times New Roman"/>
                <a:cs typeface="Times New Roman"/>
                <a:sym typeface="Times New Roman"/>
              </a:rPr>
              <a:t> </a:t>
            </a:r>
            <a:r>
              <a:rPr lang="en-US" b="false" i="false" strike="noStrike" u="none" sz="2100" spc="70">
                <a:solidFill>
                  <a:srgbClr val="1F2329"/>
                </a:solidFill>
                <a:latin typeface="Times New Roman"/>
                <a:ea typeface="Times New Roman"/>
                <a:cs typeface="Times New Roman"/>
                <a:sym typeface="Times New Roman"/>
              </a:rPr>
              <a:t>skips</a:t>
            </a:r>
            <a:r>
              <a:rPr lang="en-US" b="false" i="false" strike="noStrike" u="none" sz="2100" spc="-113">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it,</a:t>
            </a:r>
            <a:r>
              <a:rPr lang="en-US" b="false" i="false" strike="noStrike" u="none" sz="2100" spc="60">
                <a:solidFill>
                  <a:srgbClr val="1F2329"/>
                </a:solidFill>
                <a:latin typeface="Times New Roman"/>
                <a:ea typeface="Times New Roman"/>
                <a:cs typeface="Times New Roman"/>
                <a:sym typeface="Times New Roman"/>
              </a:rPr>
              <a:t> </a:t>
            </a:r>
            <a:r>
              <a:rPr lang="en-US" b="false" i="false" strike="noStrike" u="none" sz="2100" spc="-30">
                <a:solidFill>
                  <a:srgbClr val="1F2329"/>
                </a:solidFill>
                <a:latin typeface="Times New Roman"/>
                <a:ea typeface="Times New Roman"/>
                <a:cs typeface="Times New Roman"/>
                <a:sym typeface="Times New Roman"/>
              </a:rPr>
              <a:t>if</a:t>
            </a:r>
            <a:r>
              <a:rPr lang="en-US" b="false" i="false" strike="noStrike" u="none" sz="2100" spc="-75">
                <a:solidFill>
                  <a:srgbClr val="1F2329"/>
                </a:solidFill>
                <a:latin typeface="Times New Roman"/>
                <a:ea typeface="Times New Roman"/>
                <a:cs typeface="Times New Roman"/>
                <a:sym typeface="Times New Roman"/>
              </a:rPr>
              <a:t> </a:t>
            </a:r>
            <a:r>
              <a:rPr lang="en-US" b="false" i="false" strike="noStrike" u="none" sz="2100" spc="-10">
                <a:solidFill>
                  <a:srgbClr val="1F2329"/>
                </a:solidFill>
                <a:latin typeface="Times New Roman"/>
                <a:ea typeface="Times New Roman"/>
                <a:cs typeface="Times New Roman"/>
                <a:sym typeface="Times New Roman"/>
              </a:rPr>
              <a:t>false.</a:t>
            </a:r>
          </a:p>
          <a:p>
            <a:pPr algn="l" lvl="1" indent="-170815" marL="393065">
              <a:lnSpc>
                <a:spcPts val="2230"/>
              </a:lnSpc>
              <a:buClr>
                <a:srgbClr val="2CA1BE"/>
              </a:buClr>
              <a:buChar char="◦"/>
              <a:tabLst>
                <a:tab pos="393065" algn="l"/>
              </a:tabLst>
            </a:pPr>
            <a:r>
              <a:rPr lang="en-US" b="false" i="false" strike="noStrike" u="none" sz="2100">
                <a:solidFill>
                  <a:srgbClr val="0000FF"/>
                </a:solidFill>
                <a:latin typeface="Times New Roman"/>
                <a:ea typeface="Times New Roman"/>
                <a:cs typeface="Times New Roman"/>
                <a:sym typeface="Times New Roman"/>
              </a:rPr>
              <a:t>Single-</a:t>
            </a:r>
            <a:r>
              <a:rPr lang="en-US" b="false" i="false" strike="noStrike" u="none" sz="2100" spc="55">
                <a:solidFill>
                  <a:srgbClr val="0000FF"/>
                </a:solidFill>
                <a:latin typeface="Times New Roman"/>
                <a:ea typeface="Times New Roman"/>
                <a:cs typeface="Times New Roman"/>
                <a:sym typeface="Times New Roman"/>
              </a:rPr>
              <a:t>selection</a:t>
            </a:r>
            <a:r>
              <a:rPr lang="en-US" b="false" i="false" strike="noStrike" u="none" sz="2100" spc="-185">
                <a:solidFill>
                  <a:srgbClr val="0000FF"/>
                </a:solidFill>
                <a:latin typeface="Times New Roman"/>
                <a:ea typeface="Times New Roman"/>
                <a:cs typeface="Times New Roman"/>
                <a:sym typeface="Times New Roman"/>
              </a:rPr>
              <a:t> </a:t>
            </a:r>
            <a:r>
              <a:rPr lang="en-US" b="false" i="false" strike="noStrike" u="none" sz="2100" spc="85">
                <a:solidFill>
                  <a:srgbClr val="0000FF"/>
                </a:solidFill>
                <a:latin typeface="Times New Roman"/>
                <a:ea typeface="Times New Roman"/>
                <a:cs typeface="Times New Roman"/>
                <a:sym typeface="Times New Roman"/>
              </a:rPr>
              <a:t>statement</a:t>
            </a:r>
            <a:r>
              <a:rPr lang="en-US" b="false" i="false" strike="noStrike" u="none" sz="2100" spc="85">
                <a:solidFill>
                  <a:srgbClr val="1F2329"/>
                </a:solidFill>
                <a:latin typeface="Times New Roman"/>
                <a:ea typeface="Times New Roman"/>
                <a:cs typeface="Times New Roman"/>
                <a:sym typeface="Times New Roman"/>
              </a:rPr>
              <a:t>—</a:t>
            </a:r>
            <a:r>
              <a:rPr lang="en-US" b="false" i="false" strike="noStrike" u="none" sz="2100" spc="60">
                <a:solidFill>
                  <a:srgbClr val="1F2329"/>
                </a:solidFill>
                <a:latin typeface="Times New Roman"/>
                <a:ea typeface="Times New Roman"/>
                <a:cs typeface="Times New Roman"/>
                <a:sym typeface="Times New Roman"/>
              </a:rPr>
              <a:t>selects</a:t>
            </a:r>
            <a:r>
              <a:rPr lang="en-US" b="false" i="false" strike="noStrike" u="none" sz="2100" spc="-50">
                <a:solidFill>
                  <a:srgbClr val="1F2329"/>
                </a:solidFill>
                <a:latin typeface="Times New Roman"/>
                <a:ea typeface="Times New Roman"/>
                <a:cs typeface="Times New Roman"/>
                <a:sym typeface="Times New Roman"/>
              </a:rPr>
              <a:t> </a:t>
            </a:r>
            <a:r>
              <a:rPr lang="en-US" b="false" i="false" strike="noStrike" u="none" sz="2100" spc="113">
                <a:solidFill>
                  <a:srgbClr val="1F2329"/>
                </a:solidFill>
                <a:latin typeface="Times New Roman"/>
                <a:ea typeface="Times New Roman"/>
                <a:cs typeface="Times New Roman"/>
                <a:sym typeface="Times New Roman"/>
              </a:rPr>
              <a:t>or</a:t>
            </a:r>
            <a:r>
              <a:rPr lang="en-US" b="false" i="false" strike="noStrike" u="none" sz="2100" spc="-25">
                <a:solidFill>
                  <a:srgbClr val="1F2329"/>
                </a:solidFill>
                <a:latin typeface="Times New Roman"/>
                <a:ea typeface="Times New Roman"/>
                <a:cs typeface="Times New Roman"/>
                <a:sym typeface="Times New Roman"/>
              </a:rPr>
              <a:t> </a:t>
            </a:r>
            <a:r>
              <a:rPr lang="en-US" b="false" i="false" strike="noStrike" u="none" sz="2100" spc="80">
                <a:solidFill>
                  <a:srgbClr val="1F2329"/>
                </a:solidFill>
                <a:latin typeface="Times New Roman"/>
                <a:ea typeface="Times New Roman"/>
                <a:cs typeface="Times New Roman"/>
                <a:sym typeface="Times New Roman"/>
              </a:rPr>
              <a:t>ignores</a:t>
            </a:r>
            <a:r>
              <a:rPr lang="en-US" b="false" i="false" strike="noStrike" u="none" sz="2100" spc="-210">
                <a:solidFill>
                  <a:srgbClr val="1F2329"/>
                </a:solidFill>
                <a:latin typeface="Times New Roman"/>
                <a:ea typeface="Times New Roman"/>
                <a:cs typeface="Times New Roman"/>
                <a:sym typeface="Times New Roman"/>
              </a:rPr>
              <a:t> </a:t>
            </a:r>
            <a:r>
              <a:rPr lang="en-US" b="false" i="false" strike="noStrike" u="none" sz="2100" spc="80">
                <a:solidFill>
                  <a:srgbClr val="1F2329"/>
                </a:solidFill>
                <a:latin typeface="Times New Roman"/>
                <a:ea typeface="Times New Roman"/>
                <a:cs typeface="Times New Roman"/>
                <a:sym typeface="Times New Roman"/>
              </a:rPr>
              <a:t>a</a:t>
            </a:r>
            <a:r>
              <a:rPr lang="en-US" b="false" i="false" strike="noStrike" u="none" sz="2100" spc="-30">
                <a:solidFill>
                  <a:srgbClr val="1F2329"/>
                </a:solidFill>
                <a:latin typeface="Times New Roman"/>
                <a:ea typeface="Times New Roman"/>
                <a:cs typeface="Times New Roman"/>
                <a:sym typeface="Times New Roman"/>
              </a:rPr>
              <a:t> </a:t>
            </a:r>
            <a:r>
              <a:rPr lang="en-US" b="false" i="false" strike="noStrike" u="none" sz="2100" spc="50">
                <a:solidFill>
                  <a:srgbClr val="1F2329"/>
                </a:solidFill>
                <a:latin typeface="Times New Roman"/>
                <a:ea typeface="Times New Roman"/>
                <a:cs typeface="Times New Roman"/>
                <a:sym typeface="Times New Roman"/>
              </a:rPr>
              <a:t>single</a:t>
            </a:r>
            <a:r>
              <a:rPr lang="en-US" b="false" i="false" strike="noStrike" u="none" sz="2100" spc="-185">
                <a:solidFill>
                  <a:srgbClr val="1F2329"/>
                </a:solidFill>
                <a:latin typeface="Times New Roman"/>
                <a:ea typeface="Times New Roman"/>
                <a:cs typeface="Times New Roman"/>
                <a:sym typeface="Times New Roman"/>
              </a:rPr>
              <a:t> </a:t>
            </a:r>
            <a:r>
              <a:rPr lang="en-US" b="false" i="false" strike="noStrike" u="none" sz="2100" spc="50">
                <a:solidFill>
                  <a:srgbClr val="1F2329"/>
                </a:solidFill>
                <a:latin typeface="Times New Roman"/>
                <a:ea typeface="Times New Roman"/>
                <a:cs typeface="Times New Roman"/>
                <a:sym typeface="Times New Roman"/>
              </a:rPr>
              <a:t>action</a:t>
            </a:r>
            <a:r>
              <a:rPr lang="en-US" b="false" i="false" strike="noStrike" u="none" sz="2100" spc="-25">
                <a:solidFill>
                  <a:srgbClr val="1F2329"/>
                </a:solidFill>
                <a:latin typeface="Times New Roman"/>
                <a:ea typeface="Times New Roman"/>
                <a:cs typeface="Times New Roman"/>
                <a:sym typeface="Times New Roman"/>
              </a:rPr>
              <a:t> </a:t>
            </a:r>
            <a:r>
              <a:rPr lang="en-US" b="false" i="false" strike="noStrike" u="none" sz="2100" spc="113">
                <a:solidFill>
                  <a:srgbClr val="1F2329"/>
                </a:solidFill>
                <a:latin typeface="Times New Roman"/>
                <a:ea typeface="Times New Roman"/>
                <a:cs typeface="Times New Roman"/>
                <a:sym typeface="Times New Roman"/>
              </a:rPr>
              <a:t>(or</a:t>
            </a:r>
            <a:r>
              <a:rPr lang="en-US" b="false" i="false" strike="noStrike" u="none" sz="2100" spc="-105">
                <a:solidFill>
                  <a:srgbClr val="1F2329"/>
                </a:solidFill>
                <a:latin typeface="Times New Roman"/>
                <a:ea typeface="Times New Roman"/>
                <a:cs typeface="Times New Roman"/>
                <a:sym typeface="Times New Roman"/>
              </a:rPr>
              <a:t> </a:t>
            </a:r>
            <a:r>
              <a:rPr lang="en-US" b="false" i="false" strike="noStrike" u="none" sz="2100" spc="85">
                <a:solidFill>
                  <a:srgbClr val="1F2329"/>
                </a:solidFill>
                <a:latin typeface="Times New Roman"/>
                <a:ea typeface="Times New Roman"/>
                <a:cs typeface="Times New Roman"/>
                <a:sym typeface="Times New Roman"/>
              </a:rPr>
              <a:t>group</a:t>
            </a:r>
            <a:r>
              <a:rPr lang="en-US" b="false" i="false" strike="noStrike" u="none" sz="2100" spc="-100">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of</a:t>
            </a:r>
            <a:r>
              <a:rPr lang="en-US" b="false" i="false" strike="noStrike" u="none" sz="2100" spc="-10">
                <a:solidFill>
                  <a:srgbClr val="1F2329"/>
                </a:solidFill>
                <a:latin typeface="Times New Roman"/>
                <a:ea typeface="Times New Roman"/>
                <a:cs typeface="Times New Roman"/>
                <a:sym typeface="Times New Roman"/>
              </a:rPr>
              <a:t> </a:t>
            </a:r>
            <a:r>
              <a:rPr lang="en-US" b="false" i="false" strike="noStrike" u="none" sz="2100" spc="40">
                <a:solidFill>
                  <a:srgbClr val="1F2329"/>
                </a:solidFill>
                <a:latin typeface="Times New Roman"/>
                <a:ea typeface="Times New Roman"/>
                <a:cs typeface="Times New Roman"/>
                <a:sym typeface="Times New Roman"/>
              </a:rPr>
              <a:t>actions).</a:t>
            </a:r>
          </a:p>
          <a:p>
            <a:pPr algn="l" indent="-189865" marL="202565">
              <a:lnSpc>
                <a:spcPts val="2650"/>
              </a:lnSpc>
              <a:buClr>
                <a:srgbClr val="2CA1BE"/>
              </a:buClr>
              <a:buSzPct val="69000"/>
              <a:buChar char=""/>
              <a:tabLst>
                <a:tab pos="202565" algn="l"/>
              </a:tabLst>
            </a:pPr>
            <a:r>
              <a:rPr lang="en-US" b="false" i="false" strike="noStrike" u="none" sz="2450" spc="-200">
                <a:solidFill>
                  <a:srgbClr val="1F2329"/>
                </a:solidFill>
                <a:latin typeface="Monaco"/>
                <a:ea typeface="Monaco"/>
                <a:cs typeface="Monaco"/>
                <a:sym typeface="Monaco"/>
              </a:rPr>
              <a:t>if</a:t>
            </a:r>
            <a:r>
              <a:rPr lang="en-US" b="false" i="false" strike="noStrike" u="none" sz="2450" spc="-200">
                <a:solidFill>
                  <a:srgbClr val="1F2329"/>
                </a:solidFill>
                <a:latin typeface="Times New Roman"/>
                <a:ea typeface="Times New Roman"/>
                <a:cs typeface="Times New Roman"/>
                <a:sym typeface="Times New Roman"/>
              </a:rPr>
              <a:t>…</a:t>
            </a:r>
            <a:r>
              <a:rPr lang="en-US" b="false" i="false" strike="noStrike" u="none" sz="2450" spc="-200">
                <a:solidFill>
                  <a:srgbClr val="1F2329"/>
                </a:solidFill>
                <a:latin typeface="Monaco"/>
                <a:ea typeface="Monaco"/>
                <a:cs typeface="Monaco"/>
                <a:sym typeface="Monaco"/>
              </a:rPr>
              <a:t>else</a:t>
            </a:r>
            <a:r>
              <a:rPr lang="en-US" b="false" i="false" strike="noStrike" u="none" sz="2450" spc="-760">
                <a:solidFill>
                  <a:srgbClr val="1F2329"/>
                </a:solidFill>
                <a:latin typeface="Monaco"/>
                <a:ea typeface="Monaco"/>
                <a:cs typeface="Monaco"/>
                <a:sym typeface="Monaco"/>
              </a:rPr>
              <a:t> </a:t>
            </a:r>
            <a:r>
              <a:rPr lang="en-US" b="false" i="false" strike="noStrike" u="none" sz="2450" spc="95">
                <a:solidFill>
                  <a:srgbClr val="1F2329"/>
                </a:solidFill>
                <a:latin typeface="Times New Roman"/>
                <a:ea typeface="Times New Roman"/>
                <a:cs typeface="Times New Roman"/>
                <a:sym typeface="Times New Roman"/>
              </a:rPr>
              <a:t>statement:</a:t>
            </a:r>
          </a:p>
          <a:p>
            <a:pPr algn="l" lvl="1" indent="-170815" marL="393065">
              <a:lnSpc>
                <a:spcPts val="2145"/>
              </a:lnSpc>
              <a:buClr>
                <a:srgbClr val="2CA1BE"/>
              </a:buClr>
              <a:buChar char="◦"/>
              <a:tabLst>
                <a:tab pos="393065" algn="l"/>
              </a:tabLst>
            </a:pPr>
            <a:r>
              <a:rPr lang="en-US" b="false" i="false" strike="noStrike" u="none" sz="2100" spc="65">
                <a:solidFill>
                  <a:srgbClr val="1F2329"/>
                </a:solidFill>
                <a:latin typeface="Times New Roman"/>
                <a:ea typeface="Times New Roman"/>
                <a:cs typeface="Times New Roman"/>
                <a:sym typeface="Times New Roman"/>
              </a:rPr>
              <a:t>Performs</a:t>
            </a:r>
            <a:r>
              <a:rPr lang="en-US" b="false" i="false" strike="noStrike" u="none" sz="2100" spc="-145">
                <a:solidFill>
                  <a:srgbClr val="1F2329"/>
                </a:solidFill>
                <a:latin typeface="Times New Roman"/>
                <a:ea typeface="Times New Roman"/>
                <a:cs typeface="Times New Roman"/>
                <a:sym typeface="Times New Roman"/>
              </a:rPr>
              <a:t> </a:t>
            </a:r>
            <a:r>
              <a:rPr lang="en-US" b="false" i="false" strike="noStrike" u="none" sz="2100" spc="105">
                <a:solidFill>
                  <a:srgbClr val="1F2329"/>
                </a:solidFill>
                <a:latin typeface="Times New Roman"/>
                <a:ea typeface="Times New Roman"/>
                <a:cs typeface="Times New Roman"/>
                <a:sym typeface="Times New Roman"/>
              </a:rPr>
              <a:t>an</a:t>
            </a:r>
            <a:r>
              <a:rPr lang="en-US" b="false" i="false" strike="noStrike" u="none" sz="2100" spc="-40">
                <a:solidFill>
                  <a:srgbClr val="1F2329"/>
                </a:solidFill>
                <a:latin typeface="Times New Roman"/>
                <a:ea typeface="Times New Roman"/>
                <a:cs typeface="Times New Roman"/>
                <a:sym typeface="Times New Roman"/>
              </a:rPr>
              <a:t> </a:t>
            </a:r>
            <a:r>
              <a:rPr lang="en-US" b="false" i="false" strike="noStrike" u="none" sz="2100" spc="55">
                <a:solidFill>
                  <a:srgbClr val="1F2329"/>
                </a:solidFill>
                <a:latin typeface="Times New Roman"/>
                <a:ea typeface="Times New Roman"/>
                <a:cs typeface="Times New Roman"/>
                <a:sym typeface="Times New Roman"/>
              </a:rPr>
              <a:t>action</a:t>
            </a:r>
            <a:r>
              <a:rPr lang="en-US" b="false" i="false" strike="noStrike" u="none" sz="2100" spc="-40">
                <a:solidFill>
                  <a:srgbClr val="1F2329"/>
                </a:solidFill>
                <a:latin typeface="Times New Roman"/>
                <a:ea typeface="Times New Roman"/>
                <a:cs typeface="Times New Roman"/>
                <a:sym typeface="Times New Roman"/>
              </a:rPr>
              <a:t> </a:t>
            </a:r>
            <a:r>
              <a:rPr lang="en-US" b="false" i="false" strike="noStrike" u="none" sz="2100" spc="-30">
                <a:solidFill>
                  <a:srgbClr val="1F2329"/>
                </a:solidFill>
                <a:latin typeface="Times New Roman"/>
                <a:ea typeface="Times New Roman"/>
                <a:cs typeface="Times New Roman"/>
                <a:sym typeface="Times New Roman"/>
              </a:rPr>
              <a:t>if</a:t>
            </a:r>
            <a:r>
              <a:rPr lang="en-US" b="false" i="false" strike="noStrike" u="none" sz="2100" spc="-100">
                <a:solidFill>
                  <a:srgbClr val="1F2329"/>
                </a:solidFill>
                <a:latin typeface="Times New Roman"/>
                <a:ea typeface="Times New Roman"/>
                <a:cs typeface="Times New Roman"/>
                <a:sym typeface="Times New Roman"/>
              </a:rPr>
              <a:t> </a:t>
            </a:r>
            <a:r>
              <a:rPr lang="en-US" b="false" i="false" strike="noStrike" u="none" sz="2100" spc="80">
                <a:solidFill>
                  <a:srgbClr val="1F2329"/>
                </a:solidFill>
                <a:latin typeface="Times New Roman"/>
                <a:ea typeface="Times New Roman"/>
                <a:cs typeface="Times New Roman"/>
                <a:sym typeface="Times New Roman"/>
              </a:rPr>
              <a:t>a</a:t>
            </a:r>
            <a:r>
              <a:rPr lang="en-US" b="false" i="false" strike="noStrike" u="none" sz="2100" spc="-40">
                <a:solidFill>
                  <a:srgbClr val="1F2329"/>
                </a:solidFill>
                <a:latin typeface="Times New Roman"/>
                <a:ea typeface="Times New Roman"/>
                <a:cs typeface="Times New Roman"/>
                <a:sym typeface="Times New Roman"/>
              </a:rPr>
              <a:t> </a:t>
            </a:r>
            <a:r>
              <a:rPr lang="en-US" b="false" i="false" strike="noStrike" u="none" sz="2100" spc="60">
                <a:solidFill>
                  <a:srgbClr val="1F2329"/>
                </a:solidFill>
                <a:latin typeface="Times New Roman"/>
                <a:ea typeface="Times New Roman"/>
                <a:cs typeface="Times New Roman"/>
                <a:sym typeface="Times New Roman"/>
              </a:rPr>
              <a:t>condition</a:t>
            </a:r>
            <a:r>
              <a:rPr lang="en-US" b="false" i="false" strike="noStrike" u="none" sz="2100" spc="-113">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is</a:t>
            </a:r>
            <a:r>
              <a:rPr lang="en-US" b="false" i="false" strike="noStrike" u="none" sz="2100" spc="-70">
                <a:solidFill>
                  <a:srgbClr val="1F2329"/>
                </a:solidFill>
                <a:latin typeface="Times New Roman"/>
                <a:ea typeface="Times New Roman"/>
                <a:cs typeface="Times New Roman"/>
                <a:sym typeface="Times New Roman"/>
              </a:rPr>
              <a:t> </a:t>
            </a:r>
            <a:r>
              <a:rPr lang="en-US" b="false" i="false" strike="noStrike" u="none" sz="2100" spc="105">
                <a:solidFill>
                  <a:srgbClr val="1F2329"/>
                </a:solidFill>
                <a:latin typeface="Times New Roman"/>
                <a:ea typeface="Times New Roman"/>
                <a:cs typeface="Times New Roman"/>
                <a:sym typeface="Times New Roman"/>
              </a:rPr>
              <a:t>true</a:t>
            </a:r>
            <a:r>
              <a:rPr lang="en-US" b="false" i="false" strike="noStrike" u="none" sz="2100" spc="30">
                <a:solidFill>
                  <a:srgbClr val="1F2329"/>
                </a:solidFill>
                <a:latin typeface="Times New Roman"/>
                <a:ea typeface="Times New Roman"/>
                <a:cs typeface="Times New Roman"/>
                <a:sym typeface="Times New Roman"/>
              </a:rPr>
              <a:t> </a:t>
            </a:r>
            <a:r>
              <a:rPr lang="en-US" b="false" i="false" strike="noStrike" u="none" sz="2100" spc="113">
                <a:solidFill>
                  <a:srgbClr val="1F2329"/>
                </a:solidFill>
                <a:latin typeface="Times New Roman"/>
                <a:ea typeface="Times New Roman"/>
                <a:cs typeface="Times New Roman"/>
                <a:sym typeface="Times New Roman"/>
              </a:rPr>
              <a:t>and</a:t>
            </a:r>
            <a:r>
              <a:rPr lang="en-US" b="false" i="false" strike="noStrike" u="none" sz="2100" spc="-110">
                <a:solidFill>
                  <a:srgbClr val="1F2329"/>
                </a:solidFill>
                <a:latin typeface="Times New Roman"/>
                <a:ea typeface="Times New Roman"/>
                <a:cs typeface="Times New Roman"/>
                <a:sym typeface="Times New Roman"/>
              </a:rPr>
              <a:t> </a:t>
            </a:r>
            <a:r>
              <a:rPr lang="en-US" b="false" i="false" strike="noStrike" u="none" sz="2100" spc="90">
                <a:solidFill>
                  <a:srgbClr val="1F2329"/>
                </a:solidFill>
                <a:latin typeface="Times New Roman"/>
                <a:ea typeface="Times New Roman"/>
                <a:cs typeface="Times New Roman"/>
                <a:sym typeface="Times New Roman"/>
              </a:rPr>
              <a:t>performs</a:t>
            </a:r>
            <a:r>
              <a:rPr lang="en-US" b="false" i="false" strike="noStrike" u="none" sz="2100" spc="-220">
                <a:solidFill>
                  <a:srgbClr val="1F2329"/>
                </a:solidFill>
                <a:latin typeface="Times New Roman"/>
                <a:ea typeface="Times New Roman"/>
                <a:cs typeface="Times New Roman"/>
                <a:sym typeface="Times New Roman"/>
              </a:rPr>
              <a:t> </a:t>
            </a:r>
            <a:r>
              <a:rPr lang="en-US" b="false" i="false" strike="noStrike" u="none" sz="2100" spc="80">
                <a:solidFill>
                  <a:srgbClr val="1F2329"/>
                </a:solidFill>
                <a:latin typeface="Times New Roman"/>
                <a:ea typeface="Times New Roman"/>
                <a:cs typeface="Times New Roman"/>
                <a:sym typeface="Times New Roman"/>
              </a:rPr>
              <a:t>a</a:t>
            </a:r>
            <a:r>
              <a:rPr lang="en-US" b="false" i="false" strike="noStrike" u="none" sz="2100" spc="-40">
                <a:solidFill>
                  <a:srgbClr val="1F2329"/>
                </a:solidFill>
                <a:latin typeface="Times New Roman"/>
                <a:ea typeface="Times New Roman"/>
                <a:cs typeface="Times New Roman"/>
                <a:sym typeface="Times New Roman"/>
              </a:rPr>
              <a:t> </a:t>
            </a:r>
            <a:r>
              <a:rPr lang="en-US" b="false" i="false" strike="noStrike" u="none" sz="2100" spc="65">
                <a:solidFill>
                  <a:srgbClr val="1F2329"/>
                </a:solidFill>
                <a:latin typeface="Times New Roman"/>
                <a:ea typeface="Times New Roman"/>
                <a:cs typeface="Times New Roman"/>
                <a:sym typeface="Times New Roman"/>
              </a:rPr>
              <a:t>different</a:t>
            </a:r>
            <a:r>
              <a:rPr lang="en-US" b="false" i="false" strike="noStrike" u="none" sz="2100" spc="-175">
                <a:solidFill>
                  <a:srgbClr val="1F2329"/>
                </a:solidFill>
                <a:latin typeface="Times New Roman"/>
                <a:ea typeface="Times New Roman"/>
                <a:cs typeface="Times New Roman"/>
                <a:sym typeface="Times New Roman"/>
              </a:rPr>
              <a:t> </a:t>
            </a:r>
            <a:r>
              <a:rPr lang="en-US" b="false" i="false" strike="noStrike" u="none" sz="2100" spc="55">
                <a:solidFill>
                  <a:srgbClr val="1F2329"/>
                </a:solidFill>
                <a:latin typeface="Times New Roman"/>
                <a:ea typeface="Times New Roman"/>
                <a:cs typeface="Times New Roman"/>
                <a:sym typeface="Times New Roman"/>
              </a:rPr>
              <a:t>action</a:t>
            </a:r>
            <a:r>
              <a:rPr lang="en-US" b="false" i="false" strike="noStrike" u="none" sz="2100" spc="-40">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if</a:t>
            </a:r>
            <a:r>
              <a:rPr lang="en-US" b="false" i="false" strike="noStrike" u="none" sz="2100" spc="-30">
                <a:solidFill>
                  <a:srgbClr val="1F2329"/>
                </a:solidFill>
                <a:latin typeface="Times New Roman"/>
                <a:ea typeface="Times New Roman"/>
                <a:cs typeface="Times New Roman"/>
                <a:sym typeface="Times New Roman"/>
              </a:rPr>
              <a:t> </a:t>
            </a:r>
            <a:r>
              <a:rPr lang="en-US" b="false" i="false" strike="noStrike" u="none" sz="2100" spc="75">
                <a:solidFill>
                  <a:srgbClr val="1F2329"/>
                </a:solidFill>
                <a:latin typeface="Times New Roman"/>
                <a:ea typeface="Times New Roman"/>
                <a:cs typeface="Times New Roman"/>
                <a:sym typeface="Times New Roman"/>
              </a:rPr>
              <a:t>the</a:t>
            </a:r>
            <a:r>
              <a:rPr lang="en-US" b="false" i="false" strike="noStrike" u="none" sz="2100" spc="-40">
                <a:solidFill>
                  <a:srgbClr val="1F2329"/>
                </a:solidFill>
                <a:latin typeface="Times New Roman"/>
                <a:ea typeface="Times New Roman"/>
                <a:cs typeface="Times New Roman"/>
                <a:sym typeface="Times New Roman"/>
              </a:rPr>
              <a:t> </a:t>
            </a:r>
            <a:r>
              <a:rPr lang="en-US" b="false" i="false" strike="noStrike" u="none" sz="2100" spc="60">
                <a:solidFill>
                  <a:srgbClr val="1F2329"/>
                </a:solidFill>
                <a:latin typeface="Times New Roman"/>
                <a:ea typeface="Times New Roman"/>
                <a:cs typeface="Times New Roman"/>
                <a:sym typeface="Times New Roman"/>
              </a:rPr>
              <a:t>condition</a:t>
            </a:r>
            <a:r>
              <a:rPr lang="en-US" b="false" i="false" strike="noStrike" u="none" sz="2100" spc="-40">
                <a:solidFill>
                  <a:srgbClr val="1F2329"/>
                </a:solidFill>
                <a:latin typeface="Times New Roman"/>
                <a:ea typeface="Times New Roman"/>
                <a:cs typeface="Times New Roman"/>
                <a:sym typeface="Times New Roman"/>
              </a:rPr>
              <a:t> </a:t>
            </a:r>
            <a:r>
              <a:rPr lang="en-US" b="false" i="false" strike="noStrike" u="none" sz="2100" spc="-25">
                <a:solidFill>
                  <a:srgbClr val="1F2329"/>
                </a:solidFill>
                <a:latin typeface="Times New Roman"/>
                <a:ea typeface="Times New Roman"/>
                <a:cs typeface="Times New Roman"/>
                <a:sym typeface="Times New Roman"/>
              </a:rPr>
              <a:t>is</a:t>
            </a:r>
          </a:p>
          <a:p>
            <a:pPr algn="l" marL="393700" indent="0">
              <a:lnSpc>
                <a:spcPts val="2140"/>
              </a:lnSpc>
            </a:pPr>
            <a:r>
              <a:rPr lang="en-US" b="false" i="false" strike="noStrike" u="none" sz="2100" spc="-10">
                <a:solidFill>
                  <a:srgbClr val="1F2329"/>
                </a:solidFill>
                <a:latin typeface="Times New Roman"/>
                <a:ea typeface="Times New Roman"/>
                <a:cs typeface="Times New Roman"/>
                <a:sym typeface="Times New Roman"/>
              </a:rPr>
              <a:t>false.</a:t>
            </a:r>
          </a:p>
          <a:p>
            <a:pPr algn="l" lvl="1" indent="-170815" marL="393065">
              <a:lnSpc>
                <a:spcPts val="2230"/>
              </a:lnSpc>
              <a:buClr>
                <a:srgbClr val="2CA1BE"/>
              </a:buClr>
              <a:buChar char="◦"/>
              <a:tabLst>
                <a:tab pos="393065" algn="l"/>
              </a:tabLst>
            </a:pPr>
            <a:r>
              <a:rPr lang="en-US" b="false" i="false" strike="noStrike" u="none" sz="2100">
                <a:solidFill>
                  <a:srgbClr val="0000FF"/>
                </a:solidFill>
                <a:latin typeface="Times New Roman"/>
                <a:ea typeface="Times New Roman"/>
                <a:cs typeface="Times New Roman"/>
                <a:sym typeface="Times New Roman"/>
              </a:rPr>
              <a:t>Double-</a:t>
            </a:r>
            <a:r>
              <a:rPr lang="en-US" b="false" i="false" strike="noStrike" u="none" sz="2100" spc="55">
                <a:solidFill>
                  <a:srgbClr val="0000FF"/>
                </a:solidFill>
                <a:latin typeface="Times New Roman"/>
                <a:ea typeface="Times New Roman"/>
                <a:cs typeface="Times New Roman"/>
                <a:sym typeface="Times New Roman"/>
              </a:rPr>
              <a:t>selection</a:t>
            </a:r>
            <a:r>
              <a:rPr lang="en-US" b="false" i="false" strike="noStrike" u="none" sz="2100" spc="-95">
                <a:solidFill>
                  <a:srgbClr val="0000FF"/>
                </a:solidFill>
                <a:latin typeface="Times New Roman"/>
                <a:ea typeface="Times New Roman"/>
                <a:cs typeface="Times New Roman"/>
                <a:sym typeface="Times New Roman"/>
              </a:rPr>
              <a:t> </a:t>
            </a:r>
            <a:r>
              <a:rPr lang="en-US" b="false" i="false" strike="noStrike" u="none" sz="2100" spc="85">
                <a:solidFill>
                  <a:srgbClr val="0000FF"/>
                </a:solidFill>
                <a:latin typeface="Times New Roman"/>
                <a:ea typeface="Times New Roman"/>
                <a:cs typeface="Times New Roman"/>
                <a:sym typeface="Times New Roman"/>
              </a:rPr>
              <a:t>statement</a:t>
            </a:r>
            <a:r>
              <a:rPr lang="en-US" b="false" i="false" strike="noStrike" u="none" sz="2100" spc="85">
                <a:solidFill>
                  <a:srgbClr val="1F2329"/>
                </a:solidFill>
                <a:latin typeface="Times New Roman"/>
                <a:ea typeface="Times New Roman"/>
                <a:cs typeface="Times New Roman"/>
                <a:sym typeface="Times New Roman"/>
              </a:rPr>
              <a:t>—</a:t>
            </a:r>
            <a:r>
              <a:rPr lang="en-US" b="false" i="false" strike="noStrike" u="none" sz="2100" spc="60">
                <a:solidFill>
                  <a:srgbClr val="1F2329"/>
                </a:solidFill>
                <a:latin typeface="Times New Roman"/>
                <a:ea typeface="Times New Roman"/>
                <a:cs typeface="Times New Roman"/>
                <a:sym typeface="Times New Roman"/>
              </a:rPr>
              <a:t>selects</a:t>
            </a:r>
            <a:r>
              <a:rPr lang="en-US" b="false" i="false" strike="noStrike" u="none" sz="2100" spc="-35">
                <a:solidFill>
                  <a:srgbClr val="1F2329"/>
                </a:solidFill>
                <a:latin typeface="Times New Roman"/>
                <a:ea typeface="Times New Roman"/>
                <a:cs typeface="Times New Roman"/>
                <a:sym typeface="Times New Roman"/>
              </a:rPr>
              <a:t> </a:t>
            </a:r>
            <a:r>
              <a:rPr lang="en-US" b="false" i="false" strike="noStrike" u="none" sz="2100" spc="100">
                <a:solidFill>
                  <a:srgbClr val="1F2329"/>
                </a:solidFill>
                <a:latin typeface="Times New Roman"/>
                <a:ea typeface="Times New Roman"/>
                <a:cs typeface="Times New Roman"/>
                <a:sym typeface="Times New Roman"/>
              </a:rPr>
              <a:t>between</a:t>
            </a:r>
            <a:r>
              <a:rPr lang="en-US" b="false" i="false" strike="noStrike" u="none" sz="2100" spc="-95">
                <a:solidFill>
                  <a:srgbClr val="1F2329"/>
                </a:solidFill>
                <a:latin typeface="Times New Roman"/>
                <a:ea typeface="Times New Roman"/>
                <a:cs typeface="Times New Roman"/>
                <a:sym typeface="Times New Roman"/>
              </a:rPr>
              <a:t> </a:t>
            </a:r>
            <a:r>
              <a:rPr lang="en-US" b="false" i="false" strike="noStrike" u="none" sz="2100" spc="90">
                <a:solidFill>
                  <a:srgbClr val="1F2329"/>
                </a:solidFill>
                <a:latin typeface="Times New Roman"/>
                <a:ea typeface="Times New Roman"/>
                <a:cs typeface="Times New Roman"/>
                <a:sym typeface="Times New Roman"/>
              </a:rPr>
              <a:t>two</a:t>
            </a:r>
            <a:r>
              <a:rPr lang="en-US" b="false" i="false" strike="noStrike" u="none" sz="2100" spc="-25">
                <a:solidFill>
                  <a:srgbClr val="1F2329"/>
                </a:solidFill>
                <a:latin typeface="Times New Roman"/>
                <a:ea typeface="Times New Roman"/>
                <a:cs typeface="Times New Roman"/>
                <a:sym typeface="Times New Roman"/>
              </a:rPr>
              <a:t> </a:t>
            </a:r>
            <a:r>
              <a:rPr lang="en-US" b="false" i="false" strike="noStrike" u="none" sz="2100" spc="65">
                <a:solidFill>
                  <a:srgbClr val="1F2329"/>
                </a:solidFill>
                <a:latin typeface="Times New Roman"/>
                <a:ea typeface="Times New Roman"/>
                <a:cs typeface="Times New Roman"/>
                <a:sym typeface="Times New Roman"/>
              </a:rPr>
              <a:t>different</a:t>
            </a:r>
            <a:r>
              <a:rPr lang="en-US" b="false" i="false" strike="noStrike" u="none" sz="2100" spc="-160">
                <a:solidFill>
                  <a:srgbClr val="1F2329"/>
                </a:solidFill>
                <a:latin typeface="Times New Roman"/>
                <a:ea typeface="Times New Roman"/>
                <a:cs typeface="Times New Roman"/>
                <a:sym typeface="Times New Roman"/>
              </a:rPr>
              <a:t> </a:t>
            </a:r>
            <a:r>
              <a:rPr lang="en-US" b="false" i="false" strike="noStrike" u="none" sz="2100" spc="60">
                <a:solidFill>
                  <a:srgbClr val="1F2329"/>
                </a:solidFill>
                <a:latin typeface="Times New Roman"/>
                <a:ea typeface="Times New Roman"/>
                <a:cs typeface="Times New Roman"/>
                <a:sym typeface="Times New Roman"/>
              </a:rPr>
              <a:t>actions</a:t>
            </a:r>
            <a:r>
              <a:rPr lang="en-US" b="false" i="false" strike="noStrike" u="none" sz="2100" spc="-35">
                <a:solidFill>
                  <a:srgbClr val="1F2329"/>
                </a:solidFill>
                <a:latin typeface="Times New Roman"/>
                <a:ea typeface="Times New Roman"/>
                <a:cs typeface="Times New Roman"/>
                <a:sym typeface="Times New Roman"/>
              </a:rPr>
              <a:t> </a:t>
            </a:r>
            <a:r>
              <a:rPr lang="en-US" b="false" i="false" strike="noStrike" u="none" sz="2100" spc="113">
                <a:solidFill>
                  <a:srgbClr val="1F2329"/>
                </a:solidFill>
                <a:latin typeface="Times New Roman"/>
                <a:ea typeface="Times New Roman"/>
                <a:cs typeface="Times New Roman"/>
                <a:sym typeface="Times New Roman"/>
              </a:rPr>
              <a:t>(or</a:t>
            </a:r>
            <a:r>
              <a:rPr lang="en-US" b="false" i="false" strike="noStrike" u="none" sz="2100" spc="-85">
                <a:solidFill>
                  <a:srgbClr val="1F2329"/>
                </a:solidFill>
                <a:latin typeface="Times New Roman"/>
                <a:ea typeface="Times New Roman"/>
                <a:cs typeface="Times New Roman"/>
                <a:sym typeface="Times New Roman"/>
              </a:rPr>
              <a:t> </a:t>
            </a:r>
            <a:r>
              <a:rPr lang="en-US" b="false" i="false" strike="noStrike" u="none" sz="2100" spc="80">
                <a:solidFill>
                  <a:srgbClr val="1F2329"/>
                </a:solidFill>
                <a:latin typeface="Times New Roman"/>
                <a:ea typeface="Times New Roman"/>
                <a:cs typeface="Times New Roman"/>
                <a:sym typeface="Times New Roman"/>
              </a:rPr>
              <a:t>groups</a:t>
            </a:r>
            <a:r>
              <a:rPr lang="en-US" b="false" i="false" strike="noStrike" u="none" sz="2100" spc="-120">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of</a:t>
            </a:r>
            <a:r>
              <a:rPr lang="en-US" b="false" i="false" strike="noStrike" u="none" sz="2100" spc="5">
                <a:solidFill>
                  <a:srgbClr val="1F2329"/>
                </a:solidFill>
                <a:latin typeface="Times New Roman"/>
                <a:ea typeface="Times New Roman"/>
                <a:cs typeface="Times New Roman"/>
                <a:sym typeface="Times New Roman"/>
              </a:rPr>
              <a:t> </a:t>
            </a:r>
            <a:r>
              <a:rPr lang="en-US" b="false" i="false" strike="noStrike" u="none" sz="2100" spc="40">
                <a:solidFill>
                  <a:srgbClr val="1F2329"/>
                </a:solidFill>
                <a:latin typeface="Times New Roman"/>
                <a:ea typeface="Times New Roman"/>
                <a:cs typeface="Times New Roman"/>
                <a:sym typeface="Times New Roman"/>
              </a:rPr>
              <a:t>actions).</a:t>
            </a:r>
          </a:p>
          <a:p>
            <a:pPr algn="l" indent="-189865" marL="202565">
              <a:lnSpc>
                <a:spcPts val="2650"/>
              </a:lnSpc>
              <a:buClr>
                <a:srgbClr val="2CA1BE"/>
              </a:buClr>
              <a:buSzPct val="69000"/>
              <a:buChar char=""/>
              <a:tabLst>
                <a:tab pos="202565" algn="l"/>
              </a:tabLst>
            </a:pPr>
            <a:r>
              <a:rPr lang="en-US" b="false" i="false" strike="noStrike" u="none" sz="2450" spc="-140">
                <a:solidFill>
                  <a:srgbClr val="1F2329"/>
                </a:solidFill>
                <a:latin typeface="Monaco"/>
                <a:ea typeface="Monaco"/>
                <a:cs typeface="Monaco"/>
                <a:sym typeface="Monaco"/>
              </a:rPr>
              <a:t>switch</a:t>
            </a:r>
            <a:r>
              <a:rPr lang="en-US" b="false" i="false" strike="noStrike" u="none" sz="2450" spc="-760">
                <a:solidFill>
                  <a:srgbClr val="1F2329"/>
                </a:solidFill>
                <a:latin typeface="Monaco"/>
                <a:ea typeface="Monaco"/>
                <a:cs typeface="Monaco"/>
                <a:sym typeface="Monaco"/>
              </a:rPr>
              <a:t> </a:t>
            </a:r>
            <a:r>
              <a:rPr lang="en-US" b="false" i="false" strike="noStrike" u="none" sz="2450" spc="110">
                <a:solidFill>
                  <a:srgbClr val="1F2329"/>
                </a:solidFill>
                <a:latin typeface="Times New Roman"/>
                <a:ea typeface="Times New Roman"/>
                <a:cs typeface="Times New Roman"/>
                <a:sym typeface="Times New Roman"/>
              </a:rPr>
              <a:t>statement</a:t>
            </a:r>
          </a:p>
          <a:p>
            <a:pPr algn="l" lvl="1" indent="-170815" marL="393065">
              <a:lnSpc>
                <a:spcPts val="2255"/>
              </a:lnSpc>
              <a:buClr>
                <a:srgbClr val="2CA1BE"/>
              </a:buClr>
              <a:buChar char="◦"/>
              <a:tabLst>
                <a:tab pos="393065" algn="l"/>
              </a:tabLst>
            </a:pPr>
            <a:r>
              <a:rPr lang="en-US" b="false" i="false" strike="noStrike" u="none" sz="2100" spc="65">
                <a:solidFill>
                  <a:srgbClr val="1F2329"/>
                </a:solidFill>
                <a:latin typeface="Times New Roman"/>
                <a:ea typeface="Times New Roman"/>
                <a:cs typeface="Times New Roman"/>
                <a:sym typeface="Times New Roman"/>
              </a:rPr>
              <a:t>Performs</a:t>
            </a:r>
            <a:r>
              <a:rPr lang="en-US" b="false" i="false" strike="noStrike" u="none" sz="2100" spc="-110">
                <a:solidFill>
                  <a:srgbClr val="1F2329"/>
                </a:solidFill>
                <a:latin typeface="Times New Roman"/>
                <a:ea typeface="Times New Roman"/>
                <a:cs typeface="Times New Roman"/>
                <a:sym typeface="Times New Roman"/>
              </a:rPr>
              <a:t> </a:t>
            </a:r>
            <a:r>
              <a:rPr lang="en-US" b="false" i="false" strike="noStrike" u="none" sz="2100" spc="90">
                <a:solidFill>
                  <a:srgbClr val="1F2329"/>
                </a:solidFill>
                <a:latin typeface="Times New Roman"/>
                <a:ea typeface="Times New Roman"/>
                <a:cs typeface="Times New Roman"/>
                <a:sym typeface="Times New Roman"/>
              </a:rPr>
              <a:t>one</a:t>
            </a:r>
            <a:r>
              <a:rPr lang="en-US" b="false" i="false" strike="noStrike" u="none" sz="2100" spc="5">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of</a:t>
            </a:r>
            <a:r>
              <a:rPr lang="en-US" b="false" i="false" strike="noStrike" u="none" sz="2100" spc="-60">
                <a:solidFill>
                  <a:srgbClr val="1F2329"/>
                </a:solidFill>
                <a:latin typeface="Times New Roman"/>
                <a:ea typeface="Times New Roman"/>
                <a:cs typeface="Times New Roman"/>
                <a:sym typeface="Times New Roman"/>
              </a:rPr>
              <a:t> </a:t>
            </a:r>
            <a:r>
              <a:rPr lang="en-US" b="false" i="false" strike="noStrike" u="none" sz="2100" spc="70">
                <a:solidFill>
                  <a:srgbClr val="1F2329"/>
                </a:solidFill>
                <a:latin typeface="Times New Roman"/>
                <a:ea typeface="Times New Roman"/>
                <a:cs typeface="Times New Roman"/>
                <a:sym typeface="Times New Roman"/>
              </a:rPr>
              <a:t>several</a:t>
            </a:r>
            <a:r>
              <a:rPr lang="en-US" b="false" i="false" strike="noStrike" u="none" sz="2100" spc="-75">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actions,</a:t>
            </a:r>
            <a:r>
              <a:rPr lang="en-US" b="false" i="false" strike="noStrike" u="none" sz="2100" spc="-90">
                <a:solidFill>
                  <a:srgbClr val="1F2329"/>
                </a:solidFill>
                <a:latin typeface="Times New Roman"/>
                <a:ea typeface="Times New Roman"/>
                <a:cs typeface="Times New Roman"/>
                <a:sym typeface="Times New Roman"/>
              </a:rPr>
              <a:t> </a:t>
            </a:r>
            <a:r>
              <a:rPr lang="en-US" b="false" i="false" strike="noStrike" u="none" sz="2100" spc="90">
                <a:solidFill>
                  <a:srgbClr val="1F2329"/>
                </a:solidFill>
                <a:latin typeface="Times New Roman"/>
                <a:ea typeface="Times New Roman"/>
                <a:cs typeface="Times New Roman"/>
                <a:sym typeface="Times New Roman"/>
              </a:rPr>
              <a:t>based</a:t>
            </a:r>
            <a:r>
              <a:rPr lang="en-US" b="false" i="false" strike="noStrike" u="none" sz="2100" spc="15">
                <a:solidFill>
                  <a:srgbClr val="1F2329"/>
                </a:solidFill>
                <a:latin typeface="Times New Roman"/>
                <a:ea typeface="Times New Roman"/>
                <a:cs typeface="Times New Roman"/>
                <a:sym typeface="Times New Roman"/>
              </a:rPr>
              <a:t> </a:t>
            </a:r>
            <a:r>
              <a:rPr lang="en-US" b="false" i="false" strike="noStrike" u="none" sz="2100" spc="85">
                <a:solidFill>
                  <a:srgbClr val="1F2329"/>
                </a:solidFill>
                <a:latin typeface="Times New Roman"/>
                <a:ea typeface="Times New Roman"/>
                <a:cs typeface="Times New Roman"/>
                <a:sym typeface="Times New Roman"/>
              </a:rPr>
              <a:t>on</a:t>
            </a:r>
            <a:r>
              <a:rPr lang="en-US" b="false" i="false" strike="noStrike" u="none" sz="2100" spc="-75">
                <a:solidFill>
                  <a:srgbClr val="1F2329"/>
                </a:solidFill>
                <a:latin typeface="Times New Roman"/>
                <a:ea typeface="Times New Roman"/>
                <a:cs typeface="Times New Roman"/>
                <a:sym typeface="Times New Roman"/>
              </a:rPr>
              <a:t> </a:t>
            </a:r>
            <a:r>
              <a:rPr lang="en-US" b="false" i="false" strike="noStrike" u="none" sz="2100" spc="75">
                <a:solidFill>
                  <a:srgbClr val="1F2329"/>
                </a:solidFill>
                <a:latin typeface="Times New Roman"/>
                <a:ea typeface="Times New Roman"/>
                <a:cs typeface="Times New Roman"/>
                <a:sym typeface="Times New Roman"/>
              </a:rPr>
              <a:t>the</a:t>
            </a:r>
            <a:r>
              <a:rPr lang="en-US" b="false" i="false" strike="noStrike" u="none" sz="2100" spc="85">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value</a:t>
            </a:r>
            <a:r>
              <a:rPr lang="en-US" b="false" i="false" strike="noStrike" u="none" sz="2100" spc="5">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of</a:t>
            </a:r>
            <a:r>
              <a:rPr lang="en-US" b="false" i="false" strike="noStrike" u="none" sz="2100" spc="15">
                <a:solidFill>
                  <a:srgbClr val="1F2329"/>
                </a:solidFill>
                <a:latin typeface="Times New Roman"/>
                <a:ea typeface="Times New Roman"/>
                <a:cs typeface="Times New Roman"/>
                <a:sym typeface="Times New Roman"/>
              </a:rPr>
              <a:t> </a:t>
            </a:r>
            <a:r>
              <a:rPr lang="en-US" b="false" i="false" strike="noStrike" u="none" sz="2100" spc="105">
                <a:solidFill>
                  <a:srgbClr val="1F2329"/>
                </a:solidFill>
                <a:latin typeface="Times New Roman"/>
                <a:ea typeface="Times New Roman"/>
                <a:cs typeface="Times New Roman"/>
                <a:sym typeface="Times New Roman"/>
              </a:rPr>
              <a:t>an</a:t>
            </a:r>
            <a:r>
              <a:rPr lang="en-US" b="false" i="false" strike="noStrike" u="none" sz="2100" spc="-80">
                <a:solidFill>
                  <a:srgbClr val="1F2329"/>
                </a:solidFill>
                <a:latin typeface="Times New Roman"/>
                <a:ea typeface="Times New Roman"/>
                <a:cs typeface="Times New Roman"/>
                <a:sym typeface="Times New Roman"/>
              </a:rPr>
              <a:t> </a:t>
            </a:r>
            <a:r>
              <a:rPr lang="en-US" b="false" i="false" strike="noStrike" u="none" sz="2100" spc="60">
                <a:solidFill>
                  <a:srgbClr val="1F2329"/>
                </a:solidFill>
                <a:latin typeface="Times New Roman"/>
                <a:ea typeface="Times New Roman"/>
                <a:cs typeface="Times New Roman"/>
                <a:sym typeface="Times New Roman"/>
              </a:rPr>
              <a:t>expression.</a:t>
            </a:r>
          </a:p>
          <a:p>
            <a:pPr algn="l" lvl="1" indent="-170815" marL="393065">
              <a:lnSpc>
                <a:spcPts val="2390"/>
              </a:lnSpc>
              <a:buClr>
                <a:srgbClr val="2CA1BE"/>
              </a:buClr>
              <a:buChar char="◦"/>
              <a:tabLst>
                <a:tab pos="393065" algn="l"/>
              </a:tabLst>
            </a:pPr>
            <a:r>
              <a:rPr lang="en-US" b="false" i="false" strike="noStrike" u="none" sz="2100">
                <a:solidFill>
                  <a:srgbClr val="0000FF"/>
                </a:solidFill>
                <a:latin typeface="Times New Roman"/>
                <a:ea typeface="Times New Roman"/>
                <a:cs typeface="Times New Roman"/>
                <a:sym typeface="Times New Roman"/>
              </a:rPr>
              <a:t>Multiple-</a:t>
            </a:r>
            <a:r>
              <a:rPr lang="en-US" b="false" i="false" strike="noStrike" u="none" sz="2100" spc="60">
                <a:solidFill>
                  <a:srgbClr val="0000FF"/>
                </a:solidFill>
                <a:latin typeface="Times New Roman"/>
                <a:ea typeface="Times New Roman"/>
                <a:cs typeface="Times New Roman"/>
                <a:sym typeface="Times New Roman"/>
              </a:rPr>
              <a:t>selection</a:t>
            </a:r>
            <a:r>
              <a:rPr lang="en-US" b="false" i="false" strike="noStrike" u="none" sz="2100" spc="-75">
                <a:solidFill>
                  <a:srgbClr val="0000FF"/>
                </a:solidFill>
                <a:latin typeface="Times New Roman"/>
                <a:ea typeface="Times New Roman"/>
                <a:cs typeface="Times New Roman"/>
                <a:sym typeface="Times New Roman"/>
              </a:rPr>
              <a:t> </a:t>
            </a:r>
            <a:r>
              <a:rPr lang="en-US" b="false" i="false" strike="noStrike" u="none" sz="2100" spc="85">
                <a:solidFill>
                  <a:srgbClr val="0000FF"/>
                </a:solidFill>
                <a:latin typeface="Times New Roman"/>
                <a:ea typeface="Times New Roman"/>
                <a:cs typeface="Times New Roman"/>
                <a:sym typeface="Times New Roman"/>
              </a:rPr>
              <a:t>statement</a:t>
            </a:r>
            <a:r>
              <a:rPr lang="en-US" b="false" i="false" strike="noStrike" u="none" sz="2100" spc="85">
                <a:solidFill>
                  <a:srgbClr val="1F2329"/>
                </a:solidFill>
                <a:latin typeface="Times New Roman"/>
                <a:ea typeface="Times New Roman"/>
                <a:cs typeface="Times New Roman"/>
                <a:sym typeface="Times New Roman"/>
              </a:rPr>
              <a:t>—</a:t>
            </a:r>
            <a:r>
              <a:rPr lang="en-US" b="false" i="false" strike="noStrike" u="none" sz="2100" spc="60">
                <a:solidFill>
                  <a:srgbClr val="1F2329"/>
                </a:solidFill>
                <a:latin typeface="Times New Roman"/>
                <a:ea typeface="Times New Roman"/>
                <a:cs typeface="Times New Roman"/>
                <a:sym typeface="Times New Roman"/>
              </a:rPr>
              <a:t>selects</a:t>
            </a:r>
            <a:r>
              <a:rPr lang="en-US" b="false" i="false" strike="noStrike" u="none" sz="2100" spc="-30">
                <a:solidFill>
                  <a:srgbClr val="1F2329"/>
                </a:solidFill>
                <a:latin typeface="Times New Roman"/>
                <a:ea typeface="Times New Roman"/>
                <a:cs typeface="Times New Roman"/>
                <a:sym typeface="Times New Roman"/>
              </a:rPr>
              <a:t> </a:t>
            </a:r>
            <a:r>
              <a:rPr lang="en-US" b="false" i="false" strike="noStrike" u="none" sz="2100" spc="70">
                <a:solidFill>
                  <a:srgbClr val="1F2329"/>
                </a:solidFill>
                <a:latin typeface="Times New Roman"/>
                <a:ea typeface="Times New Roman"/>
                <a:cs typeface="Times New Roman"/>
                <a:sym typeface="Times New Roman"/>
              </a:rPr>
              <a:t>among</a:t>
            </a:r>
            <a:r>
              <a:rPr lang="en-US" b="false" i="false" strike="noStrike" u="none" sz="2100" spc="-10">
                <a:solidFill>
                  <a:srgbClr val="1F2329"/>
                </a:solidFill>
                <a:latin typeface="Times New Roman"/>
                <a:ea typeface="Times New Roman"/>
                <a:cs typeface="Times New Roman"/>
                <a:sym typeface="Times New Roman"/>
              </a:rPr>
              <a:t> </a:t>
            </a:r>
            <a:r>
              <a:rPr lang="en-US" b="false" i="false" strike="noStrike" u="none" sz="2100" spc="60">
                <a:solidFill>
                  <a:srgbClr val="1F2329"/>
                </a:solidFill>
                <a:latin typeface="Times New Roman"/>
                <a:ea typeface="Times New Roman"/>
                <a:cs typeface="Times New Roman"/>
                <a:sym typeface="Times New Roman"/>
              </a:rPr>
              <a:t>many</a:t>
            </a:r>
            <a:r>
              <a:rPr lang="en-US" b="false" i="false" strike="noStrike" u="none" sz="2100" spc="-30">
                <a:solidFill>
                  <a:srgbClr val="1F2329"/>
                </a:solidFill>
                <a:latin typeface="Times New Roman"/>
                <a:ea typeface="Times New Roman"/>
                <a:cs typeface="Times New Roman"/>
                <a:sym typeface="Times New Roman"/>
              </a:rPr>
              <a:t> </a:t>
            </a:r>
            <a:r>
              <a:rPr lang="en-US" b="false" i="false" strike="noStrike" u="none" sz="2100" spc="65">
                <a:solidFill>
                  <a:srgbClr val="1F2329"/>
                </a:solidFill>
                <a:latin typeface="Times New Roman"/>
                <a:ea typeface="Times New Roman"/>
                <a:cs typeface="Times New Roman"/>
                <a:sym typeface="Times New Roman"/>
              </a:rPr>
              <a:t>different</a:t>
            </a:r>
            <a:r>
              <a:rPr lang="en-US" b="false" i="false" strike="noStrike" u="none" sz="2100" spc="-150">
                <a:solidFill>
                  <a:srgbClr val="1F2329"/>
                </a:solidFill>
                <a:latin typeface="Times New Roman"/>
                <a:ea typeface="Times New Roman"/>
                <a:cs typeface="Times New Roman"/>
                <a:sym typeface="Times New Roman"/>
              </a:rPr>
              <a:t> </a:t>
            </a:r>
            <a:r>
              <a:rPr lang="en-US" b="false" i="false" strike="noStrike" u="none" sz="2100" spc="60">
                <a:solidFill>
                  <a:srgbClr val="1F2329"/>
                </a:solidFill>
                <a:latin typeface="Times New Roman"/>
                <a:ea typeface="Times New Roman"/>
                <a:cs typeface="Times New Roman"/>
                <a:sym typeface="Times New Roman"/>
              </a:rPr>
              <a:t>actions</a:t>
            </a:r>
            <a:r>
              <a:rPr lang="en-US" b="false" i="false" strike="noStrike" u="none" sz="2100" spc="-25">
                <a:solidFill>
                  <a:srgbClr val="1F2329"/>
                </a:solidFill>
                <a:latin typeface="Times New Roman"/>
                <a:ea typeface="Times New Roman"/>
                <a:cs typeface="Times New Roman"/>
                <a:sym typeface="Times New Roman"/>
              </a:rPr>
              <a:t> </a:t>
            </a:r>
            <a:r>
              <a:rPr lang="en-US" b="false" i="false" strike="noStrike" u="none" sz="2100" spc="113">
                <a:solidFill>
                  <a:srgbClr val="1F2329"/>
                </a:solidFill>
                <a:latin typeface="Times New Roman"/>
                <a:ea typeface="Times New Roman"/>
                <a:cs typeface="Times New Roman"/>
                <a:sym typeface="Times New Roman"/>
              </a:rPr>
              <a:t>(or</a:t>
            </a:r>
            <a:r>
              <a:rPr lang="en-US" b="false" i="false" strike="noStrike" u="none" sz="2100" spc="-75">
                <a:solidFill>
                  <a:srgbClr val="1F2329"/>
                </a:solidFill>
                <a:latin typeface="Times New Roman"/>
                <a:ea typeface="Times New Roman"/>
                <a:cs typeface="Times New Roman"/>
                <a:sym typeface="Times New Roman"/>
              </a:rPr>
              <a:t> </a:t>
            </a:r>
            <a:r>
              <a:rPr lang="en-US" b="false" i="false" strike="noStrike" u="none" sz="2100" spc="90">
                <a:solidFill>
                  <a:srgbClr val="1F2329"/>
                </a:solidFill>
                <a:latin typeface="Times New Roman"/>
                <a:ea typeface="Times New Roman"/>
                <a:cs typeface="Times New Roman"/>
                <a:sym typeface="Times New Roman"/>
              </a:rPr>
              <a:t>groups</a:t>
            </a:r>
            <a:r>
              <a:rPr lang="en-US" b="false" i="false" strike="noStrike" u="none" sz="2100" spc="-110">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of</a:t>
            </a:r>
            <a:r>
              <a:rPr lang="en-US" b="false" i="false" strike="noStrike" u="none" sz="2100" spc="-60">
                <a:solidFill>
                  <a:srgbClr val="1F2329"/>
                </a:solidFill>
                <a:latin typeface="Times New Roman"/>
                <a:ea typeface="Times New Roman"/>
                <a:cs typeface="Times New Roman"/>
                <a:sym typeface="Times New Roman"/>
              </a:rPr>
              <a:t> </a:t>
            </a:r>
            <a:r>
              <a:rPr lang="en-US" b="false" i="false" strike="noStrike" u="none" sz="2100" spc="40">
                <a:solidFill>
                  <a:srgbClr val="1F2329"/>
                </a:solidFill>
                <a:latin typeface="Times New Roman"/>
                <a:ea typeface="Times New Roman"/>
                <a:cs typeface="Times New Roman"/>
                <a:sym typeface="Times New Roman"/>
              </a:rPr>
              <a:t>actions).</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sp>
        <p:nvSpPr>
          <p:cNvPr name="AutoShape 2" id="2"/>
          <p:cNvSpPr/>
          <p:nvPr/>
        </p:nvSpPr>
        <p:spPr>
          <a:xfrm rot="0" flipH="false" flipV="false">
            <a:off x="688975" y="405066"/>
            <a:ext cx="3154680" cy="300355"/>
          </a:xfrm>
          <a:prstGeom prst="rect">
            <a:avLst/>
          </a:prstGeom>
          <a:noFill/>
          <a:ln w="12700">
            <a:noFill/>
            <a:prstDash val="solid"/>
          </a:ln>
        </p:spPr>
        <p:txBody>
          <a:bodyPr anchor="t" rtlCol="false" vert="horz" wrap="square" lIns="0" rIns="0" tIns="12700" bIns="0">
            <a:spAutoFit/>
          </a:bodyPr>
          <a:lstStyle/>
          <a:p>
            <a:pPr algn="l" marL="12700" indent="0">
              <a:lnSpc>
                <a:spcPct val="100000"/>
              </a:lnSpc>
              <a:spcBef>
                <a:spcPts val="100"/>
              </a:spcBef>
              <a:defRPr/>
            </a:pPr>
            <a:r>
              <a:rPr lang="en-US" b="false" i="false" strike="noStrike" u="none" sz="1800">
                <a:solidFill>
                  <a:srgbClr val="23B5A0"/>
                </a:solidFill>
                <a:latin typeface="Arial"/>
                <a:ea typeface="Arial"/>
                <a:cs typeface="Arial"/>
                <a:sym typeface="Arial"/>
              </a:rPr>
              <a:t>3.4</a:t>
            </a:r>
            <a:r>
              <a:rPr lang="en-US" b="false" i="false" strike="noStrike" u="none" sz="1800" spc="90">
                <a:solidFill>
                  <a:srgbClr val="23B5A0"/>
                </a:solidFill>
                <a:latin typeface="Arial"/>
                <a:ea typeface="Arial"/>
                <a:cs typeface="Arial"/>
                <a:sym typeface="Arial"/>
              </a:rPr>
              <a:t> </a:t>
            </a:r>
            <a:r>
              <a:rPr lang="en-US" b="false" i="false" strike="noStrike" u="none" sz="1800" spc="-55">
                <a:solidFill>
                  <a:srgbClr val="3380E6"/>
                </a:solidFill>
                <a:latin typeface="Arial"/>
                <a:ea typeface="Arial"/>
                <a:cs typeface="Arial"/>
                <a:sym typeface="Arial"/>
              </a:rPr>
              <a:t>Control</a:t>
            </a:r>
            <a:r>
              <a:rPr lang="en-US" b="false" i="false" strike="noStrike" u="none" sz="1800" spc="-170">
                <a:solidFill>
                  <a:srgbClr val="3380E6"/>
                </a:solidFill>
                <a:latin typeface="Arial"/>
                <a:ea typeface="Arial"/>
                <a:cs typeface="Arial"/>
                <a:sym typeface="Arial"/>
              </a:rPr>
              <a:t> </a:t>
            </a:r>
            <a:r>
              <a:rPr lang="en-US" b="false" i="false" strike="noStrike" u="none" sz="1800" spc="-55">
                <a:solidFill>
                  <a:srgbClr val="3380E6"/>
                </a:solidFill>
                <a:latin typeface="Arial"/>
                <a:ea typeface="Arial"/>
                <a:cs typeface="Arial"/>
                <a:sym typeface="Arial"/>
              </a:rPr>
              <a:t>Structures</a:t>
            </a:r>
            <a:r>
              <a:rPr lang="en-US" b="false" i="false" strike="noStrike" u="none" sz="1800" spc="160">
                <a:solidFill>
                  <a:srgbClr val="3380E6"/>
                </a:solidFill>
                <a:latin typeface="Arial"/>
                <a:ea typeface="Arial"/>
                <a:cs typeface="Arial"/>
                <a:sym typeface="Arial"/>
              </a:rPr>
              <a:t> </a:t>
            </a:r>
            <a:r>
              <a:rPr lang="en-US" b="false" i="false" strike="noStrike" u="none" sz="1800" spc="-10">
                <a:solidFill>
                  <a:srgbClr val="1F2329"/>
                </a:solidFill>
                <a:latin typeface="Arial"/>
                <a:ea typeface="Arial"/>
                <a:cs typeface="Arial"/>
                <a:sym typeface="Arial"/>
              </a:rPr>
              <a:t>Selection</a:t>
            </a:r>
            <a:endParaRPr lang="en-US" sz="1100"/>
          </a:p>
        </p:txBody>
      </p:sp>
      <p:pic>
        <p:nvPicPr>
          <p:cNvPr name="Picture 3" id="3"/>
          <p:cNvPicPr>
            <a:picLocks noChangeAspect="true"/>
          </p:cNvPicPr>
          <p:nvPr/>
        </p:nvPicPr>
        <p:blipFill>
          <a:blip r:embed="rId2"/>
          <a:srcRect l="0" r="0" t="0" b="0"/>
          <a:stretch>
            <a:fillRect/>
          </a:stretch>
        </p:blipFill>
        <p:spPr>
          <a:xfrm rot="0" flipH="false" flipV="false">
            <a:off x="3429000" y="1438275"/>
            <a:ext cx="5762625" cy="4276725"/>
          </a:xfrm>
          <a:prstGeom prst="rect">
            <a:avLst/>
          </a:prstGeom>
          <a:ln w="12700">
            <a:noFill/>
            <a:prstDash val="solid"/>
          </a:ln>
        </p:spPr>
      </p:pic>
      <p:sp>
        <p:nvSpPr>
          <p:cNvPr name="AutoShape 4" id="4"/>
          <p:cNvSpPr/>
          <p:nvPr/>
        </p:nvSpPr>
        <p:spPr>
          <a:xfrm rot="0" flipH="false" flipV="false">
            <a:off x="688975" y="6614792"/>
            <a:ext cx="2542540" cy="137795"/>
          </a:xfrm>
          <a:prstGeom prst="rect">
            <a:avLst/>
          </a:prstGeom>
          <a:noFill/>
          <a:ln w="12700">
            <a:noFill/>
            <a:prstDash val="solid"/>
          </a:ln>
        </p:spPr>
        <p:txBody>
          <a:bodyPr anchor="t" rtlCol="false" vert="horz" wrap="square" lIns="0" rIns="0" tIns="8255" bIns="0">
            <a:spAutoFit/>
          </a:bodyPr>
          <a:lstStyle/>
          <a:p>
            <a:pPr algn="l" marL="12700" indent="0">
              <a:lnSpc>
                <a:spcPct val="100000"/>
              </a:lnSpc>
              <a:spcBef>
                <a:spcPts val="65"/>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1114425" y="180911"/>
            <a:ext cx="2262251" cy="871537"/>
          </a:xfrm>
          <a:prstGeom prst="rect">
            <a:avLst/>
          </a:prstGeom>
          <a:ln w="12700">
            <a:noFill/>
            <a:prstDash val="solid"/>
          </a:ln>
        </p:spPr>
      </p:pic>
      <p:sp>
        <p:nvSpPr>
          <p:cNvPr name="AutoShape 3" id="3"/>
          <p:cNvSpPr/>
          <p:nvPr>
            <p:ph idx="22" type="body" sz="quarter" hasCustomPrompt="true"/>
          </p:nvPr>
        </p:nvSpPr>
        <p:spPr>
          <a:xfrm rot="0" flipH="false" flipV="false">
            <a:off x="688975" y="279399"/>
            <a:ext cx="2457450" cy="495300"/>
          </a:xfrm>
          <a:prstGeom prst="rect">
            <a:avLst/>
          </a:prstGeom>
        </p:spPr>
        <p:txBody>
          <a:bodyPr anchor="t" vert="horz" wrap="square" lIns="0" rIns="0" tIns="16510" bIns="0">
            <a:spAutoFit/>
          </a:bodyPr>
          <a:lstStyle>
            <a:lvl1pPr algn="l">
              <a:lnSpc>
                <a:spcPct val="100000"/>
              </a:lnSpc>
              <a:tabLst>
                <a:tab pos="688975" algn="l"/>
              </a:tabLst>
              <a:defRPr sz="3050" b="true" i="false" u="none" strike="noStrike" spc="0">
                <a:solidFill>
                  <a:srgbClr val="23B5A0">
                    <a:alpha val="100000"/>
                  </a:srgbClr>
                </a:solidFill>
                <a:latin typeface="Arial"/>
              </a:defRPr>
            </a:lvl1pPr>
          </a:lstStyle>
          <a:p>
            <a:pPr algn="l" marL="12700" indent="0">
              <a:lnSpc>
                <a:spcPct val="100000"/>
              </a:lnSpc>
              <a:spcBef>
                <a:spcPts val="130"/>
              </a:spcBef>
              <a:tabLst>
                <a:tab pos="688975" algn="l"/>
              </a:tabLst>
            </a:pPr>
            <a:r>
              <a:rPr lang="en-US" b="true" i="false" strike="noStrike" u="none" sz="3050" spc="-25">
                <a:solidFill>
                  <a:srgbClr val="23B5A0"/>
                </a:solidFill>
                <a:latin typeface="Arial"/>
                <a:ea typeface="Arial"/>
                <a:cs typeface="Arial"/>
                <a:sym typeface="Arial"/>
              </a:rPr>
              <a:t>3.5</a:t>
            </a:r>
            <a:r>
              <a:rPr lang="en-US" b="true" i="false" strike="noStrike" u="none" sz="3050">
                <a:solidFill>
                  <a:srgbClr val="23B5A0"/>
                </a:solidFill>
                <a:latin typeface="Arial"/>
                <a:ea typeface="Arial"/>
                <a:cs typeface="Arial"/>
                <a:sym typeface="Arial"/>
              </a:rPr>
              <a:t>	</a:t>
            </a:r>
            <a:r>
              <a:rPr lang="en-US" b="true" i="false" strike="noStrike" u="none" sz="3050" spc="405">
                <a:solidFill>
                  <a:srgbClr val="3380E6"/>
                </a:solidFill>
                <a:latin typeface="Arial"/>
                <a:ea typeface="Arial"/>
                <a:cs typeface="Arial"/>
                <a:sym typeface="Arial"/>
              </a:rPr>
              <a:t>if1.java</a:t>
            </a:r>
          </a:p>
        </p:txBody>
      </p:sp>
      <p:sp>
        <p:nvSpPr>
          <p:cNvPr name="AutoShape 4" id="4"/>
          <p:cNvSpPr/>
          <p:nvPr/>
        </p:nvSpPr>
        <p:spPr>
          <a:xfrm rot="0" flipH="false" flipV="false">
            <a:off x="688975" y="6614792"/>
            <a:ext cx="2542540" cy="137795"/>
          </a:xfrm>
          <a:prstGeom prst="rect">
            <a:avLst/>
          </a:prstGeom>
          <a:noFill/>
          <a:ln w="12700">
            <a:noFill/>
            <a:prstDash val="solid"/>
          </a:ln>
        </p:spPr>
        <p:txBody>
          <a:bodyPr anchor="t" rtlCol="false" vert="horz" wrap="square" lIns="0" rIns="0" tIns="8255" bIns="0">
            <a:spAutoFit/>
          </a:bodyPr>
          <a:lstStyle/>
          <a:p>
            <a:pPr algn="l" marL="12700" indent="0">
              <a:lnSpc>
                <a:spcPct val="100000"/>
              </a:lnSpc>
              <a:spcBef>
                <a:spcPts val="65"/>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pic>
        <p:nvPicPr>
          <p:cNvPr name="Picture 5" id="5"/>
          <p:cNvPicPr>
            <a:picLocks noChangeAspect="true"/>
          </p:cNvPicPr>
          <p:nvPr/>
        </p:nvPicPr>
        <p:blipFill>
          <a:blip r:embed="rId3"/>
          <a:srcRect l="0" r="0" t="0" b="0"/>
          <a:stretch>
            <a:fillRect/>
          </a:stretch>
        </p:blipFill>
        <p:spPr>
          <a:xfrm rot="0" flipH="false" flipV="false">
            <a:off x="2438400" y="1676400"/>
            <a:ext cx="7515437" cy="3124200"/>
          </a:xfrm>
          <a:prstGeom prst="rect">
            <a:avLst/>
          </a:prstGeom>
          <a:ln w="12700">
            <a:noFill/>
            <a:prstDash val="solid"/>
          </a:ln>
        </p:spPr>
      </p:pic>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3733800" y="575722"/>
            <a:ext cx="6781800" cy="5291677"/>
          </a:xfrm>
          <a:prstGeom prst="rect">
            <a:avLst/>
          </a:prstGeom>
          <a:ln w="12700">
            <a:noFill/>
            <a:prstDash val="solid"/>
          </a:ln>
        </p:spPr>
      </p:pic>
      <p:sp>
        <p:nvSpPr>
          <p:cNvPr name="AutoShape 3" id="3"/>
          <p:cNvSpPr/>
          <p:nvPr/>
        </p:nvSpPr>
        <p:spPr>
          <a:xfrm rot="0" flipH="false" flipV="false">
            <a:off x="688975" y="6614792"/>
            <a:ext cx="2542540" cy="137795"/>
          </a:xfrm>
          <a:prstGeom prst="rect">
            <a:avLst/>
          </a:prstGeom>
          <a:noFill/>
          <a:ln w="12700">
            <a:noFill/>
            <a:prstDash val="solid"/>
          </a:ln>
        </p:spPr>
        <p:txBody>
          <a:bodyPr anchor="t" rtlCol="false" vert="horz" wrap="square" lIns="0" rIns="0" tIns="8255" bIns="0">
            <a:spAutoFit/>
          </a:bodyPr>
          <a:lstStyle/>
          <a:p>
            <a:pPr algn="l" marL="12700" indent="0">
              <a:lnSpc>
                <a:spcPct val="100000"/>
              </a:lnSpc>
              <a:spcBef>
                <a:spcPts val="65"/>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1114425" y="180911"/>
            <a:ext cx="2262251" cy="871537"/>
          </a:xfrm>
          <a:prstGeom prst="rect">
            <a:avLst/>
          </a:prstGeom>
          <a:ln w="12700">
            <a:noFill/>
            <a:prstDash val="solid"/>
          </a:ln>
        </p:spPr>
      </p:pic>
      <p:sp>
        <p:nvSpPr>
          <p:cNvPr name="AutoShape 3" id="3"/>
          <p:cNvSpPr/>
          <p:nvPr>
            <p:ph idx="22" type="body" sz="quarter" hasCustomPrompt="true"/>
          </p:nvPr>
        </p:nvSpPr>
        <p:spPr>
          <a:xfrm rot="0" flipH="false" flipV="false">
            <a:off x="688975" y="279399"/>
            <a:ext cx="2457450" cy="495300"/>
          </a:xfrm>
          <a:prstGeom prst="rect">
            <a:avLst/>
          </a:prstGeom>
        </p:spPr>
        <p:txBody>
          <a:bodyPr anchor="t" vert="horz" wrap="square" lIns="0" rIns="0" tIns="16510" bIns="0">
            <a:spAutoFit/>
          </a:bodyPr>
          <a:lstStyle>
            <a:lvl1pPr algn="l">
              <a:lnSpc>
                <a:spcPct val="100000"/>
              </a:lnSpc>
              <a:tabLst>
                <a:tab pos="688975" algn="l"/>
              </a:tabLst>
              <a:defRPr sz="3050" b="true" i="false" u="none" strike="noStrike" spc="0">
                <a:solidFill>
                  <a:srgbClr val="23B5A0">
                    <a:alpha val="100000"/>
                  </a:srgbClr>
                </a:solidFill>
                <a:latin typeface="Arial"/>
              </a:defRPr>
            </a:lvl1pPr>
          </a:lstStyle>
          <a:p>
            <a:pPr algn="l" marL="12700" indent="0">
              <a:lnSpc>
                <a:spcPct val="100000"/>
              </a:lnSpc>
              <a:spcBef>
                <a:spcPts val="130"/>
              </a:spcBef>
              <a:tabLst>
                <a:tab pos="688975" algn="l"/>
              </a:tabLst>
            </a:pPr>
            <a:r>
              <a:rPr lang="en-US" b="true" i="false" strike="noStrike" u="none" sz="3050" spc="-25">
                <a:solidFill>
                  <a:srgbClr val="23B5A0"/>
                </a:solidFill>
                <a:latin typeface="Arial"/>
                <a:ea typeface="Arial"/>
                <a:cs typeface="Arial"/>
                <a:sym typeface="Arial"/>
              </a:rPr>
              <a:t>3.5</a:t>
            </a:r>
            <a:r>
              <a:rPr lang="en-US" b="true" i="false" strike="noStrike" u="none" sz="3050">
                <a:solidFill>
                  <a:srgbClr val="23B5A0"/>
                </a:solidFill>
                <a:latin typeface="Arial"/>
                <a:ea typeface="Arial"/>
                <a:cs typeface="Arial"/>
                <a:sym typeface="Arial"/>
              </a:rPr>
              <a:t>	</a:t>
            </a:r>
            <a:r>
              <a:rPr lang="en-US" b="true" i="false" strike="noStrike" u="none" sz="3050" spc="405">
                <a:solidFill>
                  <a:srgbClr val="3380E6"/>
                </a:solidFill>
                <a:latin typeface="Arial"/>
                <a:ea typeface="Arial"/>
                <a:cs typeface="Arial"/>
                <a:sym typeface="Arial"/>
              </a:rPr>
              <a:t>if2.java</a:t>
            </a:r>
          </a:p>
        </p:txBody>
      </p:sp>
      <p:sp>
        <p:nvSpPr>
          <p:cNvPr name="AutoShape 4" id="4"/>
          <p:cNvSpPr/>
          <p:nvPr/>
        </p:nvSpPr>
        <p:spPr>
          <a:xfrm rot="0" flipH="false" flipV="false">
            <a:off x="688975" y="6614792"/>
            <a:ext cx="2542540" cy="137795"/>
          </a:xfrm>
          <a:prstGeom prst="rect">
            <a:avLst/>
          </a:prstGeom>
          <a:noFill/>
          <a:ln w="12700">
            <a:noFill/>
            <a:prstDash val="solid"/>
          </a:ln>
        </p:spPr>
        <p:txBody>
          <a:bodyPr anchor="t" rtlCol="false" vert="horz" wrap="square" lIns="0" rIns="0" tIns="8255" bIns="0">
            <a:spAutoFit/>
          </a:bodyPr>
          <a:lstStyle/>
          <a:p>
            <a:pPr algn="l" marL="12700" indent="0">
              <a:lnSpc>
                <a:spcPct val="100000"/>
              </a:lnSpc>
              <a:spcBef>
                <a:spcPts val="65"/>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pic>
        <p:nvPicPr>
          <p:cNvPr name="Picture 5" id="5"/>
          <p:cNvPicPr>
            <a:picLocks noChangeAspect="true"/>
          </p:cNvPicPr>
          <p:nvPr/>
        </p:nvPicPr>
        <p:blipFill>
          <a:blip r:embed="rId3"/>
          <a:srcRect l="0" r="0" t="0" b="0"/>
          <a:stretch>
            <a:fillRect/>
          </a:stretch>
        </p:blipFill>
        <p:spPr>
          <a:xfrm rot="0" flipH="false" flipV="false">
            <a:off x="3562350" y="1993900"/>
            <a:ext cx="5067300" cy="2870200"/>
          </a:xfrm>
          <a:prstGeom prst="rect">
            <a:avLst/>
          </a:prstGeom>
          <a:ln w="12700">
            <a:noFill/>
            <a:prstDash val="solid"/>
          </a:ln>
        </p:spPr>
      </p:pic>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ph idx="6" type="body" sz="quarter" hasCustomPrompt="true"/>
          </p:nvPr>
        </p:nvSpPr>
        <p:spPr>
          <a:prstGeom prst="rect">
            <a:avLst/>
          </a:prstGeom>
        </p:spPr>
        <p:txBody>
          <a:bodyPr anchor="t" vert="horz" wrap="square" lIns="0" rIns="0" tIns="16510" bIns="0">
            <a:spAutoFit/>
          </a:bodyPr>
          <a:lstStyle>
            <a:lvl1pPr algn="l">
              <a:lnSpc>
                <a:spcPct val="100000"/>
              </a:lnSpc>
              <a:tabLst>
                <a:tab pos="688975" algn="l"/>
                <a:tab pos="2625725" algn="l"/>
                <a:tab pos="3913504" algn="l"/>
              </a:tabLst>
              <a:defRPr sz="3050" b="true" i="false" u="none" strike="noStrike" spc="0">
                <a:solidFill>
                  <a:srgbClr val="23B5A0">
                    <a:alpha val="100000"/>
                  </a:srgbClr>
                </a:solidFill>
                <a:latin typeface="Arial"/>
              </a:defRPr>
            </a:lvl1pPr>
          </a:lstStyle>
          <a:p>
            <a:pPr algn="l" marL="12700" indent="0">
              <a:lnSpc>
                <a:spcPct val="100000"/>
              </a:lnSpc>
              <a:spcBef>
                <a:spcPts val="130"/>
              </a:spcBef>
              <a:tabLst>
                <a:tab pos="688975" algn="l"/>
                <a:tab pos="2625725" algn="l"/>
                <a:tab pos="3913504" algn="l"/>
              </a:tabLst>
            </a:pPr>
            <a:r>
              <a:rPr lang="en-US" b="true" i="false" strike="noStrike" u="none" sz="3050" spc="-25">
                <a:solidFill>
                  <a:srgbClr val="23B5A0"/>
                </a:solidFill>
                <a:latin typeface="Arial"/>
                <a:ea typeface="Arial"/>
                <a:cs typeface="Arial"/>
                <a:sym typeface="Arial"/>
              </a:rPr>
              <a:t>3.5</a:t>
            </a:r>
            <a:r>
              <a:rPr lang="en-US" b="true" i="false" strike="noStrike" u="none" sz="3050">
                <a:solidFill>
                  <a:srgbClr val="23B5A0"/>
                </a:solidFill>
                <a:latin typeface="Arial"/>
                <a:ea typeface="Arial"/>
                <a:cs typeface="Arial"/>
                <a:sym typeface="Arial"/>
              </a:rPr>
              <a:t>	</a:t>
            </a:r>
            <a:r>
              <a:rPr lang="en-US" b="true" i="false" strike="noStrike" u="none" sz="3050" spc="400">
                <a:solidFill>
                  <a:srgbClr val="3380E6"/>
                </a:solidFill>
                <a:latin typeface="Arial"/>
                <a:ea typeface="Arial"/>
                <a:cs typeface="Arial"/>
                <a:sym typeface="Arial"/>
              </a:rPr>
              <a:t>if3.java</a:t>
            </a:r>
            <a:r>
              <a:rPr lang="en-US" b="true" i="false" strike="noStrike" u="none" sz="3050">
                <a:solidFill>
                  <a:srgbClr val="3380E6"/>
                </a:solidFill>
                <a:latin typeface="Arial"/>
                <a:ea typeface="Arial"/>
                <a:cs typeface="Arial"/>
                <a:sym typeface="Arial"/>
              </a:rPr>
              <a:t>	</a:t>
            </a:r>
            <a:r>
              <a:rPr lang="en-US" b="true" i="false" strike="noStrike" u="none" sz="3050" spc="305">
                <a:solidFill>
                  <a:srgbClr val="3380E6"/>
                </a:solidFill>
                <a:latin typeface="Arial"/>
                <a:ea typeface="Arial"/>
                <a:cs typeface="Arial"/>
                <a:sym typeface="Arial"/>
              </a:rPr>
              <a:t>(else</a:t>
            </a:r>
            <a:r>
              <a:rPr lang="en-US" b="true" i="false" strike="noStrike" u="none" sz="3050">
                <a:solidFill>
                  <a:srgbClr val="3380E6"/>
                </a:solidFill>
                <a:latin typeface="Arial"/>
                <a:ea typeface="Arial"/>
                <a:cs typeface="Arial"/>
                <a:sym typeface="Arial"/>
              </a:rPr>
              <a:t>	</a:t>
            </a:r>
            <a:r>
              <a:rPr lang="en-US" b="true" i="false" strike="noStrike" u="none" sz="3050" spc="730">
                <a:solidFill>
                  <a:srgbClr val="3380E6"/>
                </a:solidFill>
                <a:latin typeface="Arial"/>
                <a:ea typeface="Arial"/>
                <a:cs typeface="Arial"/>
                <a:sym typeface="Arial"/>
              </a:rPr>
              <a:t>if)</a:t>
            </a:r>
          </a:p>
        </p:txBody>
      </p:sp>
      <p:sp>
        <p:nvSpPr>
          <p:cNvPr name="AutoShape 3" id="3"/>
          <p:cNvSpPr/>
          <p:nvPr/>
        </p:nvSpPr>
        <p:spPr>
          <a:xfrm rot="0" flipH="false" flipV="false">
            <a:off x="688975" y="6614792"/>
            <a:ext cx="2542540" cy="137795"/>
          </a:xfrm>
          <a:prstGeom prst="rect">
            <a:avLst/>
          </a:prstGeom>
          <a:noFill/>
          <a:ln w="12700">
            <a:noFill/>
            <a:prstDash val="solid"/>
          </a:ln>
        </p:spPr>
        <p:txBody>
          <a:bodyPr anchor="t" rtlCol="false" vert="horz" wrap="square" lIns="0" rIns="0" tIns="8255" bIns="0">
            <a:spAutoFit/>
          </a:bodyPr>
          <a:lstStyle/>
          <a:p>
            <a:pPr algn="l" marL="12700" indent="0">
              <a:lnSpc>
                <a:spcPct val="100000"/>
              </a:lnSpc>
              <a:spcBef>
                <a:spcPts val="65"/>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pic>
        <p:nvPicPr>
          <p:cNvPr name="Picture 4" id="4"/>
          <p:cNvPicPr>
            <a:picLocks noChangeAspect="true"/>
          </p:cNvPicPr>
          <p:nvPr/>
        </p:nvPicPr>
        <p:blipFill>
          <a:blip r:embed="rId2"/>
          <a:srcRect l="0" r="0" t="0" b="0"/>
          <a:stretch>
            <a:fillRect/>
          </a:stretch>
        </p:blipFill>
        <p:spPr>
          <a:xfrm rot="0" flipH="false" flipV="false">
            <a:off x="3403600" y="1619250"/>
            <a:ext cx="5384800" cy="3619500"/>
          </a:xfrm>
          <a:prstGeom prst="rect">
            <a:avLst/>
          </a:prstGeom>
          <a:ln w="12700">
            <a:noFill/>
            <a:prstDash val="solid"/>
          </a:ln>
        </p:spPr>
      </p:pic>
    </p:spTree>
  </p:cSld>
  <p:clrMapOvr>
    <a:masterClrMapping/>
  </p:clrMapOvr>
</p:sld>
</file>

<file path=ppt/slides/slide2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ph idx="22" type="body" sz="quarter" hasCustomPrompt="true"/>
          </p:nvPr>
        </p:nvSpPr>
        <p:spPr>
          <a:xfrm rot="0" flipH="false" flipV="false">
            <a:off x="669925" y="279399"/>
            <a:ext cx="4829810" cy="469359"/>
          </a:xfrm>
          <a:prstGeom prst="rect">
            <a:avLst/>
          </a:prstGeom>
        </p:spPr>
        <p:txBody>
          <a:bodyPr anchor="t" wrap="square" lIns="0" rIns="0" tIns="0" bIns="0">
            <a:spAutoFit/>
          </a:bodyPr>
          <a:lstStyle>
            <a:lvl1pPr algn="l">
              <a:lnSpc>
                <a:spcPct val="100000"/>
              </a:lnSpc>
              <a:defRPr sz="3050" b="true" i="false" u="none" strike="noStrike" spc="0">
                <a:solidFill>
                  <a:srgbClr val="464646">
                    <a:alpha val="100000"/>
                  </a:srgbClr>
                </a:solidFill>
                <a:latin typeface="Times New Roman"/>
              </a:defRPr>
            </a:lvl1pPr>
          </a:lstStyle>
          <a:p>
            <a:pPr algn="l" marL="0" indent="0">
              <a:lnSpc>
                <a:spcPct val="100000"/>
              </a:lnSpc>
            </a:pPr>
            <a:r>
              <a:rPr lang="en-US" b="true" i="false" strike="noStrike" u="none" sz="3050">
                <a:solidFill>
                  <a:srgbClr val="464646"/>
                </a:solidFill>
                <a:latin typeface="Times New Roman"/>
                <a:ea typeface="Times New Roman"/>
                <a:cs typeface="Times New Roman"/>
                <a:sym typeface="Times New Roman"/>
              </a:rPr>
              <a:t>øvelse</a:t>
            </a:r>
          </a:p>
        </p:txBody>
      </p:sp>
      <p:sp>
        <p:nvSpPr>
          <p:cNvPr name="AutoShape 3" id="3"/>
          <p:cNvSpPr/>
          <p:nvPr/>
        </p:nvSpPr>
        <p:spPr>
          <a:xfrm rot="0" flipH="false" flipV="false">
            <a:off x="1828800" y="1676400"/>
            <a:ext cx="5105400" cy="3505200"/>
          </a:xfrm>
          <a:prstGeom prst="rect">
            <a:avLst/>
          </a:prstGeom>
          <a:solidFill>
            <a:srgbClr val="4F81BD">
              <a:alpha val="100000"/>
            </a:srgbClr>
          </a:solidFill>
          <a:ln w="25400" cap="flat">
            <a:solidFill>
              <a:srgbClr val="1C334E">
                <a:alpha val="100000"/>
              </a:srgbClr>
            </a:solidFill>
            <a:prstDash val="solid"/>
          </a:ln>
        </p:spPr>
        <p:txBody>
          <a:bodyPr anchor="ctr" rtlCol="false" wrap="square" lIns="91440" rIns="91440" tIns="45720" bIns="45720">
            <a:noAutofit/>
          </a:bodyPr>
          <a:lstStyle/>
          <a:p>
            <a:pPr algn="ctr" marL="0" indent="0">
              <a:lnSpc>
                <a:spcPct val="100000"/>
              </a:lnSpc>
              <a:defRPr/>
            </a:pPr>
            <a:r>
              <a:rPr lang="en-US" b="false" i="false" strike="noStrike" u="none" sz="100">
                <a:solidFill>
                  <a:srgbClr val="FFFFFF"/>
                </a:solidFill>
                <a:latin typeface="Calibri"/>
                <a:ea typeface="Calibri"/>
                <a:cs typeface="Calibri"/>
                <a:sym typeface="Calibri"/>
              </a:rPr>
              <a:t>Draw the if3 flowchat  </a:t>
            </a:r>
            <a:endParaRPr lang="en-US" sz="1100"/>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95312" y="714073"/>
            <a:ext cx="7091451" cy="338613"/>
          </a:xfrm>
          <a:prstGeom prst="rect">
            <a:avLst/>
          </a:prstGeom>
          <a:ln w="12700">
            <a:noFill/>
            <a:prstDash val="solid"/>
          </a:ln>
        </p:spPr>
      </p:pic>
      <p:sp>
        <p:nvSpPr>
          <p:cNvPr name="AutoShape 3" id="3"/>
          <p:cNvSpPr/>
          <p:nvPr/>
        </p:nvSpPr>
        <p:spPr>
          <a:xfrm rot="0" flipH="false" flipV="false">
            <a:off x="2147316" y="1440116"/>
            <a:ext cx="7967980" cy="320601"/>
          </a:xfrm>
          <a:prstGeom prst="rect">
            <a:avLst/>
          </a:prstGeom>
          <a:noFill/>
          <a:ln w="12700">
            <a:noFill/>
            <a:prstDash val="solid"/>
          </a:ln>
        </p:spPr>
        <p:txBody>
          <a:bodyPr anchor="t" rtlCol="false" vert="horz" wrap="square" lIns="0" rIns="0" tIns="12700" bIns="0">
            <a:spAutoFit/>
          </a:bodyPr>
          <a:lstStyle>
            <a:lvl1pPr marL="469900" indent="-266700"/>
            <a:lvl2pPr marL="927100" indent="-266700"/>
            <a:lvl3pPr marL="1384300" indent="-266700"/>
            <a:lvl4pPr marL="1841500" indent="-266700"/>
            <a:lvl5pPr marL="2298700" indent="-266700"/>
            <a:lvl6pPr marL="2755900" indent="-266700"/>
            <a:lvl7pPr marL="3213100" indent="-266700"/>
            <a:lvl8pPr marL="3670300" indent="-266700"/>
            <a:lvl9pPr marL="4127500" indent="-266700"/>
          </a:lstStyle>
          <a:p>
            <a:pPr algn="l" indent="-190500" marL="203200">
              <a:lnSpc>
                <a:spcPts val="2425"/>
              </a:lnSpc>
              <a:buClr>
                <a:srgbClr val="2CA1BE"/>
              </a:buClr>
              <a:buSzPct val="67000"/>
              <a:buChar char=""/>
              <a:tabLst>
                <a:tab pos="203200" algn="l"/>
              </a:tabLst>
              <a:defRPr/>
            </a:pPr>
            <a:r>
              <a:rPr lang="en-US" b="false" i="false" strike="noStrike" u="none" sz="2100" spc="-65">
                <a:solidFill>
                  <a:srgbClr val="1F2329"/>
                </a:solidFill>
                <a:latin typeface="Times New Roman"/>
                <a:ea typeface="Times New Roman"/>
                <a:cs typeface="Times New Roman"/>
                <a:sym typeface="Times New Roman"/>
              </a:rPr>
              <a:t> </a:t>
            </a:r>
            <a:endParaRPr lang="en-US" sz="1100"/>
          </a:p>
        </p:txBody>
      </p:sp>
      <p:sp>
        <p:nvSpPr>
          <p:cNvPr name="AutoShape 4" id="4"/>
          <p:cNvSpPr/>
          <p:nvPr>
            <p:ph idx="26" type="body" sz="quarter" hasCustomPrompt="true"/>
          </p:nvPr>
        </p:nvSpPr>
        <p:spPr>
          <a:prstGeom prst="rect">
            <a:avLst/>
          </a:prstGeom>
        </p:spPr>
        <p:txBody>
          <a:bodyPr anchor="t" vert="horz"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
        <p:nvSpPr>
          <p:cNvPr name="AutoShape 5" id="5"/>
          <p:cNvSpPr/>
          <p:nvPr/>
        </p:nvSpPr>
        <p:spPr>
          <a:xfrm rot="0" flipH="false" flipV="false">
            <a:off x="2590800" y="1447373"/>
            <a:ext cx="3743325" cy="323850"/>
          </a:xfrm>
          <a:prstGeom prst="rect">
            <a:avLst/>
          </a:prstGeom>
          <a:solidFill>
            <a:srgbClr val="FFFF00">
              <a:alpha val="100000"/>
            </a:srgbClr>
          </a:solidFill>
          <a:ln w="12700">
            <a:noFill/>
            <a:prstDash val="solid"/>
          </a:ln>
        </p:spPr>
        <p:txBody>
          <a:bodyPr anchor="t" rtlCol="false" vert="horz" wrap="square" lIns="0" rIns="0" tIns="0" bIns="0">
            <a:spAutoFit/>
          </a:bodyPr>
          <a:lstStyle/>
          <a:p>
            <a:pPr algn="l" marL="4445" indent="0">
              <a:lnSpc>
                <a:spcPts val="2470"/>
              </a:lnSpc>
              <a:defRPr/>
            </a:pPr>
            <a:r>
              <a:rPr lang="en-US" b="false" i="false" strike="noStrike" u="none" sz="2100" spc="60">
                <a:solidFill>
                  <a:srgbClr val="1F2329"/>
                </a:solidFill>
                <a:latin typeface="Times New Roman"/>
                <a:ea typeface="Times New Roman"/>
                <a:cs typeface="Times New Roman"/>
                <a:sym typeface="Times New Roman"/>
              </a:rPr>
              <a:t>enclose</a:t>
            </a:r>
            <a:r>
              <a:rPr lang="en-US" b="false" i="false" strike="noStrike" u="none" sz="2100" spc="-120">
                <a:solidFill>
                  <a:srgbClr val="1F2329"/>
                </a:solidFill>
                <a:latin typeface="Times New Roman"/>
                <a:ea typeface="Times New Roman"/>
                <a:cs typeface="Times New Roman"/>
                <a:sym typeface="Times New Roman"/>
              </a:rPr>
              <a:t> </a:t>
            </a:r>
            <a:r>
              <a:rPr lang="en-US" b="false" i="false" strike="noStrike" u="none" sz="2100" spc="75">
                <a:solidFill>
                  <a:srgbClr val="1F2329"/>
                </a:solidFill>
                <a:latin typeface="Times New Roman"/>
                <a:ea typeface="Times New Roman"/>
                <a:cs typeface="Times New Roman"/>
                <a:sym typeface="Times New Roman"/>
              </a:rPr>
              <a:t>the</a:t>
            </a:r>
            <a:r>
              <a:rPr lang="en-US" b="false" i="false" strike="noStrike" u="none" sz="2100" spc="-30">
                <a:solidFill>
                  <a:srgbClr val="1F2329"/>
                </a:solidFill>
                <a:latin typeface="Times New Roman"/>
                <a:ea typeface="Times New Roman"/>
                <a:cs typeface="Times New Roman"/>
                <a:sym typeface="Times New Roman"/>
              </a:rPr>
              <a:t> </a:t>
            </a:r>
            <a:r>
              <a:rPr lang="en-US" b="false" i="false" strike="noStrike" u="none" sz="2100" spc="90">
                <a:solidFill>
                  <a:srgbClr val="1F2329"/>
                </a:solidFill>
                <a:latin typeface="Times New Roman"/>
                <a:ea typeface="Times New Roman"/>
                <a:cs typeface="Times New Roman"/>
                <a:sym typeface="Times New Roman"/>
              </a:rPr>
              <a:t>statements</a:t>
            </a:r>
            <a:r>
              <a:rPr lang="en-US" b="false" i="false" strike="noStrike" u="none" sz="2100" spc="20">
                <a:solidFill>
                  <a:srgbClr val="1F2329"/>
                </a:solidFill>
                <a:latin typeface="Times New Roman"/>
                <a:ea typeface="Times New Roman"/>
                <a:cs typeface="Times New Roman"/>
                <a:sym typeface="Times New Roman"/>
              </a:rPr>
              <a:t> </a:t>
            </a:r>
            <a:r>
              <a:rPr lang="en-US" b="false" i="false" strike="noStrike" u="none" sz="2100" spc="55">
                <a:solidFill>
                  <a:srgbClr val="1F2329"/>
                </a:solidFill>
                <a:latin typeface="Times New Roman"/>
                <a:ea typeface="Times New Roman"/>
                <a:cs typeface="Times New Roman"/>
                <a:sym typeface="Times New Roman"/>
              </a:rPr>
              <a:t>in</a:t>
            </a:r>
            <a:r>
              <a:rPr lang="en-US" b="false" i="false" strike="noStrike" u="none" sz="2100" spc="-110">
                <a:solidFill>
                  <a:srgbClr val="1F2329"/>
                </a:solidFill>
                <a:latin typeface="Times New Roman"/>
                <a:ea typeface="Times New Roman"/>
                <a:cs typeface="Times New Roman"/>
                <a:sym typeface="Times New Roman"/>
              </a:rPr>
              <a:t> </a:t>
            </a:r>
            <a:r>
              <a:rPr lang="en-US" b="false" i="false" strike="noStrike" u="none" sz="2100" spc="45">
                <a:solidFill>
                  <a:srgbClr val="1F2329"/>
                </a:solidFill>
                <a:latin typeface="Times New Roman"/>
                <a:ea typeface="Times New Roman"/>
                <a:cs typeface="Times New Roman"/>
                <a:sym typeface="Times New Roman"/>
              </a:rPr>
              <a:t>braces.</a:t>
            </a:r>
            <a:endParaRPr lang="en-US" sz="1100"/>
          </a:p>
        </p:txBody>
      </p:sp>
      <p:sp>
        <p:nvSpPr>
          <p:cNvPr name="AutoShape 6" id="6"/>
          <p:cNvSpPr/>
          <p:nvPr/>
        </p:nvSpPr>
        <p:spPr>
          <a:xfrm rot="0" flipH="false" flipV="false">
            <a:off x="2147316" y="2288857"/>
            <a:ext cx="7263130" cy="1750607"/>
          </a:xfrm>
          <a:prstGeom prst="rect">
            <a:avLst/>
          </a:prstGeom>
          <a:noFill/>
          <a:ln w="12700">
            <a:noFill/>
            <a:prstDash val="solid"/>
          </a:ln>
        </p:spPr>
        <p:txBody>
          <a:bodyPr anchor="t" rtlCol="false" vert="horz" wrap="square" lIns="0" rIns="0" tIns="12700" bIns="0">
            <a:spAutoFit/>
          </a:bodyPr>
          <a:lstStyle/>
          <a:p>
            <a:pPr algn="l" marL="203200" indent="-190500">
              <a:lnSpc>
                <a:spcPts val="2425"/>
              </a:lnSpc>
              <a:spcBef>
                <a:spcPts val="100"/>
              </a:spcBef>
              <a:tabLst>
                <a:tab pos="203200" algn="l"/>
              </a:tabLst>
              <a:defRPr/>
            </a:pPr>
            <a:r>
              <a:rPr lang="en-US" b="false" i="false" strike="noStrike" u="none" sz="2100">
                <a:solidFill>
                  <a:srgbClr val="1F2329"/>
                </a:solidFill>
                <a:latin typeface="Calibri"/>
                <a:ea typeface="Calibri"/>
                <a:cs typeface="Calibri"/>
                <a:sym typeface="Calibri"/>
              </a:rPr>
              <a:t/>
            </a:r>
            <a:endParaRPr lang="en-US" sz="2100"/>
          </a:p>
          <a:p>
            <a:pPr algn="l" marL="917575" indent="-342900" marR="3124200">
              <a:lnSpc>
                <a:spcPts val="1500"/>
              </a:lnSpc>
              <a:spcBef>
                <a:spcPts val="409"/>
              </a:spcBef>
            </a:pPr>
            <a:r>
              <a:rPr lang="en-US" b="false" i="false" strike="noStrike" u="none" sz="1550">
                <a:solidFill>
                  <a:srgbClr val="0000FF"/>
                </a:solidFill>
                <a:latin typeface="Monaco"/>
                <a:ea typeface="Monaco"/>
                <a:cs typeface="Monaco"/>
                <a:sym typeface="Monaco"/>
              </a:rPr>
              <a:t>if</a:t>
            </a:r>
            <a:r>
              <a:rPr lang="en-US" b="false" i="false" strike="noStrike" u="none" sz="1550" spc="-120">
                <a:solidFill>
                  <a:srgbClr val="0000FF"/>
                </a:solidFill>
                <a:latin typeface="Monaco"/>
                <a:ea typeface="Monaco"/>
                <a:cs typeface="Monaco"/>
                <a:sym typeface="Monaco"/>
              </a:rPr>
              <a:t> </a:t>
            </a:r>
            <a:r>
              <a:rPr lang="en-US" b="false" i="false" strike="noStrike" u="none" sz="1550" spc="-45">
                <a:solidFill>
                  <a:srgbClr val="1F2329"/>
                </a:solidFill>
                <a:latin typeface="Monaco"/>
                <a:ea typeface="Monaco"/>
                <a:cs typeface="Monaco"/>
                <a:sym typeface="Monaco"/>
              </a:rPr>
              <a:t>(grade</a:t>
            </a:r>
            <a:r>
              <a:rPr lang="en-US" b="false" i="false" strike="noStrike" u="none" sz="1550" spc="-175">
                <a:solidFill>
                  <a:srgbClr val="1F2329"/>
                </a:solidFill>
                <a:latin typeface="Monaco"/>
                <a:ea typeface="Monaco"/>
                <a:cs typeface="Monaco"/>
                <a:sym typeface="Monaco"/>
              </a:rPr>
              <a:t> </a:t>
            </a:r>
            <a:r>
              <a:rPr lang="en-US" b="false" i="false" strike="noStrike" u="none" sz="1550">
                <a:solidFill>
                  <a:srgbClr val="1F2329"/>
                </a:solidFill>
                <a:latin typeface="Monaco"/>
                <a:ea typeface="Monaco"/>
                <a:cs typeface="Monaco"/>
                <a:sym typeface="Monaco"/>
              </a:rPr>
              <a:t>&gt;=</a:t>
            </a:r>
            <a:r>
              <a:rPr lang="en-US" b="false" i="false" strike="noStrike" u="none" sz="1550" spc="-185">
                <a:solidFill>
                  <a:srgbClr val="1F2329"/>
                </a:solidFill>
                <a:latin typeface="Monaco"/>
                <a:ea typeface="Monaco"/>
                <a:cs typeface="Monaco"/>
                <a:sym typeface="Monaco"/>
              </a:rPr>
              <a:t> </a:t>
            </a:r>
            <a:r>
              <a:rPr lang="en-US" b="false" i="false" strike="noStrike" u="none" sz="1550">
                <a:solidFill>
                  <a:srgbClr val="1289FF"/>
                </a:solidFill>
                <a:latin typeface="Monaco"/>
                <a:ea typeface="Monaco"/>
                <a:cs typeface="Monaco"/>
                <a:sym typeface="Monaco"/>
              </a:rPr>
              <a:t>60</a:t>
            </a:r>
            <a:r>
              <a:rPr lang="en-US" b="false" i="false" strike="noStrike" u="none" sz="1550">
                <a:solidFill>
                  <a:srgbClr val="1F2329"/>
                </a:solidFill>
                <a:latin typeface="Monaco"/>
                <a:ea typeface="Monaco"/>
                <a:cs typeface="Monaco"/>
                <a:sym typeface="Monaco"/>
              </a:rPr>
              <a:t>)</a:t>
            </a:r>
            <a:r>
              <a:rPr lang="en-US" b="false" i="false" strike="noStrike" u="none" sz="1550" spc="-185">
                <a:solidFill>
                  <a:srgbClr val="1F2329"/>
                </a:solidFill>
                <a:latin typeface="Monaco"/>
                <a:ea typeface="Monaco"/>
                <a:cs typeface="Monaco"/>
                <a:sym typeface="Monaco"/>
              </a:rPr>
              <a:t> </a:t>
            </a:r>
            <a:r>
              <a:rPr lang="en-US" b="false" i="false" strike="noStrike" u="none" sz="1550" spc="-50">
                <a:solidFill>
                  <a:srgbClr val="1F2329"/>
                </a:solidFill>
                <a:latin typeface="Monaco"/>
                <a:ea typeface="Monaco"/>
                <a:cs typeface="Monaco"/>
                <a:sym typeface="Monaco"/>
              </a:rPr>
              <a:t>{ </a:t>
            </a:r>
            <a:r>
              <a:rPr lang="en-US" b="false" i="false" strike="noStrike" u="none" sz="1550" spc="-60">
                <a:solidFill>
                  <a:srgbClr val="1F2329"/>
                </a:solidFill>
                <a:latin typeface="Monaco"/>
                <a:ea typeface="Monaco"/>
                <a:cs typeface="Monaco"/>
                <a:sym typeface="Monaco"/>
              </a:rPr>
              <a:t>System.out.println(</a:t>
            </a:r>
            <a:r>
              <a:rPr lang="en-US" b="false" i="false" strike="noStrike" u="none" sz="1550" spc="-60">
                <a:solidFill>
                  <a:srgbClr val="1289FF"/>
                </a:solidFill>
                <a:latin typeface="Monaco"/>
                <a:ea typeface="Monaco"/>
                <a:cs typeface="Monaco"/>
                <a:sym typeface="Monaco"/>
              </a:rPr>
              <a:t>"Passed"</a:t>
            </a:r>
            <a:r>
              <a:rPr lang="en-US" b="false" i="false" strike="noStrike" u="none" sz="1550" spc="-60">
                <a:solidFill>
                  <a:srgbClr val="1F2329"/>
                </a:solidFill>
                <a:latin typeface="Monaco"/>
                <a:ea typeface="Monaco"/>
                <a:cs typeface="Monaco"/>
                <a:sym typeface="Monaco"/>
              </a:rPr>
              <a:t>);</a:t>
            </a:r>
          </a:p>
          <a:p>
            <a:pPr algn="l" marL="574675" indent="0">
              <a:lnSpc>
                <a:spcPts val="1375"/>
              </a:lnSpc>
            </a:pPr>
            <a:r>
              <a:rPr lang="en-US" b="false" i="false" strike="noStrike" u="none" sz="1550" spc="-50">
                <a:solidFill>
                  <a:srgbClr val="1F2329"/>
                </a:solidFill>
                <a:latin typeface="Monaco"/>
                <a:ea typeface="Monaco"/>
                <a:cs typeface="Monaco"/>
                <a:sym typeface="Monaco"/>
              </a:rPr>
              <a:t>}</a:t>
            </a:r>
          </a:p>
          <a:p>
            <a:pPr algn="l" marL="574675" indent="0">
              <a:lnSpc>
                <a:spcPts val="1540"/>
              </a:lnSpc>
            </a:pPr>
            <a:r>
              <a:rPr lang="en-US" b="false" i="false" strike="noStrike" u="none" sz="1550" spc="-10">
                <a:solidFill>
                  <a:srgbClr val="0000FF"/>
                </a:solidFill>
                <a:latin typeface="Monaco"/>
                <a:ea typeface="Monaco"/>
                <a:cs typeface="Monaco"/>
                <a:sym typeface="Monaco"/>
              </a:rPr>
              <a:t>else</a:t>
            </a:r>
            <a:r>
              <a:rPr lang="en-US" b="false" i="false" strike="noStrike" u="none" sz="1550" spc="-204">
                <a:solidFill>
                  <a:srgbClr val="0000FF"/>
                </a:solidFill>
                <a:latin typeface="Monaco"/>
                <a:ea typeface="Monaco"/>
                <a:cs typeface="Monaco"/>
                <a:sym typeface="Monaco"/>
              </a:rPr>
              <a:t> </a:t>
            </a:r>
            <a:r>
              <a:rPr lang="en-US" b="false" i="false" strike="noStrike" u="none" sz="2400" spc="-50">
                <a:solidFill>
                  <a:srgbClr val="FF0000"/>
                </a:solidFill>
                <a:latin typeface="Monaco"/>
                <a:ea typeface="Monaco"/>
                <a:cs typeface="Monaco"/>
                <a:sym typeface="Monaco"/>
              </a:rPr>
              <a:t>{</a:t>
            </a:r>
          </a:p>
          <a:p>
            <a:pPr algn="l" marL="917575" indent="0">
              <a:lnSpc>
                <a:spcPts val="1540"/>
              </a:lnSpc>
            </a:pPr>
            <a:r>
              <a:rPr lang="en-US" b="false" i="false" strike="noStrike" u="none" sz="1550" spc="-30">
                <a:solidFill>
                  <a:srgbClr val="1F2329"/>
                </a:solidFill>
                <a:latin typeface="Monaco"/>
                <a:ea typeface="Monaco"/>
                <a:cs typeface="Monaco"/>
                <a:sym typeface="Monaco"/>
              </a:rPr>
              <a:t>System.out.println(</a:t>
            </a:r>
            <a:r>
              <a:rPr lang="en-US" b="false" i="false" strike="noStrike" u="none" sz="1550" spc="-30">
                <a:solidFill>
                  <a:srgbClr val="1289FF"/>
                </a:solidFill>
                <a:latin typeface="Monaco"/>
                <a:ea typeface="Monaco"/>
                <a:cs typeface="Monaco"/>
                <a:sym typeface="Monaco"/>
              </a:rPr>
              <a:t>"Failed"</a:t>
            </a:r>
            <a:r>
              <a:rPr lang="en-US" b="false" i="false" strike="noStrike" u="none" sz="1550" spc="-30">
                <a:solidFill>
                  <a:srgbClr val="1F2329"/>
                </a:solidFill>
                <a:latin typeface="Monaco"/>
                <a:ea typeface="Monaco"/>
                <a:cs typeface="Monaco"/>
                <a:sym typeface="Monaco"/>
              </a:rPr>
              <a:t>);</a:t>
            </a:r>
          </a:p>
          <a:p>
            <a:pPr algn="l" marL="917575" indent="0">
              <a:lnSpc>
                <a:spcPts val="1540"/>
              </a:lnSpc>
            </a:pPr>
            <a:r>
              <a:rPr lang="en-US" b="false" i="false" strike="noStrike" u="none" sz="1550" spc="-60">
                <a:solidFill>
                  <a:srgbClr val="1F2329"/>
                </a:solidFill>
                <a:latin typeface="Monaco"/>
                <a:ea typeface="Monaco"/>
                <a:cs typeface="Monaco"/>
                <a:sym typeface="Monaco"/>
              </a:rPr>
              <a:t>System.out.println(</a:t>
            </a:r>
            <a:r>
              <a:rPr lang="en-US" b="false" i="false" strike="noStrike" u="none" sz="1550" spc="-60">
                <a:solidFill>
                  <a:srgbClr val="1289FF"/>
                </a:solidFill>
                <a:latin typeface="Monaco"/>
                <a:ea typeface="Monaco"/>
                <a:cs typeface="Monaco"/>
                <a:sym typeface="Monaco"/>
              </a:rPr>
              <a:t>"You</a:t>
            </a:r>
            <a:r>
              <a:rPr lang="en-US" b="false" i="false" strike="noStrike" u="none" sz="1550" spc="-120">
                <a:solidFill>
                  <a:srgbClr val="1289FF"/>
                </a:solidFill>
                <a:latin typeface="Monaco"/>
                <a:ea typeface="Monaco"/>
                <a:cs typeface="Monaco"/>
                <a:sym typeface="Monaco"/>
              </a:rPr>
              <a:t> </a:t>
            </a:r>
            <a:r>
              <a:rPr lang="en-US" b="false" i="false" strike="noStrike" u="none" sz="1550" spc="-30">
                <a:solidFill>
                  <a:srgbClr val="1289FF"/>
                </a:solidFill>
                <a:latin typeface="Monaco"/>
                <a:ea typeface="Monaco"/>
                <a:cs typeface="Monaco"/>
                <a:sym typeface="Monaco"/>
              </a:rPr>
              <a:t>must</a:t>
            </a:r>
            <a:r>
              <a:rPr lang="en-US" b="false" i="false" strike="noStrike" u="none" sz="1550" spc="-180">
                <a:solidFill>
                  <a:srgbClr val="1289FF"/>
                </a:solidFill>
                <a:latin typeface="Monaco"/>
                <a:ea typeface="Monaco"/>
                <a:cs typeface="Monaco"/>
                <a:sym typeface="Monaco"/>
              </a:rPr>
              <a:t> </a:t>
            </a:r>
            <a:r>
              <a:rPr lang="en-US" b="false" i="false" strike="noStrike" u="none" sz="1550" spc="-30">
                <a:solidFill>
                  <a:srgbClr val="1289FF"/>
                </a:solidFill>
                <a:latin typeface="Monaco"/>
                <a:ea typeface="Monaco"/>
                <a:cs typeface="Monaco"/>
                <a:sym typeface="Monaco"/>
              </a:rPr>
              <a:t>take</a:t>
            </a:r>
            <a:r>
              <a:rPr lang="en-US" b="false" i="false" strike="noStrike" u="none" sz="1550" spc="-180">
                <a:solidFill>
                  <a:srgbClr val="1289FF"/>
                </a:solidFill>
                <a:latin typeface="Monaco"/>
                <a:ea typeface="Monaco"/>
                <a:cs typeface="Monaco"/>
                <a:sym typeface="Monaco"/>
              </a:rPr>
              <a:t> </a:t>
            </a:r>
            <a:r>
              <a:rPr lang="en-US" b="false" i="false" strike="noStrike" u="none" sz="1550" spc="-10">
                <a:solidFill>
                  <a:srgbClr val="1289FF"/>
                </a:solidFill>
                <a:latin typeface="Monaco"/>
                <a:ea typeface="Monaco"/>
                <a:cs typeface="Monaco"/>
                <a:sym typeface="Monaco"/>
              </a:rPr>
              <a:t>this</a:t>
            </a:r>
            <a:r>
              <a:rPr lang="en-US" b="false" i="false" strike="noStrike" u="none" sz="1550" spc="-113">
                <a:solidFill>
                  <a:srgbClr val="1289FF"/>
                </a:solidFill>
                <a:latin typeface="Monaco"/>
                <a:ea typeface="Monaco"/>
                <a:cs typeface="Monaco"/>
                <a:sym typeface="Monaco"/>
              </a:rPr>
              <a:t> </a:t>
            </a:r>
            <a:r>
              <a:rPr lang="en-US" b="false" i="false" strike="noStrike" u="none" sz="1550" spc="-55">
                <a:solidFill>
                  <a:srgbClr val="1289FF"/>
                </a:solidFill>
                <a:latin typeface="Monaco"/>
                <a:ea typeface="Monaco"/>
                <a:cs typeface="Monaco"/>
                <a:sym typeface="Monaco"/>
              </a:rPr>
              <a:t>course</a:t>
            </a:r>
            <a:r>
              <a:rPr lang="en-US" b="false" i="false" strike="noStrike" u="none" sz="1550" spc="-175">
                <a:solidFill>
                  <a:srgbClr val="1289FF"/>
                </a:solidFill>
                <a:latin typeface="Monaco"/>
                <a:ea typeface="Monaco"/>
                <a:cs typeface="Monaco"/>
                <a:sym typeface="Monaco"/>
              </a:rPr>
              <a:t> </a:t>
            </a:r>
            <a:r>
              <a:rPr lang="en-US" b="false" i="false" strike="noStrike" u="none" sz="1550" spc="-10">
                <a:solidFill>
                  <a:srgbClr val="1289FF"/>
                </a:solidFill>
                <a:latin typeface="Monaco"/>
                <a:ea typeface="Monaco"/>
                <a:cs typeface="Monaco"/>
                <a:sym typeface="Monaco"/>
              </a:rPr>
              <a:t>again."</a:t>
            </a:r>
            <a:r>
              <a:rPr lang="en-US" b="false" i="false" strike="noStrike" u="none" sz="1550" spc="-10">
                <a:solidFill>
                  <a:srgbClr val="1F2329"/>
                </a:solidFill>
                <a:latin typeface="Monaco"/>
                <a:ea typeface="Monaco"/>
                <a:cs typeface="Monaco"/>
                <a:sym typeface="Monaco"/>
              </a:rPr>
              <a:t>);</a:t>
            </a:r>
          </a:p>
          <a:p>
            <a:pPr algn="l" marL="574675" indent="0">
              <a:lnSpc>
                <a:spcPts val="1680"/>
              </a:lnSpc>
            </a:pPr>
            <a:r>
              <a:rPr lang="en-US" b="false" i="false" strike="noStrike" u="none" sz="2400" spc="-50">
                <a:solidFill>
                  <a:srgbClr val="FF0000"/>
                </a:solidFill>
                <a:latin typeface="Monaco"/>
                <a:ea typeface="Monaco"/>
                <a:cs typeface="Monaco"/>
                <a:sym typeface="Monaco"/>
              </a:rPr>
              <a:t>}</a:t>
            </a:r>
          </a:p>
        </p:txBody>
      </p:sp>
    </p:spTree>
  </p:cSld>
  <p:clrMapOvr>
    <a:masterClrMapping/>
  </p:clrMapOvr>
</p:sld>
</file>

<file path=ppt/slides/slide29.xml><?xml version="1.0" encoding="utf-8"?>
<p:sld xmlns:p="http://schemas.openxmlformats.org/presentationml/2006/main" xmlns:a="http://schemas.openxmlformats.org/drawingml/2006/main">
  <p:cSld>
    <p:bg>
      <p:bgPr>
        <a:solidFill>
          <a:srgbClr val="FFFFFF">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762000" y="381000"/>
            <a:ext cx="889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367E88"/>
                </a:solidFill>
              </a:rPr>
              <a:t>Compound Statement (Block)</a:t>
            </a:r>
            <a:endParaRPr lang="en-US" sz="1100"/>
          </a:p>
        </p:txBody>
      </p:sp>
      <p:sp>
        <p:nvSpPr>
          <p:cNvPr name="AutoShape 3" id="3"/>
          <p:cNvSpPr/>
          <p:nvPr/>
        </p:nvSpPr>
        <p:spPr>
          <a:xfrm rot="0" flipH="false" flipV="false">
            <a:off x="1016000" y="1270000"/>
            <a:ext cx="10160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500">
                <a:solidFill>
                  <a:srgbClr val="323232"/>
                </a:solidFill>
              </a:rPr>
              <a:t>An </a:t>
            </a:r>
            <a:r>
              <a:rPr lang="en-US" b="true" i="false" strike="noStrike" u="none" sz="1500">
                <a:solidFill>
                  <a:srgbClr val="323232"/>
                </a:solidFill>
              </a:rPr>
              <a:t>if</a:t>
            </a:r>
            <a:r>
              <a:rPr lang="en-US" b="false" i="false" strike="noStrike" u="none" sz="1500">
                <a:solidFill>
                  <a:srgbClr val="323232"/>
                </a:solidFill>
              </a:rPr>
              <a:t> normally controls only </a:t>
            </a:r>
            <a:r>
              <a:rPr lang="en-US" b="true" i="false" strike="noStrike" u="none" sz="1500">
                <a:solidFill>
                  <a:srgbClr val="323232"/>
                </a:solidFill>
              </a:rPr>
              <a:t>one statement</a:t>
            </a:r>
            <a:r>
              <a:rPr lang="en-US" b="false" i="false" strike="noStrike" u="none" sz="1500">
                <a:solidFill>
                  <a:srgbClr val="323232"/>
                </a:solidFill>
              </a:rPr>
              <a:t>. To group multiple statements into one unit, use a </a:t>
            </a:r>
            <a:r>
              <a:rPr lang="en-US" b="true" i="false" strike="noStrike" u="none" sz="1500">
                <a:solidFill>
                  <a:srgbClr val="323232"/>
                </a:solidFill>
              </a:rPr>
              <a:t>compound statement</a:t>
            </a:r>
            <a:r>
              <a:rPr lang="en-US" b="false" i="false" strike="noStrike" u="none" sz="1500">
                <a:solidFill>
                  <a:srgbClr val="323232"/>
                </a:solidFill>
              </a:rPr>
              <a:t> (also called a block):</a:t>
            </a:r>
            <a:endParaRPr lang="en-US" sz="1100"/>
          </a:p>
        </p:txBody>
      </p:sp>
      <p:sp>
        <p:nvSpPr>
          <p:cNvPr name="AutoShape 4" id="4"/>
          <p:cNvSpPr/>
          <p:nvPr/>
        </p:nvSpPr>
        <p:spPr>
          <a:xfrm rot="0" flipH="false" flipV="false">
            <a:off x="1524000" y="2286000"/>
            <a:ext cx="5080000" cy="2540000"/>
          </a:xfrm>
          <a:prstGeom prst="roundRect">
            <a:avLst>
              <a:gd name="adj" fmla="val 2000"/>
            </a:avLst>
          </a:prstGeom>
          <a:solidFill>
            <a:srgbClr val="F5F8FC">
              <a:alpha val="100000"/>
            </a:srgbClr>
          </a:solidFill>
          <a:ln w="12700" cmpd="sng" cap="flat">
            <a:solidFill>
              <a:srgbClr val="5082A0">
                <a:alpha val="10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1778000" y="2476500"/>
            <a:ext cx="4572000" cy="215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true" i="false" strike="noStrike" u="none" sz="1400">
                <a:solidFill>
                  <a:srgbClr val="367E88"/>
                </a:solidFill>
                <a:latin typeface="Courier New"/>
                <a:ea typeface="Courier New"/>
                <a:cs typeface="Courier New"/>
                <a:sym typeface="Courier New"/>
              </a:rPr>
              <a:t>{</a:t>
            </a:r>
            <a:r>
              <a:rPr lang="en-US" b="false" i="false" strike="noStrike" u="none" sz="1400">
                <a:solidFill>
                  <a:srgbClr val="282828"/>
                </a:solidFill>
                <a:latin typeface="Courier New"/>
                <a:ea typeface="Courier New"/>
                <a:cs typeface="Courier New"/>
                <a:sym typeface="Courier New"/>
              </a:rPr>
              <a:t/>
            </a:r>
            <a:endParaRPr lang="en-US" sz="1100"/>
          </a:p>
          <a:p>
            <a:pPr algn="l" marL="0" indent="0">
              <a:lnSpc>
                <a:spcPct val="133333"/>
              </a:lnSpc>
            </a:pPr>
            <a:r>
              <a:rPr lang="en-US" b="false" i="false" strike="noStrike" u="none" sz="1400">
                <a:solidFill>
                  <a:srgbClr val="282828"/>
                </a:solidFill>
                <a:latin typeface="Courier New"/>
                <a:ea typeface="Courier New"/>
                <a:cs typeface="Courier New"/>
                <a:sym typeface="Courier New"/>
              </a:rPr>
              <a:t>statement 1;</a:t>
            </a:r>
            <a:r>
              <a:rPr lang="en-US" b="false" i="false" strike="noStrike" u="none" sz="1400">
                <a:solidFill>
                  <a:srgbClr val="282828"/>
                </a:solidFill>
                <a:latin typeface="Courier New"/>
                <a:ea typeface="Courier New"/>
                <a:cs typeface="Courier New"/>
                <a:sym typeface="Courier New"/>
              </a:rPr>
              <a:t/>
            </a:r>
          </a:p>
          <a:p>
            <a:pPr algn="l" marL="0" indent="0">
              <a:lnSpc>
                <a:spcPct val="133333"/>
              </a:lnSpc>
            </a:pPr>
            <a:r>
              <a:rPr lang="en-US" b="false" i="false" strike="noStrike" u="none" sz="1400">
                <a:solidFill>
                  <a:srgbClr val="282828"/>
                </a:solidFill>
                <a:latin typeface="Courier New"/>
                <a:ea typeface="Courier New"/>
                <a:cs typeface="Courier New"/>
                <a:sym typeface="Courier New"/>
              </a:rPr>
              <a:t>statement 2;</a:t>
            </a:r>
            <a:r>
              <a:rPr lang="en-US" b="false" i="false" strike="noStrike" u="none" sz="1400">
                <a:solidFill>
                  <a:srgbClr val="282828"/>
                </a:solidFill>
                <a:latin typeface="Courier New"/>
                <a:ea typeface="Courier New"/>
                <a:cs typeface="Courier New"/>
                <a:sym typeface="Courier New"/>
              </a:rPr>
              <a:t/>
            </a:r>
          </a:p>
          <a:p>
            <a:pPr algn="l" marL="0" indent="0">
              <a:lnSpc>
                <a:spcPct val="133333"/>
              </a:lnSpc>
            </a:pPr>
            <a:r>
              <a:rPr lang="en-US" b="false" i="false" strike="noStrike" u="none" sz="1400">
                <a:solidFill>
                  <a:srgbClr val="282828"/>
                </a:solidFill>
                <a:latin typeface="Courier New"/>
                <a:ea typeface="Courier New"/>
                <a:cs typeface="Courier New"/>
                <a:sym typeface="Courier New"/>
              </a:rPr>
              <a:t>...</a:t>
            </a:r>
            <a:r>
              <a:rPr lang="en-US" b="false" i="false" strike="noStrike" u="none" sz="1400">
                <a:solidFill>
                  <a:srgbClr val="282828"/>
                </a:solidFill>
                <a:latin typeface="Courier New"/>
                <a:ea typeface="Courier New"/>
                <a:cs typeface="Courier New"/>
                <a:sym typeface="Courier New"/>
              </a:rPr>
              <a:t/>
            </a:r>
          </a:p>
          <a:p>
            <a:pPr algn="l" marL="0" indent="0">
              <a:lnSpc>
                <a:spcPct val="133333"/>
              </a:lnSpc>
            </a:pPr>
            <a:r>
              <a:rPr lang="en-US" b="false" i="false" strike="noStrike" u="none" sz="1400">
                <a:solidFill>
                  <a:srgbClr val="282828"/>
                </a:solidFill>
                <a:latin typeface="Courier New"/>
                <a:ea typeface="Courier New"/>
                <a:cs typeface="Courier New"/>
                <a:sym typeface="Courier New"/>
              </a:rPr>
              <a:t>statement n;</a:t>
            </a:r>
            <a:r>
              <a:rPr lang="en-US" b="false" i="false" strike="noStrike" u="none" sz="1400">
                <a:solidFill>
                  <a:srgbClr val="282828"/>
                </a:solidFill>
                <a:latin typeface="Courier New"/>
                <a:ea typeface="Courier New"/>
                <a:cs typeface="Courier New"/>
                <a:sym typeface="Courier New"/>
              </a:rPr>
              <a:t/>
            </a:r>
          </a:p>
          <a:p>
            <a:pPr algn="l" marL="0" indent="0">
              <a:lnSpc>
                <a:spcPct val="133333"/>
              </a:lnSpc>
            </a:pPr>
            <a:r>
              <a:rPr lang="en-US" b="true" i="false" strike="noStrike" u="none" sz="1400">
                <a:solidFill>
                  <a:srgbClr val="367E88"/>
                </a:solidFill>
                <a:latin typeface="Courier New"/>
                <a:ea typeface="Courier New"/>
                <a:cs typeface="Courier New"/>
                <a:sym typeface="Courier New"/>
              </a:rPr>
              <a:t>}</a:t>
            </a:r>
          </a:p>
        </p:txBody>
      </p:sp>
      <p:sp>
        <p:nvSpPr>
          <p:cNvPr name="AutoShape 6" id="6"/>
          <p:cNvSpPr/>
          <p:nvPr/>
        </p:nvSpPr>
        <p:spPr>
          <a:xfrm rot="0" flipH="false" flipV="false">
            <a:off x="7112000" y="2286000"/>
            <a:ext cx="4572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41666"/>
              </a:lnSpc>
              <a:defRPr/>
            </a:pPr>
            <a:r>
              <a:rPr lang="en-US" b="true" i="false" strike="noStrike" u="none" sz="1400">
                <a:solidFill>
                  <a:srgbClr val="323232"/>
                </a:solidFill>
              </a:rPr>
              <a:t>Key points:</a:t>
            </a:r>
            <a:r>
              <a:rPr lang="en-US" b="false" i="false" strike="noStrike" u="none" sz="1400">
                <a:solidFill>
                  <a:srgbClr val="323232"/>
                </a:solidFill>
              </a:rPr>
              <a:t/>
            </a:r>
            <a:endParaRPr lang="en-US" sz="1100"/>
          </a:p>
          <a:p>
            <a:pPr algn="l" marL="0" indent="0">
              <a:lnSpc>
                <a:spcPct val="141666"/>
              </a:lnSpc>
            </a:pPr>
            <a:r>
              <a:rPr lang="en-US" b="false" i="false" strike="noStrike" u="none" sz="1400">
                <a:solidFill>
                  <a:srgbClr val="323232"/>
                </a:solidFill>
              </a:rPr>
              <a:t>The braces group statements into a single unit.</a:t>
            </a:r>
          </a:p>
          <a:p>
            <a:pPr algn="l" marL="0" indent="0">
              <a:lnSpc>
                <a:spcPct val="141666"/>
              </a:lnSpc>
            </a:pPr>
            <a:r>
              <a:rPr lang="en-US" b="false" i="false" strike="noStrike" u="none" sz="1400">
                <a:solidFill>
                  <a:srgbClr val="323232"/>
                </a:solidFill>
              </a:rPr>
              <a:t>This unit can be used anywhere a single statement is expected.</a:t>
            </a:r>
          </a:p>
          <a:p>
            <a:pPr algn="l" marL="0" indent="0">
              <a:lnSpc>
                <a:spcPct val="141666"/>
              </a:lnSpc>
            </a:pPr>
            <a:r>
              <a:rPr lang="en-US" b="false" i="false" strike="noStrike" u="none" sz="1400">
                <a:solidFill>
                  <a:srgbClr val="323232"/>
                </a:solidFill>
              </a:rPr>
              <a:t/>
            </a:r>
          </a:p>
          <a:p>
            <a:pPr algn="l" marL="0" indent="0">
              <a:lnSpc>
                <a:spcPct val="141666"/>
              </a:lnSpc>
            </a:pPr>
            <a:r>
              <a:rPr lang="en-US" b="true" i="false" strike="noStrike" u="none" sz="1400">
                <a:solidFill>
                  <a:srgbClr val="323232"/>
                </a:solidFill>
              </a:rPr>
              <a:t>Good practice:</a:t>
            </a:r>
            <a:r>
              <a:rPr lang="en-US" b="false" i="false" strike="noStrike" u="none" sz="1400">
                <a:solidFill>
                  <a:srgbClr val="323232"/>
                </a:solidFill>
              </a:rPr>
              <a:t> Always use braces, even for a single statement inside if/else. It prevents errors when adding more statements later.</a:t>
            </a:r>
          </a:p>
        </p:txBody>
      </p:sp>
      <p:sp>
        <p:nvSpPr>
          <p:cNvPr name="AutoShape 7" id="7"/>
          <p:cNvSpPr/>
          <p:nvPr/>
        </p:nvSpPr>
        <p:spPr>
          <a:xfrm rot="0" flipH="false" flipV="false">
            <a:off x="4445000" y="6477000"/>
            <a:ext cx="3810000" cy="254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900">
                <a:solidFill>
                  <a:srgbClr val="969696"/>
                </a:solidFill>
              </a:rPr>
              <a:t>Copyright © 2020 Pearson Education Ltd. All Rights Reserved</a:t>
            </a:r>
            <a:endParaRPr lang="en-US" sz="1100"/>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95307" y="704564"/>
            <a:ext cx="5110260" cy="367155"/>
          </a:xfrm>
          <a:prstGeom prst="rect">
            <a:avLst/>
          </a:prstGeom>
          <a:ln w="12700">
            <a:noFill/>
            <a:prstDash val="solid"/>
          </a:ln>
        </p:spPr>
      </p:pic>
      <p:sp>
        <p:nvSpPr>
          <p:cNvPr name="AutoShape 3" id="3"/>
          <p:cNvSpPr/>
          <p:nvPr/>
        </p:nvSpPr>
        <p:spPr>
          <a:xfrm rot="0" flipH="false" flipV="false">
            <a:off x="774700" y="1430591"/>
            <a:ext cx="9911080" cy="3877310"/>
          </a:xfrm>
          <a:prstGeom prst="rect">
            <a:avLst/>
          </a:prstGeom>
          <a:noFill/>
          <a:ln w="12700">
            <a:noFill/>
            <a:prstDash val="solid"/>
          </a:ln>
        </p:spPr>
        <p:txBody>
          <a:bodyPr anchor="t" rtlCol="false" vert="horz" wrap="square" lIns="0" rIns="0" tIns="15875" bIns="0">
            <a:spAutoFit/>
          </a:bodyPr>
          <a:lstStyle>
            <a:lvl1pPr marL="494665" indent="-292100"/>
            <a:lvl2pPr marL="951865" indent="-292100"/>
            <a:lvl3pPr marL="1409065" indent="-292100"/>
            <a:lvl4pPr marL="1866265" indent="-292100"/>
            <a:lvl5pPr marL="2323465" indent="-292100"/>
            <a:lvl6pPr marL="2780665" indent="-292100"/>
            <a:lvl7pPr marL="3237865" indent="-292100"/>
            <a:lvl8pPr marL="3695065" indent="-292100"/>
            <a:lvl9pPr marL="4152265" indent="-292100"/>
          </a:lstStyle>
          <a:p>
            <a:pPr algn="l" indent="-189865" marL="202565">
              <a:lnSpc>
                <a:spcPts val="2505"/>
              </a:lnSpc>
              <a:spcBef>
                <a:spcPts val="125"/>
              </a:spcBef>
              <a:buClr>
                <a:srgbClr val="2CA1BE"/>
              </a:buClr>
              <a:buSzPct val="67000"/>
              <a:buChar char=""/>
              <a:tabLst>
                <a:tab pos="202565" algn="l"/>
              </a:tabLst>
              <a:defRPr/>
            </a:pPr>
            <a:r>
              <a:rPr lang="en-US" b="false" i="false" strike="noStrike" u="none" sz="2300">
                <a:solidFill>
                  <a:srgbClr val="1F2329"/>
                </a:solidFill>
                <a:latin typeface="Times New Roman"/>
                <a:ea typeface="Times New Roman"/>
                <a:cs typeface="Times New Roman"/>
                <a:sym typeface="Times New Roman"/>
              </a:rPr>
              <a:t>Can</a:t>
            </a:r>
            <a:r>
              <a:rPr lang="en-US" b="false" i="false" strike="noStrike" u="none" sz="2300" spc="-65">
                <a:solidFill>
                  <a:srgbClr val="1F2329"/>
                </a:solidFill>
                <a:latin typeface="Times New Roman"/>
                <a:ea typeface="Times New Roman"/>
                <a:cs typeface="Times New Roman"/>
                <a:sym typeface="Times New Roman"/>
              </a:rPr>
              <a:t> </a:t>
            </a:r>
            <a:r>
              <a:rPr lang="en-US" b="false" i="false" strike="noStrike" u="none" sz="2300" spc="100">
                <a:solidFill>
                  <a:srgbClr val="1F2329"/>
                </a:solidFill>
                <a:latin typeface="Times New Roman"/>
                <a:ea typeface="Times New Roman"/>
                <a:cs typeface="Times New Roman"/>
                <a:sym typeface="Times New Roman"/>
              </a:rPr>
              <a:t>test</a:t>
            </a:r>
            <a:r>
              <a:rPr lang="en-US" b="false" i="false" strike="noStrike" u="none" sz="2300" spc="5">
                <a:solidFill>
                  <a:srgbClr val="1F2329"/>
                </a:solidFill>
                <a:latin typeface="Times New Roman"/>
                <a:ea typeface="Times New Roman"/>
                <a:cs typeface="Times New Roman"/>
                <a:sym typeface="Times New Roman"/>
              </a:rPr>
              <a:t> </a:t>
            </a:r>
            <a:r>
              <a:rPr lang="en-US" b="false" i="false" strike="noStrike" u="none" sz="2300" spc="65">
                <a:solidFill>
                  <a:srgbClr val="1F2329"/>
                </a:solidFill>
                <a:latin typeface="Times New Roman"/>
                <a:ea typeface="Times New Roman"/>
                <a:cs typeface="Times New Roman"/>
                <a:sym typeface="Times New Roman"/>
              </a:rPr>
              <a:t>multiple</a:t>
            </a:r>
            <a:r>
              <a:rPr lang="en-US" b="false" i="false" strike="noStrike" u="none" sz="2300" spc="-45">
                <a:solidFill>
                  <a:srgbClr val="1F2329"/>
                </a:solidFill>
                <a:latin typeface="Times New Roman"/>
                <a:ea typeface="Times New Roman"/>
                <a:cs typeface="Times New Roman"/>
                <a:sym typeface="Times New Roman"/>
              </a:rPr>
              <a:t> </a:t>
            </a:r>
            <a:r>
              <a:rPr lang="en-US" b="false" i="false" strike="noStrike" u="none" sz="2300" spc="75">
                <a:solidFill>
                  <a:srgbClr val="1F2329"/>
                </a:solidFill>
                <a:latin typeface="Times New Roman"/>
                <a:ea typeface="Times New Roman"/>
                <a:cs typeface="Times New Roman"/>
                <a:sym typeface="Times New Roman"/>
              </a:rPr>
              <a:t>cases</a:t>
            </a:r>
            <a:r>
              <a:rPr lang="en-US" b="false" i="false" strike="noStrike" u="none" sz="2300" spc="-140">
                <a:solidFill>
                  <a:srgbClr val="1F2329"/>
                </a:solidFill>
                <a:latin typeface="Times New Roman"/>
                <a:ea typeface="Times New Roman"/>
                <a:cs typeface="Times New Roman"/>
                <a:sym typeface="Times New Roman"/>
              </a:rPr>
              <a:t> </a:t>
            </a:r>
            <a:r>
              <a:rPr lang="en-US" b="false" i="false" strike="noStrike" u="none" sz="2300" spc="65">
                <a:solidFill>
                  <a:srgbClr val="1F2329"/>
                </a:solidFill>
                <a:latin typeface="Times New Roman"/>
                <a:ea typeface="Times New Roman"/>
                <a:cs typeface="Times New Roman"/>
                <a:sym typeface="Times New Roman"/>
              </a:rPr>
              <a:t>by</a:t>
            </a:r>
            <a:r>
              <a:rPr lang="en-US" b="false" i="false" strike="noStrike" u="none" sz="2300" spc="-80">
                <a:solidFill>
                  <a:srgbClr val="1F2329"/>
                </a:solidFill>
                <a:latin typeface="Times New Roman"/>
                <a:ea typeface="Times New Roman"/>
                <a:cs typeface="Times New Roman"/>
                <a:sym typeface="Times New Roman"/>
              </a:rPr>
              <a:t> </a:t>
            </a:r>
            <a:r>
              <a:rPr lang="en-US" b="false" i="false" strike="noStrike" u="none" sz="2300" spc="45">
                <a:solidFill>
                  <a:srgbClr val="1F2329"/>
                </a:solidFill>
                <a:latin typeface="Times New Roman"/>
                <a:ea typeface="Times New Roman"/>
                <a:cs typeface="Times New Roman"/>
                <a:sym typeface="Times New Roman"/>
              </a:rPr>
              <a:t>placing</a:t>
            </a:r>
            <a:r>
              <a:rPr lang="en-US" b="false" i="false" strike="noStrike" u="none" sz="2300" spc="-170">
                <a:solidFill>
                  <a:srgbClr val="1F2329"/>
                </a:solidFill>
                <a:latin typeface="Times New Roman"/>
                <a:ea typeface="Times New Roman"/>
                <a:cs typeface="Times New Roman"/>
                <a:sym typeface="Times New Roman"/>
              </a:rPr>
              <a:t> </a:t>
            </a:r>
            <a:r>
              <a:rPr lang="en-US" b="false" i="false" strike="noStrike" u="none" sz="2300" spc="-175">
                <a:solidFill>
                  <a:srgbClr val="1F2329"/>
                </a:solidFill>
                <a:latin typeface="Monaco"/>
                <a:ea typeface="Monaco"/>
                <a:cs typeface="Monaco"/>
                <a:sym typeface="Monaco"/>
              </a:rPr>
              <a:t>if</a:t>
            </a:r>
            <a:r>
              <a:rPr lang="en-US" b="false" i="false" strike="noStrike" u="none" sz="2300" spc="-175">
                <a:solidFill>
                  <a:srgbClr val="1F2329"/>
                </a:solidFill>
                <a:latin typeface="Times New Roman"/>
                <a:ea typeface="Times New Roman"/>
                <a:cs typeface="Times New Roman"/>
                <a:sym typeface="Times New Roman"/>
              </a:rPr>
              <a:t>…</a:t>
            </a:r>
            <a:r>
              <a:rPr lang="en-US" b="false" i="false" strike="noStrike" u="none" sz="2300" spc="-175">
                <a:solidFill>
                  <a:srgbClr val="1F2329"/>
                </a:solidFill>
                <a:latin typeface="Monaco"/>
                <a:ea typeface="Monaco"/>
                <a:cs typeface="Monaco"/>
                <a:sym typeface="Monaco"/>
              </a:rPr>
              <a:t>else</a:t>
            </a:r>
            <a:r>
              <a:rPr lang="en-US" b="false" i="false" strike="noStrike" u="none" sz="2300" spc="-919">
                <a:solidFill>
                  <a:srgbClr val="1F2329"/>
                </a:solidFill>
                <a:latin typeface="Monaco"/>
                <a:ea typeface="Monaco"/>
                <a:cs typeface="Monaco"/>
                <a:sym typeface="Monaco"/>
              </a:rPr>
              <a:t> </a:t>
            </a:r>
            <a:r>
              <a:rPr lang="en-US" b="false" i="false" strike="noStrike" u="none" sz="2300" spc="100">
                <a:solidFill>
                  <a:srgbClr val="1F2329"/>
                </a:solidFill>
                <a:latin typeface="Times New Roman"/>
                <a:ea typeface="Times New Roman"/>
                <a:cs typeface="Times New Roman"/>
                <a:sym typeface="Times New Roman"/>
              </a:rPr>
              <a:t>statements</a:t>
            </a:r>
            <a:r>
              <a:rPr lang="en-US" b="false" i="false" strike="noStrike" u="none" sz="2300" spc="15">
                <a:solidFill>
                  <a:srgbClr val="1F2329"/>
                </a:solidFill>
                <a:latin typeface="Times New Roman"/>
                <a:ea typeface="Times New Roman"/>
                <a:cs typeface="Times New Roman"/>
                <a:sym typeface="Times New Roman"/>
              </a:rPr>
              <a:t> </a:t>
            </a:r>
            <a:r>
              <a:rPr lang="en-US" b="false" i="false" strike="noStrike" u="none" sz="2300" spc="75">
                <a:solidFill>
                  <a:srgbClr val="1F2329"/>
                </a:solidFill>
                <a:latin typeface="Times New Roman"/>
                <a:ea typeface="Times New Roman"/>
                <a:cs typeface="Times New Roman"/>
                <a:sym typeface="Times New Roman"/>
              </a:rPr>
              <a:t>inside</a:t>
            </a:r>
            <a:r>
              <a:rPr lang="en-US" b="false" i="false" strike="noStrike" u="none" sz="2300" spc="-130">
                <a:solidFill>
                  <a:srgbClr val="1F2329"/>
                </a:solidFill>
                <a:latin typeface="Times New Roman"/>
                <a:ea typeface="Times New Roman"/>
                <a:cs typeface="Times New Roman"/>
                <a:sym typeface="Times New Roman"/>
              </a:rPr>
              <a:t> </a:t>
            </a:r>
            <a:r>
              <a:rPr lang="en-US" b="false" i="false" strike="noStrike" u="none" sz="2300" spc="110">
                <a:solidFill>
                  <a:srgbClr val="1F2329"/>
                </a:solidFill>
                <a:latin typeface="Times New Roman"/>
                <a:ea typeface="Times New Roman"/>
                <a:cs typeface="Times New Roman"/>
                <a:sym typeface="Times New Roman"/>
              </a:rPr>
              <a:t>other</a:t>
            </a:r>
            <a:r>
              <a:rPr lang="en-US" b="false" i="false" strike="noStrike" u="none" sz="2300" spc="10">
                <a:solidFill>
                  <a:srgbClr val="1F2329"/>
                </a:solidFill>
                <a:latin typeface="Times New Roman"/>
                <a:ea typeface="Times New Roman"/>
                <a:cs typeface="Times New Roman"/>
                <a:sym typeface="Times New Roman"/>
              </a:rPr>
              <a:t> </a:t>
            </a:r>
            <a:r>
              <a:rPr lang="en-US" b="false" i="false" strike="noStrike" u="none" sz="2300" spc="-110">
                <a:solidFill>
                  <a:srgbClr val="1F2329"/>
                </a:solidFill>
                <a:latin typeface="Monaco"/>
                <a:ea typeface="Monaco"/>
                <a:cs typeface="Monaco"/>
                <a:sym typeface="Monaco"/>
              </a:rPr>
              <a:t>if</a:t>
            </a:r>
            <a:r>
              <a:rPr lang="en-US" b="false" i="false" strike="noStrike" u="none" sz="2300" spc="-110">
                <a:solidFill>
                  <a:srgbClr val="1F2329"/>
                </a:solidFill>
                <a:latin typeface="Times New Roman"/>
                <a:ea typeface="Times New Roman"/>
                <a:cs typeface="Times New Roman"/>
                <a:sym typeface="Times New Roman"/>
              </a:rPr>
              <a:t>…</a:t>
            </a:r>
            <a:r>
              <a:rPr lang="en-US" b="false" i="false" strike="noStrike" u="none" sz="2300" spc="-110">
                <a:solidFill>
                  <a:srgbClr val="1F2329"/>
                </a:solidFill>
                <a:latin typeface="Monaco"/>
                <a:ea typeface="Monaco"/>
                <a:cs typeface="Monaco"/>
                <a:sym typeface="Monaco"/>
              </a:rPr>
              <a:t>else</a:t>
            </a:r>
            <a:endParaRPr lang="en-US" sz="1100"/>
          </a:p>
          <a:p>
            <a:pPr algn="l" marL="203200" indent="0">
              <a:lnSpc>
                <a:spcPts val="2365"/>
              </a:lnSpc>
            </a:pPr>
            <a:r>
              <a:rPr lang="en-US" b="false" i="false" strike="noStrike" u="none" sz="2300" spc="100">
                <a:solidFill>
                  <a:srgbClr val="1F2329"/>
                </a:solidFill>
                <a:latin typeface="Times New Roman"/>
                <a:ea typeface="Times New Roman"/>
                <a:cs typeface="Times New Roman"/>
                <a:sym typeface="Times New Roman"/>
              </a:rPr>
              <a:t>statements</a:t>
            </a:r>
            <a:r>
              <a:rPr lang="en-US" b="false" i="false" strike="noStrike" u="none" sz="2300" spc="20">
                <a:solidFill>
                  <a:srgbClr val="1F2329"/>
                </a:solidFill>
                <a:latin typeface="Times New Roman"/>
                <a:ea typeface="Times New Roman"/>
                <a:cs typeface="Times New Roman"/>
                <a:sym typeface="Times New Roman"/>
              </a:rPr>
              <a:t> </a:t>
            </a:r>
            <a:r>
              <a:rPr lang="en-US" b="false" i="false" strike="noStrike" u="none" sz="2300" spc="90">
                <a:solidFill>
                  <a:srgbClr val="1F2329"/>
                </a:solidFill>
                <a:latin typeface="Times New Roman"/>
                <a:ea typeface="Times New Roman"/>
                <a:cs typeface="Times New Roman"/>
                <a:sym typeface="Times New Roman"/>
              </a:rPr>
              <a:t>to</a:t>
            </a:r>
            <a:r>
              <a:rPr lang="en-US" b="false" i="false" strike="noStrike" u="none" sz="2300" spc="-60">
                <a:solidFill>
                  <a:srgbClr val="1F2329"/>
                </a:solidFill>
                <a:latin typeface="Times New Roman"/>
                <a:ea typeface="Times New Roman"/>
                <a:cs typeface="Times New Roman"/>
                <a:sym typeface="Times New Roman"/>
              </a:rPr>
              <a:t> </a:t>
            </a:r>
            <a:r>
              <a:rPr lang="en-US" b="false" i="false" strike="noStrike" u="none" sz="2300" spc="100">
                <a:solidFill>
                  <a:srgbClr val="1F2329"/>
                </a:solidFill>
                <a:latin typeface="Times New Roman"/>
                <a:ea typeface="Times New Roman"/>
                <a:cs typeface="Times New Roman"/>
                <a:sym typeface="Times New Roman"/>
              </a:rPr>
              <a:t>create</a:t>
            </a:r>
            <a:r>
              <a:rPr lang="en-US" b="false" i="false" strike="noStrike" u="none" sz="2300" spc="-210">
                <a:solidFill>
                  <a:srgbClr val="1F2329"/>
                </a:solidFill>
                <a:latin typeface="Times New Roman"/>
                <a:ea typeface="Times New Roman"/>
                <a:cs typeface="Times New Roman"/>
                <a:sym typeface="Times New Roman"/>
              </a:rPr>
              <a:t> </a:t>
            </a:r>
            <a:r>
              <a:rPr lang="en-US" b="false" i="false" strike="noStrike" u="none" sz="2300" spc="100">
                <a:solidFill>
                  <a:srgbClr val="0000FF"/>
                </a:solidFill>
                <a:latin typeface="Times New Roman"/>
                <a:ea typeface="Times New Roman"/>
                <a:cs typeface="Times New Roman"/>
                <a:sym typeface="Times New Roman"/>
              </a:rPr>
              <a:t>nested</a:t>
            </a:r>
            <a:r>
              <a:rPr lang="en-US" b="false" i="false" strike="noStrike" u="none" sz="2300" spc="40">
                <a:solidFill>
                  <a:srgbClr val="0000FF"/>
                </a:solidFill>
                <a:latin typeface="Times New Roman"/>
                <a:ea typeface="Times New Roman"/>
                <a:cs typeface="Times New Roman"/>
                <a:sym typeface="Times New Roman"/>
              </a:rPr>
              <a:t> </a:t>
            </a:r>
            <a:r>
              <a:rPr lang="en-US" b="false" i="true" strike="noStrike" u="none" sz="2300" spc="260">
                <a:solidFill>
                  <a:srgbClr val="0000FF"/>
                </a:solidFill>
                <a:latin typeface="Arial"/>
                <a:ea typeface="Arial"/>
                <a:cs typeface="Arial"/>
                <a:sym typeface="Arial"/>
              </a:rPr>
              <a:t>if</a:t>
            </a:r>
            <a:r>
              <a:rPr lang="en-US" b="false" i="true" strike="noStrike" u="none" sz="2300" spc="260">
                <a:solidFill>
                  <a:srgbClr val="0000FF"/>
                </a:solidFill>
                <a:latin typeface="Times New Roman"/>
                <a:ea typeface="Times New Roman"/>
                <a:cs typeface="Times New Roman"/>
                <a:sym typeface="Times New Roman"/>
              </a:rPr>
              <a:t>…</a:t>
            </a:r>
            <a:r>
              <a:rPr lang="en-US" b="false" i="true" strike="noStrike" u="none" sz="2300" spc="260">
                <a:solidFill>
                  <a:srgbClr val="0000FF"/>
                </a:solidFill>
                <a:latin typeface="Arial"/>
                <a:ea typeface="Arial"/>
                <a:cs typeface="Arial"/>
                <a:sym typeface="Arial"/>
              </a:rPr>
              <a:t>else</a:t>
            </a:r>
            <a:r>
              <a:rPr lang="en-US" b="false" i="true" strike="noStrike" u="none" sz="2300" spc="-260">
                <a:solidFill>
                  <a:srgbClr val="0000FF"/>
                </a:solidFill>
                <a:latin typeface="Arial"/>
                <a:ea typeface="Arial"/>
                <a:cs typeface="Arial"/>
                <a:sym typeface="Arial"/>
              </a:rPr>
              <a:t> </a:t>
            </a:r>
            <a:r>
              <a:rPr lang="en-US" b="false" i="true" strike="noStrike" u="none" sz="2300" spc="60">
                <a:solidFill>
                  <a:srgbClr val="0000FF"/>
                </a:solidFill>
                <a:latin typeface="Times New Roman"/>
                <a:ea typeface="Times New Roman"/>
                <a:cs typeface="Times New Roman"/>
                <a:sym typeface="Times New Roman"/>
              </a:rPr>
              <a:t>statements</a:t>
            </a:r>
            <a:r>
              <a:rPr lang="en-US" b="false" i="true" strike="noStrike" u="none" sz="2300" spc="60">
                <a:solidFill>
                  <a:srgbClr val="1F2329"/>
                </a:solidFill>
                <a:latin typeface="Times New Roman"/>
                <a:ea typeface="Times New Roman"/>
                <a:cs typeface="Times New Roman"/>
                <a:sym typeface="Times New Roman"/>
              </a:rPr>
              <a:t>.</a:t>
            </a:r>
          </a:p>
          <a:p>
            <a:pPr algn="l" indent="-189865" marL="202565">
              <a:lnSpc>
                <a:spcPts val="2575"/>
              </a:lnSpc>
              <a:buClr>
                <a:srgbClr val="2CA1BE"/>
              </a:buClr>
              <a:buSzPct val="67000"/>
              <a:buChar char=""/>
              <a:tabLst>
                <a:tab pos="202565" algn="l"/>
              </a:tabLst>
            </a:pPr>
            <a:r>
              <a:rPr lang="en-US" b="false" i="false" strike="noStrike" u="none" sz="2300" spc="55">
                <a:solidFill>
                  <a:srgbClr val="1F2329"/>
                </a:solidFill>
                <a:latin typeface="Times New Roman"/>
                <a:ea typeface="Times New Roman"/>
                <a:cs typeface="Times New Roman"/>
                <a:sym typeface="Times New Roman"/>
              </a:rPr>
              <a:t>Pseudocode:</a:t>
            </a:r>
          </a:p>
          <a:p>
            <a:pPr algn="l" marL="842010" indent="-267335" marR="4843145">
              <a:lnSpc>
                <a:spcPct val="83333"/>
              </a:lnSpc>
              <a:spcBef>
                <a:spcPts val="390"/>
              </a:spcBef>
            </a:pPr>
            <a:r>
              <a:rPr lang="en-US" b="false" i="true" strike="noStrike" u="none" sz="1800">
                <a:solidFill>
                  <a:srgbClr val="0025CC"/>
                </a:solidFill>
                <a:latin typeface="Times New Roman"/>
                <a:ea typeface="Times New Roman"/>
                <a:cs typeface="Times New Roman"/>
                <a:sym typeface="Times New Roman"/>
              </a:rPr>
              <a:t>If</a:t>
            </a:r>
            <a:r>
              <a:rPr lang="en-US" b="false" i="true" strike="noStrike" u="none" sz="1800" spc="-30">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student’s</a:t>
            </a:r>
            <a:r>
              <a:rPr lang="en-US" b="false" i="true" strike="noStrike" u="none" sz="1800" spc="40">
                <a:solidFill>
                  <a:srgbClr val="0025CC"/>
                </a:solidFill>
                <a:latin typeface="Times New Roman"/>
                <a:ea typeface="Times New Roman"/>
                <a:cs typeface="Times New Roman"/>
                <a:sym typeface="Times New Roman"/>
              </a:rPr>
              <a:t> </a:t>
            </a:r>
            <a:r>
              <a:rPr lang="en-US" b="false" i="true" strike="noStrike" u="none" sz="1800" spc="50">
                <a:solidFill>
                  <a:srgbClr val="0025CC"/>
                </a:solidFill>
                <a:latin typeface="Times New Roman"/>
                <a:ea typeface="Times New Roman"/>
                <a:cs typeface="Times New Roman"/>
                <a:sym typeface="Times New Roman"/>
              </a:rPr>
              <a:t>grade</a:t>
            </a:r>
            <a:r>
              <a:rPr lang="en-US" b="false" i="true" strike="noStrike" u="none" sz="1800" spc="-195">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is</a:t>
            </a:r>
            <a:r>
              <a:rPr lang="en-US" b="false" i="true" strike="noStrike" u="none" sz="1800" spc="-40">
                <a:solidFill>
                  <a:srgbClr val="0025CC"/>
                </a:solidFill>
                <a:latin typeface="Times New Roman"/>
                <a:ea typeface="Times New Roman"/>
                <a:cs typeface="Times New Roman"/>
                <a:sym typeface="Times New Roman"/>
              </a:rPr>
              <a:t> </a:t>
            </a:r>
            <a:r>
              <a:rPr lang="en-US" b="false" i="true" strike="noStrike" u="none" sz="1800" spc="45">
                <a:solidFill>
                  <a:srgbClr val="0025CC"/>
                </a:solidFill>
                <a:latin typeface="Times New Roman"/>
                <a:ea typeface="Times New Roman"/>
                <a:cs typeface="Times New Roman"/>
                <a:sym typeface="Times New Roman"/>
              </a:rPr>
              <a:t>greater</a:t>
            </a:r>
            <a:r>
              <a:rPr lang="en-US" b="false" i="true" strike="noStrike" u="none" sz="1800" spc="-85">
                <a:solidFill>
                  <a:srgbClr val="0025CC"/>
                </a:solidFill>
                <a:latin typeface="Times New Roman"/>
                <a:ea typeface="Times New Roman"/>
                <a:cs typeface="Times New Roman"/>
                <a:sym typeface="Times New Roman"/>
              </a:rPr>
              <a:t> </a:t>
            </a:r>
            <a:r>
              <a:rPr lang="en-US" b="false" i="true" strike="noStrike" u="none" sz="1800" spc="70">
                <a:solidFill>
                  <a:srgbClr val="0025CC"/>
                </a:solidFill>
                <a:latin typeface="Times New Roman"/>
                <a:ea typeface="Times New Roman"/>
                <a:cs typeface="Times New Roman"/>
                <a:sym typeface="Times New Roman"/>
              </a:rPr>
              <a:t>than</a:t>
            </a:r>
            <a:r>
              <a:rPr lang="en-US" b="false" i="true" strike="noStrike" u="none" sz="1800" spc="-10">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or</a:t>
            </a:r>
            <a:r>
              <a:rPr lang="en-US" b="false" i="true" strike="noStrike" u="none" sz="1800" spc="-5">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equal</a:t>
            </a:r>
            <a:r>
              <a:rPr lang="en-US" b="false" i="true" strike="noStrike" u="none" sz="1800" spc="-55">
                <a:solidFill>
                  <a:srgbClr val="0025CC"/>
                </a:solidFill>
                <a:latin typeface="Times New Roman"/>
                <a:ea typeface="Times New Roman"/>
                <a:cs typeface="Times New Roman"/>
                <a:sym typeface="Times New Roman"/>
              </a:rPr>
              <a:t> </a:t>
            </a:r>
            <a:r>
              <a:rPr lang="en-US" b="false" i="true" strike="noStrike" u="none" sz="1800" spc="50">
                <a:solidFill>
                  <a:srgbClr val="0025CC"/>
                </a:solidFill>
                <a:latin typeface="Times New Roman"/>
                <a:ea typeface="Times New Roman"/>
                <a:cs typeface="Times New Roman"/>
                <a:sym typeface="Times New Roman"/>
              </a:rPr>
              <a:t>to</a:t>
            </a:r>
            <a:r>
              <a:rPr lang="en-US" b="false" i="true" strike="noStrike" u="none" sz="1800" spc="45">
                <a:solidFill>
                  <a:srgbClr val="0025CC"/>
                </a:solidFill>
                <a:latin typeface="Times New Roman"/>
                <a:ea typeface="Times New Roman"/>
                <a:cs typeface="Times New Roman"/>
                <a:sym typeface="Times New Roman"/>
              </a:rPr>
              <a:t> </a:t>
            </a:r>
            <a:r>
              <a:rPr lang="en-US" b="false" i="true" strike="noStrike" u="none" sz="1800" spc="30">
                <a:solidFill>
                  <a:srgbClr val="0025CC"/>
                </a:solidFill>
                <a:latin typeface="Times New Roman"/>
                <a:ea typeface="Times New Roman"/>
                <a:cs typeface="Times New Roman"/>
                <a:sym typeface="Times New Roman"/>
              </a:rPr>
              <a:t>90 </a:t>
            </a:r>
            <a:r>
              <a:rPr lang="en-US" b="false" i="true" strike="noStrike" u="none" sz="1800">
                <a:solidFill>
                  <a:srgbClr val="0025CC"/>
                </a:solidFill>
                <a:latin typeface="Times New Roman"/>
                <a:ea typeface="Times New Roman"/>
                <a:cs typeface="Times New Roman"/>
                <a:sym typeface="Times New Roman"/>
              </a:rPr>
              <a:t>Print </a:t>
            </a:r>
            <a:r>
              <a:rPr lang="en-US" b="false" i="true" strike="noStrike" u="none" sz="1800" spc="-395">
                <a:solidFill>
                  <a:srgbClr val="0025CC"/>
                </a:solidFill>
                <a:latin typeface="Times New Roman"/>
                <a:ea typeface="Times New Roman"/>
                <a:cs typeface="Times New Roman"/>
                <a:sym typeface="Times New Roman"/>
              </a:rPr>
              <a:t>“A”</a:t>
            </a:r>
          </a:p>
          <a:p>
            <a:pPr algn="l" marL="574675" indent="0">
              <a:lnSpc>
                <a:spcPts val="1510"/>
              </a:lnSpc>
            </a:pPr>
            <a:r>
              <a:rPr lang="en-US" b="false" i="true" strike="noStrike" u="none" sz="1800" spc="-20">
                <a:solidFill>
                  <a:srgbClr val="0025CC"/>
                </a:solidFill>
                <a:latin typeface="Times New Roman"/>
                <a:ea typeface="Times New Roman"/>
                <a:cs typeface="Times New Roman"/>
                <a:sym typeface="Times New Roman"/>
              </a:rPr>
              <a:t>else</a:t>
            </a:r>
          </a:p>
          <a:p>
            <a:pPr algn="l" marL="1070610" indent="-228600" marR="4582795">
              <a:lnSpc>
                <a:spcPct val="83333"/>
              </a:lnSpc>
              <a:spcBef>
                <a:spcPts val="215"/>
              </a:spcBef>
            </a:pPr>
            <a:r>
              <a:rPr lang="en-US" b="false" i="true" strike="noStrike" u="none" sz="1800">
                <a:solidFill>
                  <a:srgbClr val="0025CC"/>
                </a:solidFill>
                <a:latin typeface="Times New Roman"/>
                <a:ea typeface="Times New Roman"/>
                <a:cs typeface="Times New Roman"/>
                <a:sym typeface="Times New Roman"/>
              </a:rPr>
              <a:t>If</a:t>
            </a:r>
            <a:r>
              <a:rPr lang="en-US" b="false" i="true" strike="noStrike" u="none" sz="1800" spc="-35">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student’s</a:t>
            </a:r>
            <a:r>
              <a:rPr lang="en-US" b="false" i="true" strike="noStrike" u="none" sz="1800" spc="35">
                <a:solidFill>
                  <a:srgbClr val="0025CC"/>
                </a:solidFill>
                <a:latin typeface="Times New Roman"/>
                <a:ea typeface="Times New Roman"/>
                <a:cs typeface="Times New Roman"/>
                <a:sym typeface="Times New Roman"/>
              </a:rPr>
              <a:t> </a:t>
            </a:r>
            <a:r>
              <a:rPr lang="en-US" b="false" i="true" strike="noStrike" u="none" sz="1800" spc="50">
                <a:solidFill>
                  <a:srgbClr val="0025CC"/>
                </a:solidFill>
                <a:latin typeface="Times New Roman"/>
                <a:ea typeface="Times New Roman"/>
                <a:cs typeface="Times New Roman"/>
                <a:sym typeface="Times New Roman"/>
              </a:rPr>
              <a:t>grade</a:t>
            </a:r>
            <a:r>
              <a:rPr lang="en-US" b="false" i="true" strike="noStrike" u="none" sz="1800" spc="-195">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is</a:t>
            </a:r>
            <a:r>
              <a:rPr lang="en-US" b="false" i="true" strike="noStrike" u="none" sz="1800" spc="-40">
                <a:solidFill>
                  <a:srgbClr val="0025CC"/>
                </a:solidFill>
                <a:latin typeface="Times New Roman"/>
                <a:ea typeface="Times New Roman"/>
                <a:cs typeface="Times New Roman"/>
                <a:sym typeface="Times New Roman"/>
              </a:rPr>
              <a:t> </a:t>
            </a:r>
            <a:r>
              <a:rPr lang="en-US" b="false" i="true" strike="noStrike" u="none" sz="1800" spc="45">
                <a:solidFill>
                  <a:srgbClr val="0025CC"/>
                </a:solidFill>
                <a:latin typeface="Times New Roman"/>
                <a:ea typeface="Times New Roman"/>
                <a:cs typeface="Times New Roman"/>
                <a:sym typeface="Times New Roman"/>
              </a:rPr>
              <a:t>greater</a:t>
            </a:r>
            <a:r>
              <a:rPr lang="en-US" b="false" i="true" strike="noStrike" u="none" sz="1800" spc="-95">
                <a:solidFill>
                  <a:srgbClr val="0025CC"/>
                </a:solidFill>
                <a:latin typeface="Times New Roman"/>
                <a:ea typeface="Times New Roman"/>
                <a:cs typeface="Times New Roman"/>
                <a:sym typeface="Times New Roman"/>
              </a:rPr>
              <a:t> </a:t>
            </a:r>
            <a:r>
              <a:rPr lang="en-US" b="false" i="true" strike="noStrike" u="none" sz="1800" spc="70">
                <a:solidFill>
                  <a:srgbClr val="0025CC"/>
                </a:solidFill>
                <a:latin typeface="Times New Roman"/>
                <a:ea typeface="Times New Roman"/>
                <a:cs typeface="Times New Roman"/>
                <a:sym typeface="Times New Roman"/>
              </a:rPr>
              <a:t>than</a:t>
            </a:r>
            <a:r>
              <a:rPr lang="en-US" b="false" i="true" strike="noStrike" u="none" sz="1800" spc="-20">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or</a:t>
            </a:r>
            <a:r>
              <a:rPr lang="en-US" b="false" i="true" strike="noStrike" u="none" sz="1800" spc="-15">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equal</a:t>
            </a:r>
            <a:r>
              <a:rPr lang="en-US" b="false" i="true" strike="noStrike" u="none" sz="1800" spc="-60">
                <a:solidFill>
                  <a:srgbClr val="0025CC"/>
                </a:solidFill>
                <a:latin typeface="Times New Roman"/>
                <a:ea typeface="Times New Roman"/>
                <a:cs typeface="Times New Roman"/>
                <a:sym typeface="Times New Roman"/>
              </a:rPr>
              <a:t> </a:t>
            </a:r>
            <a:r>
              <a:rPr lang="en-US" b="false" i="true" strike="noStrike" u="none" sz="1800" spc="50">
                <a:solidFill>
                  <a:srgbClr val="0025CC"/>
                </a:solidFill>
                <a:latin typeface="Times New Roman"/>
                <a:ea typeface="Times New Roman"/>
                <a:cs typeface="Times New Roman"/>
                <a:sym typeface="Times New Roman"/>
              </a:rPr>
              <a:t>to</a:t>
            </a:r>
            <a:r>
              <a:rPr lang="en-US" b="false" i="true" strike="noStrike" u="none" sz="1800" spc="35">
                <a:solidFill>
                  <a:srgbClr val="0025CC"/>
                </a:solidFill>
                <a:latin typeface="Times New Roman"/>
                <a:ea typeface="Times New Roman"/>
                <a:cs typeface="Times New Roman"/>
                <a:sym typeface="Times New Roman"/>
              </a:rPr>
              <a:t> </a:t>
            </a:r>
            <a:r>
              <a:rPr lang="en-US" b="false" i="true" strike="noStrike" u="none" sz="1800" spc="30">
                <a:solidFill>
                  <a:srgbClr val="0025CC"/>
                </a:solidFill>
                <a:latin typeface="Times New Roman"/>
                <a:ea typeface="Times New Roman"/>
                <a:cs typeface="Times New Roman"/>
                <a:sym typeface="Times New Roman"/>
              </a:rPr>
              <a:t>80 </a:t>
            </a:r>
            <a:r>
              <a:rPr lang="en-US" b="false" i="true" strike="noStrike" u="none" sz="1800">
                <a:solidFill>
                  <a:srgbClr val="0025CC"/>
                </a:solidFill>
                <a:latin typeface="Times New Roman"/>
                <a:ea typeface="Times New Roman"/>
                <a:cs typeface="Times New Roman"/>
                <a:sym typeface="Times New Roman"/>
              </a:rPr>
              <a:t>Print</a:t>
            </a:r>
            <a:r>
              <a:rPr lang="en-US" b="false" i="true" strike="noStrike" u="none" sz="1800" spc="25">
                <a:solidFill>
                  <a:srgbClr val="0025CC"/>
                </a:solidFill>
                <a:latin typeface="Times New Roman"/>
                <a:ea typeface="Times New Roman"/>
                <a:cs typeface="Times New Roman"/>
                <a:sym typeface="Times New Roman"/>
              </a:rPr>
              <a:t> </a:t>
            </a:r>
            <a:r>
              <a:rPr lang="en-US" b="false" i="true" strike="noStrike" u="none" sz="1800" spc="-25">
                <a:solidFill>
                  <a:srgbClr val="0025CC"/>
                </a:solidFill>
                <a:latin typeface="Times New Roman"/>
                <a:ea typeface="Times New Roman"/>
                <a:cs typeface="Times New Roman"/>
                <a:sym typeface="Times New Roman"/>
              </a:rPr>
              <a:t>“B”</a:t>
            </a:r>
          </a:p>
          <a:p>
            <a:pPr algn="l" marL="842010" indent="0">
              <a:lnSpc>
                <a:spcPts val="1510"/>
              </a:lnSpc>
            </a:pPr>
            <a:r>
              <a:rPr lang="en-US" b="false" i="true" strike="noStrike" u="none" sz="1800" spc="-20">
                <a:solidFill>
                  <a:srgbClr val="0025CC"/>
                </a:solidFill>
                <a:latin typeface="Times New Roman"/>
                <a:ea typeface="Times New Roman"/>
                <a:cs typeface="Times New Roman"/>
                <a:sym typeface="Times New Roman"/>
              </a:rPr>
              <a:t>else</a:t>
            </a:r>
          </a:p>
          <a:p>
            <a:pPr algn="l" marL="1299210" indent="-229235" marR="4341495">
              <a:lnSpc>
                <a:spcPct val="83333"/>
              </a:lnSpc>
              <a:spcBef>
                <a:spcPts val="219"/>
              </a:spcBef>
            </a:pPr>
            <a:r>
              <a:rPr lang="en-US" b="false" i="true" strike="noStrike" u="none" sz="1800">
                <a:solidFill>
                  <a:srgbClr val="0025CC"/>
                </a:solidFill>
                <a:latin typeface="Times New Roman"/>
                <a:ea typeface="Times New Roman"/>
                <a:cs typeface="Times New Roman"/>
                <a:sym typeface="Times New Roman"/>
              </a:rPr>
              <a:t>If</a:t>
            </a:r>
            <a:r>
              <a:rPr lang="en-US" b="false" i="true" strike="noStrike" u="none" sz="1800" spc="-25">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student’s</a:t>
            </a:r>
            <a:r>
              <a:rPr lang="en-US" b="false" i="true" strike="noStrike" u="none" sz="1800" spc="50">
                <a:solidFill>
                  <a:srgbClr val="0025CC"/>
                </a:solidFill>
                <a:latin typeface="Times New Roman"/>
                <a:ea typeface="Times New Roman"/>
                <a:cs typeface="Times New Roman"/>
                <a:sym typeface="Times New Roman"/>
              </a:rPr>
              <a:t> grade</a:t>
            </a:r>
            <a:r>
              <a:rPr lang="en-US" b="false" i="true" strike="noStrike" u="none" sz="1800" spc="-185">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is</a:t>
            </a:r>
            <a:r>
              <a:rPr lang="en-US" b="false" i="true" strike="noStrike" u="none" sz="1800" spc="-35">
                <a:solidFill>
                  <a:srgbClr val="0025CC"/>
                </a:solidFill>
                <a:latin typeface="Times New Roman"/>
                <a:ea typeface="Times New Roman"/>
                <a:cs typeface="Times New Roman"/>
                <a:sym typeface="Times New Roman"/>
              </a:rPr>
              <a:t> </a:t>
            </a:r>
            <a:r>
              <a:rPr lang="en-US" b="false" i="true" strike="noStrike" u="none" sz="1800" spc="45">
                <a:solidFill>
                  <a:srgbClr val="0025CC"/>
                </a:solidFill>
                <a:latin typeface="Times New Roman"/>
                <a:ea typeface="Times New Roman"/>
                <a:cs typeface="Times New Roman"/>
                <a:sym typeface="Times New Roman"/>
              </a:rPr>
              <a:t>greater</a:t>
            </a:r>
            <a:r>
              <a:rPr lang="en-US" b="false" i="true" strike="noStrike" u="none" sz="1800" spc="-85">
                <a:solidFill>
                  <a:srgbClr val="0025CC"/>
                </a:solidFill>
                <a:latin typeface="Times New Roman"/>
                <a:ea typeface="Times New Roman"/>
                <a:cs typeface="Times New Roman"/>
                <a:sym typeface="Times New Roman"/>
              </a:rPr>
              <a:t> </a:t>
            </a:r>
            <a:r>
              <a:rPr lang="en-US" b="false" i="true" strike="noStrike" u="none" sz="1800" spc="70">
                <a:solidFill>
                  <a:srgbClr val="0025CC"/>
                </a:solidFill>
                <a:latin typeface="Times New Roman"/>
                <a:ea typeface="Times New Roman"/>
                <a:cs typeface="Times New Roman"/>
                <a:sym typeface="Times New Roman"/>
              </a:rPr>
              <a:t>than</a:t>
            </a:r>
            <a:r>
              <a:rPr lang="en-US" b="false" i="true" strike="noStrike" u="none" sz="1800" spc="-10">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or</a:t>
            </a:r>
            <a:r>
              <a:rPr lang="en-US" b="false" i="true" strike="noStrike" u="none" sz="1800" spc="-5">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equal</a:t>
            </a:r>
            <a:r>
              <a:rPr lang="en-US" b="false" i="true" strike="noStrike" u="none" sz="1800" spc="-55">
                <a:solidFill>
                  <a:srgbClr val="0025CC"/>
                </a:solidFill>
                <a:latin typeface="Times New Roman"/>
                <a:ea typeface="Times New Roman"/>
                <a:cs typeface="Times New Roman"/>
                <a:sym typeface="Times New Roman"/>
              </a:rPr>
              <a:t> </a:t>
            </a:r>
            <a:r>
              <a:rPr lang="en-US" b="false" i="true" strike="noStrike" u="none" sz="1800" spc="50">
                <a:solidFill>
                  <a:srgbClr val="0025CC"/>
                </a:solidFill>
                <a:latin typeface="Times New Roman"/>
                <a:ea typeface="Times New Roman"/>
                <a:cs typeface="Times New Roman"/>
                <a:sym typeface="Times New Roman"/>
              </a:rPr>
              <a:t>to </a:t>
            </a:r>
            <a:r>
              <a:rPr lang="en-US" b="false" i="true" strike="noStrike" u="none" sz="1800" spc="30">
                <a:solidFill>
                  <a:srgbClr val="0025CC"/>
                </a:solidFill>
                <a:latin typeface="Times New Roman"/>
                <a:ea typeface="Times New Roman"/>
                <a:cs typeface="Times New Roman"/>
                <a:sym typeface="Times New Roman"/>
              </a:rPr>
              <a:t>70 </a:t>
            </a:r>
            <a:r>
              <a:rPr lang="en-US" b="false" i="true" strike="noStrike" u="none" sz="1800">
                <a:solidFill>
                  <a:srgbClr val="0025CC"/>
                </a:solidFill>
                <a:latin typeface="Times New Roman"/>
                <a:ea typeface="Times New Roman"/>
                <a:cs typeface="Times New Roman"/>
                <a:sym typeface="Times New Roman"/>
              </a:rPr>
              <a:t>Print </a:t>
            </a:r>
            <a:r>
              <a:rPr lang="en-US" b="false" i="true" strike="noStrike" u="none" sz="1800" spc="-330">
                <a:solidFill>
                  <a:srgbClr val="0025CC"/>
                </a:solidFill>
                <a:latin typeface="Times New Roman"/>
                <a:ea typeface="Times New Roman"/>
                <a:cs typeface="Times New Roman"/>
                <a:sym typeface="Times New Roman"/>
              </a:rPr>
              <a:t>“C”</a:t>
            </a:r>
          </a:p>
          <a:p>
            <a:pPr algn="l" marL="1070610" indent="0">
              <a:lnSpc>
                <a:spcPts val="1510"/>
              </a:lnSpc>
            </a:pPr>
            <a:r>
              <a:rPr lang="en-US" b="false" i="true" strike="noStrike" u="none" sz="1800" spc="-20">
                <a:solidFill>
                  <a:srgbClr val="0025CC"/>
                </a:solidFill>
                <a:latin typeface="Times New Roman"/>
                <a:ea typeface="Times New Roman"/>
                <a:cs typeface="Times New Roman"/>
                <a:sym typeface="Times New Roman"/>
              </a:rPr>
              <a:t>else</a:t>
            </a:r>
          </a:p>
          <a:p>
            <a:pPr algn="l" marL="1528445" indent="-229235" marR="4125595">
              <a:lnSpc>
                <a:spcPct val="83333"/>
              </a:lnSpc>
              <a:spcBef>
                <a:spcPts val="215"/>
              </a:spcBef>
            </a:pPr>
            <a:r>
              <a:rPr lang="en-US" b="false" i="true" strike="noStrike" u="none" sz="1800">
                <a:solidFill>
                  <a:srgbClr val="0025CC"/>
                </a:solidFill>
                <a:latin typeface="Times New Roman"/>
                <a:ea typeface="Times New Roman"/>
                <a:cs typeface="Times New Roman"/>
                <a:sym typeface="Times New Roman"/>
              </a:rPr>
              <a:t>If</a:t>
            </a:r>
            <a:r>
              <a:rPr lang="en-US" b="false" i="true" strike="noStrike" u="none" sz="1800" spc="-35">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student’s</a:t>
            </a:r>
            <a:r>
              <a:rPr lang="en-US" b="false" i="true" strike="noStrike" u="none" sz="1800" spc="35">
                <a:solidFill>
                  <a:srgbClr val="0025CC"/>
                </a:solidFill>
                <a:latin typeface="Times New Roman"/>
                <a:ea typeface="Times New Roman"/>
                <a:cs typeface="Times New Roman"/>
                <a:sym typeface="Times New Roman"/>
              </a:rPr>
              <a:t> </a:t>
            </a:r>
            <a:r>
              <a:rPr lang="en-US" b="false" i="true" strike="noStrike" u="none" sz="1800" spc="50">
                <a:solidFill>
                  <a:srgbClr val="0025CC"/>
                </a:solidFill>
                <a:latin typeface="Times New Roman"/>
                <a:ea typeface="Times New Roman"/>
                <a:cs typeface="Times New Roman"/>
                <a:sym typeface="Times New Roman"/>
              </a:rPr>
              <a:t>grade</a:t>
            </a:r>
            <a:r>
              <a:rPr lang="en-US" b="false" i="true" strike="noStrike" u="none" sz="1800" spc="-195">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is</a:t>
            </a:r>
            <a:r>
              <a:rPr lang="en-US" b="false" i="true" strike="noStrike" u="none" sz="1800" spc="-40">
                <a:solidFill>
                  <a:srgbClr val="0025CC"/>
                </a:solidFill>
                <a:latin typeface="Times New Roman"/>
                <a:ea typeface="Times New Roman"/>
                <a:cs typeface="Times New Roman"/>
                <a:sym typeface="Times New Roman"/>
              </a:rPr>
              <a:t> </a:t>
            </a:r>
            <a:r>
              <a:rPr lang="en-US" b="false" i="true" strike="noStrike" u="none" sz="1800" spc="45">
                <a:solidFill>
                  <a:srgbClr val="0025CC"/>
                </a:solidFill>
                <a:latin typeface="Times New Roman"/>
                <a:ea typeface="Times New Roman"/>
                <a:cs typeface="Times New Roman"/>
                <a:sym typeface="Times New Roman"/>
              </a:rPr>
              <a:t>greater</a:t>
            </a:r>
            <a:r>
              <a:rPr lang="en-US" b="false" i="true" strike="noStrike" u="none" sz="1800" spc="-95">
                <a:solidFill>
                  <a:srgbClr val="0025CC"/>
                </a:solidFill>
                <a:latin typeface="Times New Roman"/>
                <a:ea typeface="Times New Roman"/>
                <a:cs typeface="Times New Roman"/>
                <a:sym typeface="Times New Roman"/>
              </a:rPr>
              <a:t> </a:t>
            </a:r>
            <a:r>
              <a:rPr lang="en-US" b="false" i="true" strike="noStrike" u="none" sz="1800" spc="70">
                <a:solidFill>
                  <a:srgbClr val="0025CC"/>
                </a:solidFill>
                <a:latin typeface="Times New Roman"/>
                <a:ea typeface="Times New Roman"/>
                <a:cs typeface="Times New Roman"/>
                <a:sym typeface="Times New Roman"/>
              </a:rPr>
              <a:t>than</a:t>
            </a:r>
            <a:r>
              <a:rPr lang="en-US" b="false" i="true" strike="noStrike" u="none" sz="1800" spc="-20">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or</a:t>
            </a:r>
            <a:r>
              <a:rPr lang="en-US" b="false" i="true" strike="noStrike" u="none" sz="1800" spc="-15">
                <a:solidFill>
                  <a:srgbClr val="0025CC"/>
                </a:solidFill>
                <a:latin typeface="Times New Roman"/>
                <a:ea typeface="Times New Roman"/>
                <a:cs typeface="Times New Roman"/>
                <a:sym typeface="Times New Roman"/>
              </a:rPr>
              <a:t> </a:t>
            </a:r>
            <a:r>
              <a:rPr lang="en-US" b="false" i="true" strike="noStrike" u="none" sz="1800">
                <a:solidFill>
                  <a:srgbClr val="0025CC"/>
                </a:solidFill>
                <a:latin typeface="Times New Roman"/>
                <a:ea typeface="Times New Roman"/>
                <a:cs typeface="Times New Roman"/>
                <a:sym typeface="Times New Roman"/>
              </a:rPr>
              <a:t>equal</a:t>
            </a:r>
            <a:r>
              <a:rPr lang="en-US" b="false" i="true" strike="noStrike" u="none" sz="1800" spc="-60">
                <a:solidFill>
                  <a:srgbClr val="0025CC"/>
                </a:solidFill>
                <a:latin typeface="Times New Roman"/>
                <a:ea typeface="Times New Roman"/>
                <a:cs typeface="Times New Roman"/>
                <a:sym typeface="Times New Roman"/>
              </a:rPr>
              <a:t> </a:t>
            </a:r>
            <a:r>
              <a:rPr lang="en-US" b="false" i="true" strike="noStrike" u="none" sz="1800" spc="50">
                <a:solidFill>
                  <a:srgbClr val="0025CC"/>
                </a:solidFill>
                <a:latin typeface="Times New Roman"/>
                <a:ea typeface="Times New Roman"/>
                <a:cs typeface="Times New Roman"/>
                <a:sym typeface="Times New Roman"/>
              </a:rPr>
              <a:t>to</a:t>
            </a:r>
            <a:r>
              <a:rPr lang="en-US" b="false" i="true" strike="noStrike" u="none" sz="1800" spc="35">
                <a:solidFill>
                  <a:srgbClr val="0025CC"/>
                </a:solidFill>
                <a:latin typeface="Times New Roman"/>
                <a:ea typeface="Times New Roman"/>
                <a:cs typeface="Times New Roman"/>
                <a:sym typeface="Times New Roman"/>
              </a:rPr>
              <a:t> </a:t>
            </a:r>
            <a:r>
              <a:rPr lang="en-US" b="false" i="true" strike="noStrike" u="none" sz="1800" spc="30">
                <a:solidFill>
                  <a:srgbClr val="0025CC"/>
                </a:solidFill>
                <a:latin typeface="Times New Roman"/>
                <a:ea typeface="Times New Roman"/>
                <a:cs typeface="Times New Roman"/>
                <a:sym typeface="Times New Roman"/>
              </a:rPr>
              <a:t>60 </a:t>
            </a:r>
            <a:r>
              <a:rPr lang="en-US" b="false" i="true" strike="noStrike" u="none" sz="1800">
                <a:solidFill>
                  <a:srgbClr val="0025CC"/>
                </a:solidFill>
                <a:latin typeface="Times New Roman"/>
                <a:ea typeface="Times New Roman"/>
                <a:cs typeface="Times New Roman"/>
                <a:sym typeface="Times New Roman"/>
              </a:rPr>
              <a:t>Print </a:t>
            </a:r>
            <a:r>
              <a:rPr lang="en-US" b="false" i="true" strike="noStrike" u="none" sz="1800" spc="-290">
                <a:solidFill>
                  <a:srgbClr val="0025CC"/>
                </a:solidFill>
                <a:latin typeface="Times New Roman"/>
                <a:ea typeface="Times New Roman"/>
                <a:cs typeface="Times New Roman"/>
                <a:sym typeface="Times New Roman"/>
              </a:rPr>
              <a:t>“D”</a:t>
            </a:r>
          </a:p>
          <a:p>
            <a:pPr algn="l" marL="1299210" indent="0">
              <a:lnSpc>
                <a:spcPts val="1510"/>
              </a:lnSpc>
            </a:pPr>
            <a:r>
              <a:rPr lang="en-US" b="false" i="true" strike="noStrike" u="none" sz="1800" spc="-20">
                <a:solidFill>
                  <a:srgbClr val="0025CC"/>
                </a:solidFill>
                <a:latin typeface="Times New Roman"/>
                <a:ea typeface="Times New Roman"/>
                <a:cs typeface="Times New Roman"/>
                <a:sym typeface="Times New Roman"/>
              </a:rPr>
              <a:t>else</a:t>
            </a:r>
          </a:p>
          <a:p>
            <a:pPr algn="l" marL="1528445" indent="0">
              <a:lnSpc>
                <a:spcPts val="1945"/>
              </a:lnSpc>
            </a:pPr>
            <a:r>
              <a:rPr lang="en-US" b="false" i="true" strike="noStrike" u="none" sz="1800">
                <a:solidFill>
                  <a:srgbClr val="0025CC"/>
                </a:solidFill>
                <a:latin typeface="Times New Roman"/>
                <a:ea typeface="Times New Roman"/>
                <a:cs typeface="Times New Roman"/>
                <a:sym typeface="Times New Roman"/>
              </a:rPr>
              <a:t>Print </a:t>
            </a:r>
            <a:r>
              <a:rPr lang="en-US" b="false" i="true" strike="noStrike" u="none" sz="1800" spc="-295">
                <a:solidFill>
                  <a:srgbClr val="0025CC"/>
                </a:solidFill>
                <a:latin typeface="Times New Roman"/>
                <a:ea typeface="Times New Roman"/>
                <a:cs typeface="Times New Roman"/>
                <a:sym typeface="Times New Roman"/>
              </a:rPr>
              <a:t>“F”</a:t>
            </a:r>
          </a:p>
        </p:txBody>
      </p:sp>
      <p:sp>
        <p:nvSpPr>
          <p:cNvPr name="AutoShape 4" id="4"/>
          <p:cNvSpPr/>
          <p:nvPr>
            <p:ph idx="26" type="body" sz="quarter" hasCustomPrompt="true"/>
          </p:nvPr>
        </p:nvSpPr>
        <p:spPr>
          <a:prstGeom prst="rect">
            <a:avLst/>
          </a:prstGeom>
        </p:spPr>
        <p:txBody>
          <a:bodyPr anchor="t" vert="horz"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95312" y="714073"/>
            <a:ext cx="7091451" cy="338613"/>
          </a:xfrm>
          <a:prstGeom prst="rect">
            <a:avLst/>
          </a:prstGeom>
          <a:ln w="12700">
            <a:noFill/>
            <a:prstDash val="solid"/>
          </a:ln>
        </p:spPr>
      </p:pic>
      <p:sp>
        <p:nvSpPr>
          <p:cNvPr name="AutoShape 3" id="3"/>
          <p:cNvSpPr/>
          <p:nvPr/>
        </p:nvSpPr>
        <p:spPr>
          <a:xfrm rot="0" flipH="false" flipV="false">
            <a:off x="2147316" y="1091882"/>
            <a:ext cx="7794625" cy="4628575"/>
          </a:xfrm>
          <a:prstGeom prst="rect">
            <a:avLst/>
          </a:prstGeom>
          <a:noFill/>
          <a:ln w="12700">
            <a:noFill/>
            <a:prstDash val="solid"/>
          </a:ln>
        </p:spPr>
        <p:txBody>
          <a:bodyPr anchor="t" rtlCol="false" vert="horz" wrap="square" lIns="0" rIns="0" tIns="15875" bIns="0">
            <a:spAutoFit/>
          </a:bodyPr>
          <a:lstStyle>
            <a:lvl1pPr marL="495300" indent="-292100"/>
            <a:lvl2pPr marL="952500" indent="-292100"/>
            <a:lvl3pPr marL="1409700" indent="-292100"/>
            <a:lvl4pPr marL="1866900" indent="-292100"/>
            <a:lvl5pPr marL="2324100" indent="-292100"/>
            <a:lvl6pPr marL="2781300" indent="-292100"/>
            <a:lvl7pPr marL="3238500" indent="-292100"/>
            <a:lvl8pPr marL="3695700" indent="-292100"/>
            <a:lvl9pPr marL="4152900" indent="-292100"/>
          </a:lstStyle>
          <a:p>
            <a:pPr algn="l" indent="-190500" marL="203200">
              <a:lnSpc>
                <a:spcPct val="100000"/>
              </a:lnSpc>
              <a:spcBef>
                <a:spcPts val="125"/>
              </a:spcBef>
              <a:buClr>
                <a:srgbClr val="2CA1BE"/>
              </a:buClr>
              <a:buSzPct val="67000"/>
              <a:buChar char=""/>
              <a:tabLst>
                <a:tab pos="203200" algn="l"/>
              </a:tabLst>
              <a:defRPr/>
            </a:pPr>
            <a:r>
              <a:rPr lang="en-US" b="false" i="false" strike="noStrike" u="none" sz="2300">
                <a:solidFill>
                  <a:srgbClr val="1F2329"/>
                </a:solidFill>
                <a:latin typeface="Times New Roman"/>
                <a:ea typeface="Times New Roman"/>
                <a:cs typeface="Times New Roman"/>
                <a:sym typeface="Times New Roman"/>
              </a:rPr>
              <a:t>This</a:t>
            </a:r>
            <a:r>
              <a:rPr lang="en-US" b="false" i="false" strike="noStrike" u="none" sz="2300" spc="-50">
                <a:solidFill>
                  <a:srgbClr val="1F2329"/>
                </a:solidFill>
                <a:latin typeface="Times New Roman"/>
                <a:ea typeface="Times New Roman"/>
                <a:cs typeface="Times New Roman"/>
                <a:sym typeface="Times New Roman"/>
              </a:rPr>
              <a:t> </a:t>
            </a:r>
            <a:r>
              <a:rPr lang="en-US" b="false" i="false" strike="noStrike" u="none" sz="2300" spc="80">
                <a:solidFill>
                  <a:srgbClr val="1F2329"/>
                </a:solidFill>
                <a:latin typeface="Times New Roman"/>
                <a:ea typeface="Times New Roman"/>
                <a:cs typeface="Times New Roman"/>
                <a:sym typeface="Times New Roman"/>
              </a:rPr>
              <a:t>pseudocode</a:t>
            </a:r>
            <a:r>
              <a:rPr lang="en-US" b="false" i="false" strike="noStrike" u="none" sz="2300" spc="-30">
                <a:solidFill>
                  <a:srgbClr val="1F2329"/>
                </a:solidFill>
                <a:latin typeface="Times New Roman"/>
                <a:ea typeface="Times New Roman"/>
                <a:cs typeface="Times New Roman"/>
                <a:sym typeface="Times New Roman"/>
              </a:rPr>
              <a:t> </a:t>
            </a:r>
            <a:r>
              <a:rPr lang="en-US" b="false" i="false" strike="noStrike" u="none" sz="2300" spc="55">
                <a:solidFill>
                  <a:srgbClr val="1F2329"/>
                </a:solidFill>
                <a:latin typeface="Times New Roman"/>
                <a:ea typeface="Times New Roman"/>
                <a:cs typeface="Times New Roman"/>
                <a:sym typeface="Times New Roman"/>
              </a:rPr>
              <a:t>may</a:t>
            </a:r>
            <a:r>
              <a:rPr lang="en-US" b="false" i="false" strike="noStrike" u="none" sz="2300" spc="-65">
                <a:solidFill>
                  <a:srgbClr val="1F2329"/>
                </a:solidFill>
                <a:latin typeface="Times New Roman"/>
                <a:ea typeface="Times New Roman"/>
                <a:cs typeface="Times New Roman"/>
                <a:sym typeface="Times New Roman"/>
              </a:rPr>
              <a:t> </a:t>
            </a:r>
            <a:r>
              <a:rPr lang="en-US" b="false" i="false" strike="noStrike" u="none" sz="2300" spc="105">
                <a:solidFill>
                  <a:srgbClr val="1F2329"/>
                </a:solidFill>
                <a:latin typeface="Times New Roman"/>
                <a:ea typeface="Times New Roman"/>
                <a:cs typeface="Times New Roman"/>
                <a:sym typeface="Times New Roman"/>
              </a:rPr>
              <a:t>be</a:t>
            </a:r>
            <a:r>
              <a:rPr lang="en-US" b="false" i="false" strike="noStrike" u="none" sz="2300" spc="-30">
                <a:solidFill>
                  <a:srgbClr val="1F2329"/>
                </a:solidFill>
                <a:latin typeface="Times New Roman"/>
                <a:ea typeface="Times New Roman"/>
                <a:cs typeface="Times New Roman"/>
                <a:sym typeface="Times New Roman"/>
              </a:rPr>
              <a:t> </a:t>
            </a:r>
            <a:r>
              <a:rPr lang="en-US" b="false" i="false" strike="noStrike" u="none" sz="2300" spc="113">
                <a:solidFill>
                  <a:srgbClr val="1F2329"/>
                </a:solidFill>
                <a:latin typeface="Times New Roman"/>
                <a:ea typeface="Times New Roman"/>
                <a:cs typeface="Times New Roman"/>
                <a:sym typeface="Times New Roman"/>
              </a:rPr>
              <a:t>written</a:t>
            </a:r>
            <a:r>
              <a:rPr lang="en-US" b="false" i="false" strike="noStrike" u="none" sz="2300" spc="-120">
                <a:solidFill>
                  <a:srgbClr val="1F2329"/>
                </a:solidFill>
                <a:latin typeface="Times New Roman"/>
                <a:ea typeface="Times New Roman"/>
                <a:cs typeface="Times New Roman"/>
                <a:sym typeface="Times New Roman"/>
              </a:rPr>
              <a:t> </a:t>
            </a:r>
            <a:r>
              <a:rPr lang="en-US" b="false" i="false" strike="noStrike" u="none" sz="2300" spc="80">
                <a:solidFill>
                  <a:srgbClr val="1F2329"/>
                </a:solidFill>
                <a:latin typeface="Times New Roman"/>
                <a:ea typeface="Times New Roman"/>
                <a:cs typeface="Times New Roman"/>
                <a:sym typeface="Times New Roman"/>
              </a:rPr>
              <a:t>in</a:t>
            </a:r>
            <a:r>
              <a:rPr lang="en-US" b="false" i="false" strike="noStrike" u="none" sz="2300" spc="-120">
                <a:solidFill>
                  <a:srgbClr val="1F2329"/>
                </a:solidFill>
                <a:latin typeface="Times New Roman"/>
                <a:ea typeface="Times New Roman"/>
                <a:cs typeface="Times New Roman"/>
                <a:sym typeface="Times New Roman"/>
              </a:rPr>
              <a:t> </a:t>
            </a:r>
            <a:r>
              <a:rPr lang="en-US" b="false" i="false" strike="noStrike" u="none" sz="2300" spc="-10">
                <a:solidFill>
                  <a:srgbClr val="1F2329"/>
                </a:solidFill>
                <a:latin typeface="Times New Roman"/>
                <a:ea typeface="Times New Roman"/>
                <a:cs typeface="Times New Roman"/>
                <a:sym typeface="Times New Roman"/>
              </a:rPr>
              <a:t>Java</a:t>
            </a:r>
            <a:r>
              <a:rPr lang="en-US" b="false" i="false" strike="noStrike" u="none" sz="2300" spc="-30">
                <a:solidFill>
                  <a:srgbClr val="1F2329"/>
                </a:solidFill>
                <a:latin typeface="Times New Roman"/>
                <a:ea typeface="Times New Roman"/>
                <a:cs typeface="Times New Roman"/>
                <a:sym typeface="Times New Roman"/>
              </a:rPr>
              <a:t> </a:t>
            </a:r>
            <a:r>
              <a:rPr lang="en-US" b="false" i="false" strike="noStrike" u="none" sz="2300" spc="65">
                <a:solidFill>
                  <a:srgbClr val="1F2329"/>
                </a:solidFill>
                <a:latin typeface="Times New Roman"/>
                <a:ea typeface="Times New Roman"/>
                <a:cs typeface="Times New Roman"/>
                <a:sym typeface="Times New Roman"/>
              </a:rPr>
              <a:t>as</a:t>
            </a:r>
            <a:endParaRPr lang="en-US" sz="1100"/>
          </a:p>
          <a:p>
            <a:pPr algn="l" marL="860425" indent="-285750" marR="4561205">
              <a:lnSpc>
                <a:spcPts val="1350"/>
              </a:lnSpc>
              <a:spcBef>
                <a:spcPts val="340"/>
              </a:spcBef>
            </a:pPr>
            <a:r>
              <a:rPr lang="en-US" b="false" i="false" strike="noStrike" u="none" sz="1400" spc="-75">
                <a:solidFill>
                  <a:srgbClr val="0000FF"/>
                </a:solidFill>
                <a:latin typeface="Monaco"/>
                <a:ea typeface="Monaco"/>
                <a:cs typeface="Monaco"/>
                <a:sym typeface="Monaco"/>
              </a:rPr>
              <a:t> </a:t>
            </a:r>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marL="860425" indent="-285750" marR="4561205">
              <a:lnSpc>
                <a:spcPts val="1350"/>
              </a:lnSpc>
              <a:spcBef>
                <a:spcPts val="340"/>
              </a:spcBef>
            </a:pPr>
            <a:r>
              <a:rPr lang="en-US" b="false" i="false" strike="noStrike" u="none" sz="1400">
                <a:solidFill>
                  <a:srgbClr val="1F2329"/>
                </a:solidFill>
                <a:latin typeface="Calibri"/>
                <a:ea typeface="Calibri"/>
                <a:cs typeface="Calibri"/>
                <a:sym typeface="Calibri"/>
              </a:rPr>
              <a:t/>
            </a:r>
            <a:endParaRPr sz="1400"/>
          </a:p>
          <a:p>
            <a:pPr algn="l" indent="-191135" marL="203200" marR="5080">
              <a:lnSpc>
                <a:spcPct val="83333"/>
              </a:lnSpc>
              <a:spcBef>
                <a:spcPts val="430"/>
              </a:spcBef>
              <a:buClr>
                <a:srgbClr val="2CA1BE"/>
              </a:buClr>
              <a:buSzPct val="67000"/>
              <a:buChar char=""/>
              <a:tabLst>
                <a:tab pos="203200" algn="l"/>
              </a:tabLst>
            </a:pPr>
            <a:r>
              <a:rPr lang="en-US" b="false" i="false" strike="noStrike" u="none" sz="2300" spc="-30">
                <a:solidFill>
                  <a:srgbClr val="1F2329"/>
                </a:solidFill>
                <a:latin typeface="Times New Roman"/>
                <a:ea typeface="Times New Roman"/>
                <a:cs typeface="Times New Roman"/>
                <a:sym typeface="Times New Roman"/>
              </a:rPr>
              <a:t>If</a:t>
            </a:r>
            <a:r>
              <a:rPr lang="en-US" b="false" i="false" strike="noStrike" u="none" sz="2300" spc="-50">
                <a:solidFill>
                  <a:srgbClr val="1F2329"/>
                </a:solidFill>
                <a:latin typeface="Times New Roman"/>
                <a:ea typeface="Times New Roman"/>
                <a:cs typeface="Times New Roman"/>
                <a:sym typeface="Times New Roman"/>
              </a:rPr>
              <a:t> </a:t>
            </a:r>
            <a:r>
              <a:rPr lang="en-US" b="false" i="false" strike="noStrike" u="none" sz="2300" spc="-110">
                <a:solidFill>
                  <a:srgbClr val="1F2329"/>
                </a:solidFill>
                <a:latin typeface="Monaco"/>
                <a:ea typeface="Monaco"/>
                <a:cs typeface="Monaco"/>
                <a:sym typeface="Monaco"/>
              </a:rPr>
              <a:t>studentGrade</a:t>
            </a:r>
            <a:r>
              <a:rPr lang="en-US" b="false" i="false" strike="noStrike" u="none" sz="2300" spc="-1005">
                <a:solidFill>
                  <a:srgbClr val="1F2329"/>
                </a:solidFill>
                <a:latin typeface="Monaco"/>
                <a:ea typeface="Monaco"/>
                <a:cs typeface="Monaco"/>
                <a:sym typeface="Monaco"/>
              </a:rPr>
              <a:t> </a:t>
            </a:r>
            <a:r>
              <a:rPr lang="en-US" b="false" i="false" strike="noStrike" u="none" sz="2300">
                <a:solidFill>
                  <a:srgbClr val="1F2329"/>
                </a:solidFill>
                <a:latin typeface="Times New Roman"/>
                <a:ea typeface="Times New Roman"/>
                <a:cs typeface="Times New Roman"/>
                <a:sym typeface="Times New Roman"/>
              </a:rPr>
              <a:t>&gt;=</a:t>
            </a:r>
            <a:r>
              <a:rPr lang="en-US" b="false" i="false" strike="noStrike" u="none" sz="2300" spc="-25">
                <a:solidFill>
                  <a:srgbClr val="1F2329"/>
                </a:solidFill>
                <a:latin typeface="Times New Roman"/>
                <a:ea typeface="Times New Roman"/>
                <a:cs typeface="Times New Roman"/>
                <a:sym typeface="Times New Roman"/>
              </a:rPr>
              <a:t> </a:t>
            </a:r>
            <a:r>
              <a:rPr lang="en-US" b="false" i="false" strike="noStrike" u="none" sz="2300">
                <a:solidFill>
                  <a:srgbClr val="1F2329"/>
                </a:solidFill>
                <a:latin typeface="Times New Roman"/>
                <a:ea typeface="Times New Roman"/>
                <a:cs typeface="Times New Roman"/>
                <a:sym typeface="Times New Roman"/>
              </a:rPr>
              <a:t>90 </a:t>
            </a:r>
            <a:r>
              <a:rPr lang="en-US" b="false" i="false" strike="noStrike" u="none" sz="2300" spc="60">
                <a:solidFill>
                  <a:srgbClr val="1F2329"/>
                </a:solidFill>
                <a:latin typeface="Times New Roman"/>
                <a:ea typeface="Times New Roman"/>
                <a:cs typeface="Times New Roman"/>
                <a:sym typeface="Times New Roman"/>
              </a:rPr>
              <a:t>,</a:t>
            </a:r>
            <a:r>
              <a:rPr lang="en-US" b="false" i="false" strike="noStrike" u="none" sz="2300" spc="55">
                <a:solidFill>
                  <a:srgbClr val="1F2329"/>
                </a:solidFill>
                <a:latin typeface="Times New Roman"/>
                <a:ea typeface="Times New Roman"/>
                <a:cs typeface="Times New Roman"/>
                <a:sym typeface="Times New Roman"/>
              </a:rPr>
              <a:t> </a:t>
            </a:r>
            <a:r>
              <a:rPr lang="en-US" b="false" i="false" strike="noStrike" u="none" sz="2300" spc="105">
                <a:solidFill>
                  <a:srgbClr val="1F2329"/>
                </a:solidFill>
                <a:latin typeface="Times New Roman"/>
                <a:ea typeface="Times New Roman"/>
                <a:cs typeface="Times New Roman"/>
                <a:sym typeface="Times New Roman"/>
              </a:rPr>
              <a:t>the</a:t>
            </a:r>
            <a:r>
              <a:rPr lang="en-US" b="false" i="false" strike="noStrike" u="none" sz="2300" spc="50">
                <a:solidFill>
                  <a:srgbClr val="1F2329"/>
                </a:solidFill>
                <a:latin typeface="Times New Roman"/>
                <a:ea typeface="Times New Roman"/>
                <a:cs typeface="Times New Roman"/>
                <a:sym typeface="Times New Roman"/>
              </a:rPr>
              <a:t> </a:t>
            </a:r>
            <a:r>
              <a:rPr lang="en-US" b="false" i="false" strike="noStrike" u="none" sz="2300" spc="-100">
                <a:solidFill>
                  <a:srgbClr val="1F2329"/>
                </a:solidFill>
                <a:latin typeface="Monaco"/>
                <a:ea typeface="Monaco"/>
                <a:cs typeface="Monaco"/>
                <a:sym typeface="Monaco"/>
              </a:rPr>
              <a:t>else</a:t>
            </a:r>
            <a:r>
              <a:rPr lang="en-US" b="false" i="false" strike="noStrike" u="none" sz="2300" spc="-885">
                <a:solidFill>
                  <a:srgbClr val="1F2329"/>
                </a:solidFill>
                <a:latin typeface="Monaco"/>
                <a:ea typeface="Monaco"/>
                <a:cs typeface="Monaco"/>
                <a:sym typeface="Monaco"/>
              </a:rPr>
              <a:t> </a:t>
            </a:r>
            <a:r>
              <a:rPr lang="en-US" b="false" i="false" strike="noStrike" u="none" sz="2300" spc="140">
                <a:solidFill>
                  <a:srgbClr val="1F2329"/>
                </a:solidFill>
                <a:latin typeface="Times New Roman"/>
                <a:ea typeface="Times New Roman"/>
                <a:cs typeface="Times New Roman"/>
                <a:sym typeface="Times New Roman"/>
              </a:rPr>
              <a:t>part</a:t>
            </a:r>
            <a:r>
              <a:rPr lang="en-US" b="false" i="false" strike="noStrike" u="none" sz="2300" spc="-35">
                <a:solidFill>
                  <a:srgbClr val="1F2329"/>
                </a:solidFill>
                <a:latin typeface="Times New Roman"/>
                <a:ea typeface="Times New Roman"/>
                <a:cs typeface="Times New Roman"/>
                <a:sym typeface="Times New Roman"/>
              </a:rPr>
              <a:t> </a:t>
            </a:r>
            <a:r>
              <a:rPr lang="en-US" b="false" i="false" strike="noStrike" u="none" sz="2300" spc="65">
                <a:solidFill>
                  <a:srgbClr val="1F2329"/>
                </a:solidFill>
                <a:latin typeface="Times New Roman"/>
                <a:ea typeface="Times New Roman"/>
                <a:cs typeface="Times New Roman"/>
                <a:sym typeface="Times New Roman"/>
              </a:rPr>
              <a:t>is</a:t>
            </a:r>
            <a:r>
              <a:rPr lang="en-US" b="false" i="false" strike="noStrike" u="none" sz="2300" spc="-50">
                <a:solidFill>
                  <a:srgbClr val="1F2329"/>
                </a:solidFill>
                <a:latin typeface="Times New Roman"/>
                <a:ea typeface="Times New Roman"/>
                <a:cs typeface="Times New Roman"/>
                <a:sym typeface="Times New Roman"/>
              </a:rPr>
              <a:t> </a:t>
            </a:r>
            <a:r>
              <a:rPr lang="en-US" b="false" i="false" strike="noStrike" u="none" sz="2300" spc="50">
                <a:solidFill>
                  <a:srgbClr val="1F2329"/>
                </a:solidFill>
                <a:latin typeface="Times New Roman"/>
                <a:ea typeface="Times New Roman"/>
                <a:cs typeface="Times New Roman"/>
                <a:sym typeface="Times New Roman"/>
              </a:rPr>
              <a:t>skipped.</a:t>
            </a:r>
          </a:p>
        </p:txBody>
      </p:sp>
      <p:sp>
        <p:nvSpPr>
          <p:cNvPr name="AutoShape 4" id="4"/>
          <p:cNvSpPr/>
          <p:nvPr>
            <p:ph idx="26" type="body" sz="quarter" hasCustomPrompt="true"/>
          </p:nvPr>
        </p:nvSpPr>
        <p:spPr>
          <a:prstGeom prst="rect">
            <a:avLst/>
          </a:prstGeom>
        </p:spPr>
        <p:txBody>
          <a:bodyPr anchor="t" vert="horz"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pic>
        <p:nvPicPr>
          <p:cNvPr name="Picture 5" id="5"/>
          <p:cNvPicPr>
            <a:picLocks noChangeAspect="true"/>
          </p:cNvPicPr>
          <p:nvPr/>
        </p:nvPicPr>
        <p:blipFill>
          <a:blip r:embed="rId3"/>
          <a:srcRect l="0" r="0" t="0" b="0"/>
          <a:stretch>
            <a:fillRect/>
          </a:stretch>
        </p:blipFill>
        <p:spPr>
          <a:xfrm rot="0" flipH="false" flipV="false">
            <a:off x="1981200" y="1600200"/>
            <a:ext cx="4876800" cy="3435118"/>
          </a:xfrm>
          <a:prstGeom prst="rect">
            <a:avLst/>
          </a:prstGeom>
          <a:ln w="12700">
            <a:noFill/>
            <a:prstDash val="solid"/>
          </a:ln>
        </p:spPr>
      </p:pic>
    </p:spTree>
  </p:cSld>
  <p:clrMapOvr>
    <a:masterClrMapping/>
  </p:clrMapOvr>
</p:sld>
</file>

<file path=ppt/slides/slide32.xml><?xml version="1.0" encoding="utf-8"?>
<p:sld xmlns:p="http://schemas.openxmlformats.org/presentationml/2006/main" xmlns:a="http://schemas.openxmlformats.org/drawingml/2006/main">
  <p:cSld>
    <p:bg>
      <p:bgPr>
        <a:solidFill>
          <a:srgbClr val="FFFFFF">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762000" y="381000"/>
            <a:ext cx="889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367E88"/>
                </a:solidFill>
              </a:rPr>
              <a:t>The Dangling Else Problem</a:t>
            </a:r>
            <a:endParaRPr lang="en-US" sz="1100"/>
          </a:p>
        </p:txBody>
      </p:sp>
      <p:sp>
        <p:nvSpPr>
          <p:cNvPr name="AutoShape 3" id="3"/>
          <p:cNvSpPr/>
          <p:nvPr/>
        </p:nvSpPr>
        <p:spPr>
          <a:xfrm rot="0" flipH="false" flipV="false">
            <a:off x="1016000" y="1270000"/>
            <a:ext cx="5334000" cy="3556000"/>
          </a:xfrm>
          <a:prstGeom prst="roundRect">
            <a:avLst>
              <a:gd name="adj" fmla="val 1428"/>
            </a:avLst>
          </a:prstGeom>
          <a:solidFill>
            <a:srgbClr val="FFF5F5">
              <a:alpha val="100000"/>
            </a:srgbClr>
          </a:solidFill>
          <a:ln w="12700" cmpd="sng" cap="flat">
            <a:solidFill>
              <a:srgbClr val="B45050">
                <a:alpha val="100000"/>
              </a:srgbClr>
            </a:solidFill>
            <a:prstDash val="solid"/>
            <a:round/>
          </a:ln>
        </p:spPr>
        <p:txBody>
          <a:bodyPr anchor="ctr" rtlCol="false" vert="horz" wrap="square" lIns="63500" rIns="63500" tIns="63500" bIns="63500"/>
          <a:lstStyle/>
          <a:p>
            <a:pPr algn="ctr">
              <a:defRPr/>
            </a:pPr>
            <a:endParaRPr/>
          </a:p>
        </p:txBody>
      </p:sp>
      <p:sp>
        <p:nvSpPr>
          <p:cNvPr name="AutoShape 4" id="4"/>
          <p:cNvSpPr/>
          <p:nvPr/>
        </p:nvSpPr>
        <p:spPr>
          <a:xfrm rot="0" flipH="false" flipV="false">
            <a:off x="1270000" y="1460500"/>
            <a:ext cx="4826000" cy="317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41666"/>
              </a:lnSpc>
              <a:defRPr/>
            </a:pPr>
            <a:r>
              <a:rPr lang="en-US" b="true" i="false" strike="noStrike" u="none" sz="1400">
                <a:solidFill>
                  <a:srgbClr val="782828"/>
                </a:solidFill>
              </a:rPr>
              <a:t>Ambiguous code:</a:t>
            </a:r>
            <a:r>
              <a:rPr lang="en-US" b="false" i="false" strike="noStrike" u="none" sz="1400">
                <a:solidFill>
                  <a:srgbClr val="782828"/>
                </a:solidFill>
              </a:rPr>
              <a:t/>
            </a:r>
            <a:endParaRPr lang="en-US" sz="1100"/>
          </a:p>
          <a:p>
            <a:pPr algn="l" marL="0" indent="0">
              <a:lnSpc>
                <a:spcPct val="141666"/>
              </a:lnSpc>
            </a:pPr>
            <a:r>
              <a:rPr lang="en-US" b="false" i="false" strike="noStrike" u="none" sz="1400">
                <a:solidFill>
                  <a:srgbClr val="782828"/>
                </a:solidFill>
                <a:latin typeface="Courier New"/>
                <a:ea typeface="Courier New"/>
                <a:cs typeface="Courier New"/>
                <a:sym typeface="Courier New"/>
              </a:rPr>
              <a:t>if (a &gt; 0)</a:t>
            </a:r>
            <a:r>
              <a:rPr lang="en-US" b="false" i="false" strike="noStrike" u="none" sz="1400">
                <a:solidFill>
                  <a:srgbClr val="782828"/>
                </a:solidFill>
              </a:rPr>
              <a:t/>
            </a:r>
          </a:p>
          <a:p>
            <a:pPr algn="l" marL="0" indent="0">
              <a:lnSpc>
                <a:spcPct val="141666"/>
              </a:lnSpc>
            </a:pPr>
            <a:r>
              <a:rPr lang="en-US" b="false" i="false" strike="noStrike" u="none" sz="1400">
                <a:solidFill>
                  <a:srgbClr val="782828"/>
                </a:solidFill>
                <a:latin typeface="Courier New"/>
                <a:ea typeface="Courier New"/>
                <a:cs typeface="Courier New"/>
                <a:sym typeface="Courier New"/>
              </a:rPr>
              <a:t>if (b &gt; 0)</a:t>
            </a:r>
            <a:r>
              <a:rPr lang="en-US" b="false" i="false" strike="noStrike" u="none" sz="1400">
                <a:solidFill>
                  <a:srgbClr val="782828"/>
                </a:solidFill>
              </a:rPr>
              <a:t/>
            </a:r>
          </a:p>
          <a:p>
            <a:pPr algn="l" marL="0" indent="0">
              <a:lnSpc>
                <a:spcPct val="141666"/>
              </a:lnSpc>
            </a:pPr>
            <a:r>
              <a:rPr lang="en-US" b="false" i="false" strike="noStrike" u="none" sz="1400">
                <a:solidFill>
                  <a:srgbClr val="782828"/>
                </a:solidFill>
                <a:latin typeface="Courier New"/>
                <a:ea typeface="Courier New"/>
                <a:cs typeface="Courier New"/>
                <a:sym typeface="Courier New"/>
              </a:rPr>
              <a:t>statement1;</a:t>
            </a:r>
            <a:r>
              <a:rPr lang="en-US" b="false" i="false" strike="noStrike" u="none" sz="1400">
                <a:solidFill>
                  <a:srgbClr val="782828"/>
                </a:solidFill>
              </a:rPr>
              <a:t/>
            </a:r>
          </a:p>
          <a:p>
            <a:pPr algn="l" marL="0" indent="0">
              <a:lnSpc>
                <a:spcPct val="141666"/>
              </a:lnSpc>
            </a:pPr>
            <a:r>
              <a:rPr lang="en-US" b="false" i="false" strike="noStrike" u="none" sz="1400">
                <a:solidFill>
                  <a:srgbClr val="782828"/>
                </a:solidFill>
                <a:latin typeface="Courier New"/>
                <a:ea typeface="Courier New"/>
                <a:cs typeface="Courier New"/>
                <a:sym typeface="Courier New"/>
              </a:rPr>
              <a:t>else</a:t>
            </a:r>
            <a:r>
              <a:rPr lang="en-US" b="false" i="false" strike="noStrike" u="none" sz="1400">
                <a:solidFill>
                  <a:srgbClr val="782828"/>
                </a:solidFill>
              </a:rPr>
              <a:t/>
            </a:r>
          </a:p>
          <a:p>
            <a:pPr algn="l" marL="0" indent="0">
              <a:lnSpc>
                <a:spcPct val="141666"/>
              </a:lnSpc>
            </a:pPr>
            <a:r>
              <a:rPr lang="en-US" b="false" i="false" strike="noStrike" u="none" sz="1400">
                <a:solidFill>
                  <a:srgbClr val="782828"/>
                </a:solidFill>
                <a:latin typeface="Courier New"/>
                <a:ea typeface="Courier New"/>
                <a:cs typeface="Courier New"/>
                <a:sym typeface="Courier New"/>
              </a:rPr>
              <a:t>statement2;</a:t>
            </a:r>
            <a:r>
              <a:rPr lang="en-US" b="false" i="false" strike="noStrike" u="none" sz="1400">
                <a:solidFill>
                  <a:srgbClr val="782828"/>
                </a:solidFill>
              </a:rPr>
              <a:t/>
            </a:r>
          </a:p>
          <a:p>
            <a:pPr algn="l" marL="0" indent="0">
              <a:lnSpc>
                <a:spcPct val="141666"/>
              </a:lnSpc>
            </a:pPr>
            <a:r>
              <a:rPr lang="en-US" b="false" i="false" strike="noStrike" u="none" sz="1400">
                <a:solidFill>
                  <a:srgbClr val="782828"/>
                </a:solidFill>
              </a:rPr>
              <a:t/>
            </a:r>
          </a:p>
          <a:p>
            <a:pPr algn="l" marL="0" indent="0">
              <a:lnSpc>
                <a:spcPct val="141666"/>
              </a:lnSpc>
            </a:pPr>
            <a:r>
              <a:rPr lang="en-US" b="true" i="false" strike="noStrike" u="none" sz="1400">
                <a:solidFill>
                  <a:srgbClr val="782828"/>
                </a:solidFill>
              </a:rPr>
              <a:t>Which if does else belong to?</a:t>
            </a:r>
          </a:p>
        </p:txBody>
      </p:sp>
      <p:sp>
        <p:nvSpPr>
          <p:cNvPr name="AutoShape 5" id="5"/>
          <p:cNvSpPr/>
          <p:nvPr/>
        </p:nvSpPr>
        <p:spPr>
          <a:xfrm rot="0" flipH="false" flipV="false">
            <a:off x="6858000" y="1270000"/>
            <a:ext cx="4826000" cy="355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41666"/>
              </a:lnSpc>
              <a:defRPr/>
            </a:pPr>
            <a:r>
              <a:rPr lang="en-US" b="true" i="false" strike="noStrike" u="none" sz="1400">
                <a:solidFill>
                  <a:srgbClr val="367E88"/>
                </a:solidFill>
              </a:rPr>
              <a:t>Java rule:</a:t>
            </a:r>
            <a:r>
              <a:rPr lang="en-US" b="false" i="false" strike="noStrike" u="none" sz="1400">
                <a:solidFill>
                  <a:srgbClr val="285028"/>
                </a:solidFill>
              </a:rPr>
              <a:t/>
            </a:r>
            <a:endParaRPr lang="en-US" sz="1100"/>
          </a:p>
          <a:p>
            <a:pPr algn="l" marL="0" indent="0">
              <a:lnSpc>
                <a:spcPct val="141666"/>
              </a:lnSpc>
            </a:pPr>
            <a:r>
              <a:rPr lang="en-US" b="true" i="false" strike="noStrike" u="none" sz="1400">
                <a:solidFill>
                  <a:srgbClr val="285028"/>
                </a:solidFill>
              </a:rPr>
              <a:t>else always binds to the nearest preceding if</a:t>
            </a:r>
            <a:r>
              <a:rPr lang="en-US" b="false" i="false" strike="noStrike" u="none" sz="1400">
                <a:solidFill>
                  <a:srgbClr val="285028"/>
                </a:solidFill>
              </a:rPr>
              <a:t> on the same level.</a:t>
            </a:r>
          </a:p>
          <a:p>
            <a:pPr algn="l" marL="0" indent="0">
              <a:lnSpc>
                <a:spcPct val="141666"/>
              </a:lnSpc>
            </a:pPr>
            <a:r>
              <a:rPr lang="en-US" b="false" i="false" strike="noStrike" u="none" sz="1400">
                <a:solidFill>
                  <a:srgbClr val="285028"/>
                </a:solidFill>
              </a:rPr>
              <a:t/>
            </a:r>
          </a:p>
          <a:p>
            <a:pPr algn="l" marL="0" indent="0">
              <a:lnSpc>
                <a:spcPct val="141666"/>
              </a:lnSpc>
            </a:pPr>
            <a:r>
              <a:rPr lang="en-US" b="false" i="false" strike="noStrike" u="none" sz="1400">
                <a:solidFill>
                  <a:srgbClr val="285028"/>
                </a:solidFill>
              </a:rPr>
              <a:t>So statement2 belongs to the inner if (b &gt; 0), not the outer if (a &gt; 0).</a:t>
            </a:r>
          </a:p>
          <a:p>
            <a:pPr algn="l" marL="0" indent="0">
              <a:lnSpc>
                <a:spcPct val="141666"/>
              </a:lnSpc>
            </a:pPr>
            <a:r>
              <a:rPr lang="en-US" b="false" i="false" strike="noStrike" u="none" sz="1400">
                <a:solidFill>
                  <a:srgbClr val="285028"/>
                </a:solidFill>
              </a:rPr>
              <a:t/>
            </a:r>
          </a:p>
          <a:p>
            <a:pPr algn="l" marL="0" indent="0">
              <a:lnSpc>
                <a:spcPct val="141666"/>
              </a:lnSpc>
            </a:pPr>
            <a:r>
              <a:rPr lang="en-US" b="true" i="false" strike="noStrike" u="none" sz="1400">
                <a:solidFill>
                  <a:srgbClr val="285028"/>
                </a:solidFill>
              </a:rPr>
              <a:t>Fix with braces:</a:t>
            </a:r>
            <a:r>
              <a:rPr lang="en-US" b="false" i="false" strike="noStrike" u="none" sz="1400">
                <a:solidFill>
                  <a:srgbClr val="285028"/>
                </a:solidFill>
              </a:rPr>
              <a:t/>
            </a:r>
          </a:p>
          <a:p>
            <a:pPr algn="l" marL="0" indent="0">
              <a:lnSpc>
                <a:spcPct val="141666"/>
              </a:lnSpc>
            </a:pPr>
            <a:r>
              <a:rPr lang="en-US" b="false" i="false" strike="noStrike" u="none" sz="1400">
                <a:solidFill>
                  <a:srgbClr val="285028"/>
                </a:solidFill>
                <a:latin typeface="Courier New"/>
                <a:ea typeface="Courier New"/>
                <a:cs typeface="Courier New"/>
                <a:sym typeface="Courier New"/>
              </a:rPr>
              <a:t>if (a &gt; 0) {</a:t>
            </a:r>
            <a:r>
              <a:rPr lang="en-US" b="false" i="false" strike="noStrike" u="none" sz="1400">
                <a:solidFill>
                  <a:srgbClr val="285028"/>
                </a:solidFill>
              </a:rPr>
              <a:t/>
            </a:r>
          </a:p>
          <a:p>
            <a:pPr algn="l" marL="0" indent="0">
              <a:lnSpc>
                <a:spcPct val="141666"/>
              </a:lnSpc>
            </a:pPr>
            <a:r>
              <a:rPr lang="en-US" b="false" i="false" strike="noStrike" u="none" sz="1400">
                <a:solidFill>
                  <a:srgbClr val="285028"/>
                </a:solidFill>
                <a:latin typeface="Courier New"/>
                <a:ea typeface="Courier New"/>
                <a:cs typeface="Courier New"/>
                <a:sym typeface="Courier New"/>
              </a:rPr>
              <a:t>if (b &gt; 0) s1;</a:t>
            </a:r>
            <a:r>
              <a:rPr lang="en-US" b="false" i="false" strike="noStrike" u="none" sz="1400">
                <a:solidFill>
                  <a:srgbClr val="285028"/>
                </a:solidFill>
              </a:rPr>
              <a:t/>
            </a:r>
          </a:p>
          <a:p>
            <a:pPr algn="l" marL="0" indent="0">
              <a:lnSpc>
                <a:spcPct val="141666"/>
              </a:lnSpc>
            </a:pPr>
            <a:r>
              <a:rPr lang="en-US" b="false" i="false" strike="noStrike" u="none" sz="1400">
                <a:solidFill>
                  <a:srgbClr val="285028"/>
                </a:solidFill>
                <a:latin typeface="Courier New"/>
                <a:ea typeface="Courier New"/>
                <a:cs typeface="Courier New"/>
                <a:sym typeface="Courier New"/>
              </a:rPr>
              <a:t>} else</a:t>
            </a:r>
            <a:r>
              <a:rPr lang="en-US" b="false" i="false" strike="noStrike" u="none" sz="1400">
                <a:solidFill>
                  <a:srgbClr val="285028"/>
                </a:solidFill>
              </a:rPr>
              <a:t/>
            </a:r>
          </a:p>
          <a:p>
            <a:pPr algn="l" marL="0" indent="0">
              <a:lnSpc>
                <a:spcPct val="141666"/>
              </a:lnSpc>
            </a:pPr>
            <a:r>
              <a:rPr lang="en-US" b="false" i="false" strike="noStrike" u="none" sz="1400">
                <a:solidFill>
                  <a:srgbClr val="285028"/>
                </a:solidFill>
                <a:latin typeface="Courier New"/>
                <a:ea typeface="Courier New"/>
                <a:cs typeface="Courier New"/>
                <a:sym typeface="Courier New"/>
              </a:rPr>
              <a:t>s2;</a:t>
            </a:r>
          </a:p>
        </p:txBody>
      </p:sp>
      <p:sp>
        <p:nvSpPr>
          <p:cNvPr name="AutoShape 6" id="6"/>
          <p:cNvSpPr/>
          <p:nvPr/>
        </p:nvSpPr>
        <p:spPr>
          <a:xfrm rot="0" flipH="false" flipV="false">
            <a:off x="4445000" y="6477000"/>
            <a:ext cx="3810000" cy="254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900">
                <a:solidFill>
                  <a:srgbClr val="969696"/>
                </a:solidFill>
              </a:rPr>
              <a:t>Copyright © 2020 Pearson Education Ltd. All Rights Reserved</a:t>
            </a:r>
            <a:endParaRPr lang="en-US" sz="1100"/>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695312" y="714073"/>
            <a:ext cx="7091451" cy="338613"/>
          </a:xfrm>
          <a:prstGeom prst="rect">
            <a:avLst/>
          </a:prstGeom>
          <a:ln w="12700">
            <a:noFill/>
            <a:prstDash val="solid"/>
          </a:ln>
        </p:spPr>
      </p:pic>
      <p:sp>
        <p:nvSpPr>
          <p:cNvPr name="AutoShape 3" id="3"/>
          <p:cNvSpPr/>
          <p:nvPr/>
        </p:nvSpPr>
        <p:spPr>
          <a:xfrm rot="0" flipH="false" flipV="false">
            <a:off x="774700" y="1440116"/>
            <a:ext cx="10697845" cy="1220847"/>
          </a:xfrm>
          <a:prstGeom prst="rect">
            <a:avLst/>
          </a:prstGeom>
          <a:noFill/>
          <a:ln w="12700">
            <a:noFill/>
            <a:prstDash val="solid"/>
          </a:ln>
        </p:spPr>
        <p:txBody>
          <a:bodyPr anchor="t" rtlCol="false" vert="horz" wrap="square" lIns="0" rIns="0" tIns="12700" bIns="0">
            <a:spAutoFit/>
          </a:bodyPr>
          <a:lstStyle>
            <a:lvl1pPr marL="469265" indent="-266700"/>
            <a:lvl2pPr marL="926465" indent="-266700"/>
            <a:lvl3pPr marL="1383665" indent="-266700"/>
            <a:lvl4pPr marL="1840865" indent="-266700"/>
            <a:lvl5pPr marL="2298065" indent="-266700"/>
            <a:lvl6pPr marL="2755265" indent="-266700"/>
            <a:lvl7pPr marL="3212465" indent="-266700"/>
            <a:lvl8pPr marL="3669665" indent="-266700"/>
            <a:lvl9pPr marL="4126865" indent="-266700"/>
          </a:lstStyle>
          <a:p>
            <a:pPr algn="l" indent="-189865" marL="202565">
              <a:lnSpc>
                <a:spcPts val="2425"/>
              </a:lnSpc>
              <a:spcBef>
                <a:spcPts val="100"/>
              </a:spcBef>
              <a:buClr>
                <a:srgbClr val="2CA1BE"/>
              </a:buClr>
              <a:buSzPct val="67000"/>
              <a:buChar char=""/>
              <a:tabLst>
                <a:tab pos="202565" algn="l"/>
              </a:tabLst>
              <a:defRPr/>
            </a:pPr>
            <a:r>
              <a:rPr lang="en-US" b="false" i="false" strike="noStrike" u="none" sz="2100" spc="45">
                <a:solidFill>
                  <a:srgbClr val="0000FF"/>
                </a:solidFill>
                <a:latin typeface="Times New Roman"/>
                <a:ea typeface="Times New Roman"/>
                <a:cs typeface="Times New Roman"/>
                <a:sym typeface="Times New Roman"/>
              </a:rPr>
              <a:t> </a:t>
            </a:r>
            <a:endParaRPr lang="en-US" sz="1100"/>
          </a:p>
          <a:p>
            <a:pPr algn="l" indent="-189865" marL="202565">
              <a:lnSpc>
                <a:spcPts val="2325"/>
              </a:lnSpc>
              <a:buClr>
                <a:srgbClr val="2CA1BE"/>
              </a:buClr>
              <a:buSzPct val="67000"/>
              <a:buChar char=""/>
              <a:tabLst>
                <a:tab pos="202565" algn="l"/>
              </a:tabLst>
            </a:pPr>
            <a:r>
              <a:rPr lang="en-US" b="false" i="false" strike="noStrike" u="none" sz="2100" spc="90">
                <a:solidFill>
                  <a:srgbClr val="1F2329"/>
                </a:solidFill>
                <a:latin typeface="Times New Roman"/>
                <a:ea typeface="Times New Roman"/>
                <a:cs typeface="Times New Roman"/>
                <a:sym typeface="Times New Roman"/>
              </a:rPr>
              <a:t>Operands</a:t>
            </a:r>
            <a:r>
              <a:rPr lang="en-US" b="false" i="false" strike="noStrike" u="none" sz="2100" spc="-220">
                <a:solidFill>
                  <a:srgbClr val="1F2329"/>
                </a:solidFill>
                <a:latin typeface="Times New Roman"/>
                <a:ea typeface="Times New Roman"/>
                <a:cs typeface="Times New Roman"/>
                <a:sym typeface="Times New Roman"/>
              </a:rPr>
              <a:t> </a:t>
            </a:r>
            <a:r>
              <a:rPr lang="en-US" b="false" i="false" strike="noStrike" u="none" sz="2100" spc="120">
                <a:solidFill>
                  <a:srgbClr val="1F2329"/>
                </a:solidFill>
                <a:latin typeface="Times New Roman"/>
                <a:ea typeface="Times New Roman"/>
                <a:cs typeface="Times New Roman"/>
                <a:sym typeface="Times New Roman"/>
              </a:rPr>
              <a:t>and</a:t>
            </a:r>
            <a:r>
              <a:rPr lang="en-US" b="false" i="false" strike="noStrike" u="none" sz="2100" spc="-105">
                <a:solidFill>
                  <a:srgbClr val="1F2329"/>
                </a:solidFill>
                <a:latin typeface="Times New Roman"/>
                <a:ea typeface="Times New Roman"/>
                <a:cs typeface="Times New Roman"/>
                <a:sym typeface="Times New Roman"/>
              </a:rPr>
              <a:t> </a:t>
            </a:r>
            <a:r>
              <a:rPr lang="en-US" b="false" i="false" strike="noStrike" u="none" sz="2100" spc="-135">
                <a:solidFill>
                  <a:srgbClr val="1F2329"/>
                </a:solidFill>
                <a:latin typeface="Monaco"/>
                <a:ea typeface="Monaco"/>
                <a:cs typeface="Monaco"/>
                <a:sym typeface="Monaco"/>
              </a:rPr>
              <a:t>?:</a:t>
            </a:r>
            <a:r>
              <a:rPr lang="en-US" b="false" i="false" strike="noStrike" u="none" sz="2100" spc="-830">
                <a:solidFill>
                  <a:srgbClr val="1F2329"/>
                </a:solidFill>
                <a:latin typeface="Monaco"/>
                <a:ea typeface="Monaco"/>
                <a:cs typeface="Monaco"/>
                <a:sym typeface="Monaco"/>
              </a:rPr>
              <a:t> </a:t>
            </a:r>
            <a:r>
              <a:rPr lang="en-US" b="false" i="false" strike="noStrike" u="none" sz="2100" spc="60">
                <a:solidFill>
                  <a:srgbClr val="1F2329"/>
                </a:solidFill>
                <a:latin typeface="Times New Roman"/>
                <a:ea typeface="Times New Roman"/>
                <a:cs typeface="Times New Roman"/>
                <a:sym typeface="Times New Roman"/>
              </a:rPr>
              <a:t>form</a:t>
            </a:r>
            <a:r>
              <a:rPr lang="en-US" b="false" i="false" strike="noStrike" u="none" sz="2100" spc="-80">
                <a:solidFill>
                  <a:srgbClr val="1F2329"/>
                </a:solidFill>
                <a:latin typeface="Times New Roman"/>
                <a:ea typeface="Times New Roman"/>
                <a:cs typeface="Times New Roman"/>
                <a:sym typeface="Times New Roman"/>
              </a:rPr>
              <a:t> </a:t>
            </a:r>
            <a:r>
              <a:rPr lang="en-US" b="false" i="false" strike="noStrike" u="none" sz="2100" spc="80">
                <a:solidFill>
                  <a:srgbClr val="1F2329"/>
                </a:solidFill>
                <a:latin typeface="Times New Roman"/>
                <a:ea typeface="Times New Roman"/>
                <a:cs typeface="Times New Roman"/>
                <a:sym typeface="Times New Roman"/>
              </a:rPr>
              <a:t>a</a:t>
            </a:r>
            <a:r>
              <a:rPr lang="en-US" b="false" i="false" strike="noStrike" u="none" sz="2100" spc="-35">
                <a:solidFill>
                  <a:srgbClr val="1F2329"/>
                </a:solidFill>
                <a:latin typeface="Times New Roman"/>
                <a:ea typeface="Times New Roman"/>
                <a:cs typeface="Times New Roman"/>
                <a:sym typeface="Times New Roman"/>
              </a:rPr>
              <a:t> </a:t>
            </a:r>
            <a:r>
              <a:rPr lang="en-US" b="false" i="false" strike="noStrike" u="none" sz="2100" spc="60">
                <a:solidFill>
                  <a:srgbClr val="0000FF"/>
                </a:solidFill>
                <a:latin typeface="Times New Roman"/>
                <a:ea typeface="Times New Roman"/>
                <a:cs typeface="Times New Roman"/>
                <a:sym typeface="Times New Roman"/>
              </a:rPr>
              <a:t>conditional</a:t>
            </a:r>
            <a:r>
              <a:rPr lang="en-US" b="false" i="false" strike="noStrike" u="none" sz="2100" spc="-105">
                <a:solidFill>
                  <a:srgbClr val="0000FF"/>
                </a:solidFill>
                <a:latin typeface="Times New Roman"/>
                <a:ea typeface="Times New Roman"/>
                <a:cs typeface="Times New Roman"/>
                <a:sym typeface="Times New Roman"/>
              </a:rPr>
              <a:t> </a:t>
            </a:r>
            <a:r>
              <a:rPr lang="en-US" b="false" i="false" strike="noStrike" u="none" sz="2100" spc="70">
                <a:solidFill>
                  <a:srgbClr val="0000FF"/>
                </a:solidFill>
                <a:latin typeface="Times New Roman"/>
                <a:ea typeface="Times New Roman"/>
                <a:cs typeface="Times New Roman"/>
                <a:sym typeface="Times New Roman"/>
              </a:rPr>
              <a:t>expression –</a:t>
            </a:r>
            <a:r>
              <a:rPr lang="en-US" b="true" i="false" strike="noStrike" u="none" sz="2400">
                <a:solidFill>
                  <a:srgbClr val="1F2329"/>
                </a:solidFill>
                <a:latin typeface="Calibri"/>
                <a:ea typeface="Calibri"/>
                <a:cs typeface="Calibri"/>
                <a:sym typeface="Calibri"/>
              </a:rPr>
              <a:t>ternary operator</a:t>
            </a:r>
          </a:p>
          <a:p>
            <a:pPr algn="l" marL="202565" indent="-189865">
              <a:lnSpc>
                <a:spcPts val="2325"/>
              </a:lnSpc>
              <a:tabLst>
                <a:tab pos="202565" algn="l"/>
              </a:tabLst>
            </a:pPr>
            <a:r>
              <a:rPr lang="en-US" b="false" i="false" strike="noStrike" u="none" sz="2100">
                <a:solidFill>
                  <a:srgbClr val="1F2329"/>
                </a:solidFill>
                <a:latin typeface="Calibri"/>
                <a:ea typeface="Calibri"/>
                <a:cs typeface="Calibri"/>
                <a:sym typeface="Calibri"/>
              </a:rPr>
              <a:t/>
            </a:r>
            <a:endParaRPr sz="2100"/>
          </a:p>
          <a:p>
            <a:pPr algn="l" indent="-189865" marL="202565">
              <a:lnSpc>
                <a:spcPts val="2175"/>
              </a:lnSpc>
              <a:buClr>
                <a:srgbClr val="2CA1BE"/>
              </a:buClr>
              <a:buSzPct val="67000"/>
              <a:buChar char=""/>
              <a:tabLst>
                <a:tab pos="202565" algn="l"/>
              </a:tabLst>
            </a:pPr>
            <a:r>
              <a:rPr lang="en-US" b="false" i="false" strike="noStrike" u="none" sz="2100" spc="85">
                <a:solidFill>
                  <a:srgbClr val="1F2329"/>
                </a:solidFill>
                <a:latin typeface="Times New Roman"/>
                <a:ea typeface="Times New Roman"/>
                <a:cs typeface="Times New Roman"/>
                <a:sym typeface="Times New Roman"/>
              </a:rPr>
              <a:t> </a:t>
            </a:r>
          </a:p>
        </p:txBody>
      </p:sp>
      <p:sp>
        <p:nvSpPr>
          <p:cNvPr name="AutoShape 4" id="4"/>
          <p:cNvSpPr/>
          <p:nvPr>
            <p:ph idx="26" type="body" sz="quarter" hasCustomPrompt="true"/>
          </p:nvPr>
        </p:nvSpPr>
        <p:spPr>
          <a:prstGeom prst="rect">
            <a:avLst/>
          </a:prstGeom>
        </p:spPr>
        <p:txBody>
          <a:bodyPr anchor="t" vert="horz"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sp>
        <p:nvSpPr>
          <p:cNvPr name="AutoShape 5" id="5"/>
          <p:cNvSpPr/>
          <p:nvPr/>
        </p:nvSpPr>
        <p:spPr>
          <a:xfrm rot="0" flipH="false" flipV="false">
            <a:off x="1177289" y="3793871"/>
            <a:ext cx="6556375" cy="238125"/>
          </a:xfrm>
          <a:prstGeom prst="rect">
            <a:avLst/>
          </a:prstGeom>
          <a:solidFill>
            <a:srgbClr val="FFFF00">
              <a:alpha val="100000"/>
            </a:srgbClr>
          </a:solidFill>
          <a:ln w="12700">
            <a:noFill/>
            <a:prstDash val="solid"/>
          </a:ln>
        </p:spPr>
        <p:txBody>
          <a:bodyPr anchor="t" rtlCol="false" vert="horz" wrap="square" lIns="0" rIns="0" tIns="0" bIns="0">
            <a:spAutoFit/>
          </a:bodyPr>
          <a:lstStyle/>
          <a:p>
            <a:pPr algn="l" marL="635" indent="0">
              <a:lnSpc>
                <a:spcPts val="1850"/>
              </a:lnSpc>
              <a:defRPr/>
            </a:pPr>
            <a:r>
              <a:rPr lang="en-US" b="false" i="false" strike="noStrike" u="none" sz="1550" spc="-60">
                <a:solidFill>
                  <a:srgbClr val="1F2329"/>
                </a:solidFill>
                <a:latin typeface="Monaco"/>
                <a:ea typeface="Monaco"/>
                <a:cs typeface="Monaco"/>
                <a:sym typeface="Monaco"/>
              </a:rPr>
              <a:t>System.out.println(studentGrade</a:t>
            </a:r>
            <a:r>
              <a:rPr lang="en-US" b="false" i="false" strike="noStrike" u="none" sz="1550" spc="-645">
                <a:solidFill>
                  <a:srgbClr val="1F2329"/>
                </a:solidFill>
                <a:latin typeface="Monaco"/>
                <a:ea typeface="Monaco"/>
                <a:cs typeface="Monaco"/>
                <a:sym typeface="Monaco"/>
              </a:rPr>
              <a:t> </a:t>
            </a:r>
            <a:r>
              <a:rPr lang="en-US" b="false" i="false" strike="noStrike" u="none" sz="1550" spc="-55">
                <a:solidFill>
                  <a:srgbClr val="1F2329"/>
                </a:solidFill>
                <a:latin typeface="Monaco"/>
                <a:ea typeface="Monaco"/>
                <a:cs typeface="Monaco"/>
                <a:sym typeface="Monaco"/>
              </a:rPr>
              <a:t>&gt;=</a:t>
            </a:r>
            <a:r>
              <a:rPr lang="en-US" b="false" i="false" strike="noStrike" u="none" sz="1550" spc="-655">
                <a:solidFill>
                  <a:srgbClr val="1F2329"/>
                </a:solidFill>
                <a:latin typeface="Monaco"/>
                <a:ea typeface="Monaco"/>
                <a:cs typeface="Monaco"/>
                <a:sym typeface="Monaco"/>
              </a:rPr>
              <a:t> </a:t>
            </a:r>
            <a:r>
              <a:rPr lang="en-US" b="false" i="false" strike="noStrike" u="none" sz="1550" spc="-20">
                <a:solidFill>
                  <a:srgbClr val="1289FF"/>
                </a:solidFill>
                <a:latin typeface="Monaco"/>
                <a:ea typeface="Monaco"/>
                <a:cs typeface="Monaco"/>
                <a:sym typeface="Monaco"/>
              </a:rPr>
              <a:t>60</a:t>
            </a:r>
            <a:r>
              <a:rPr lang="en-US" b="false" i="false" strike="noStrike" u="none" sz="1550" spc="-95">
                <a:solidFill>
                  <a:srgbClr val="1289FF"/>
                </a:solidFill>
                <a:latin typeface="Monaco"/>
                <a:ea typeface="Monaco"/>
                <a:cs typeface="Monaco"/>
                <a:sym typeface="Monaco"/>
              </a:rPr>
              <a:t> </a:t>
            </a:r>
            <a:r>
              <a:rPr lang="en-US" b="false" i="false" strike="noStrike" u="none" sz="1550">
                <a:solidFill>
                  <a:srgbClr val="1F2329"/>
                </a:solidFill>
                <a:latin typeface="Monaco"/>
                <a:ea typeface="Monaco"/>
                <a:cs typeface="Monaco"/>
                <a:sym typeface="Monaco"/>
              </a:rPr>
              <a:t>?</a:t>
            </a:r>
            <a:r>
              <a:rPr lang="en-US" b="false" i="false" strike="noStrike" u="none" sz="1550" spc="65">
                <a:solidFill>
                  <a:srgbClr val="1F2329"/>
                </a:solidFill>
                <a:latin typeface="Monaco"/>
                <a:ea typeface="Monaco"/>
                <a:cs typeface="Monaco"/>
                <a:sym typeface="Monaco"/>
              </a:rPr>
              <a:t> </a:t>
            </a:r>
            <a:r>
              <a:rPr lang="en-US" b="false" i="false" strike="noStrike" u="none" sz="1550" spc="-40">
                <a:solidFill>
                  <a:srgbClr val="1289FF"/>
                </a:solidFill>
                <a:latin typeface="Monaco"/>
                <a:ea typeface="Monaco"/>
                <a:cs typeface="Monaco"/>
                <a:sym typeface="Monaco"/>
              </a:rPr>
              <a:t>"Passed"</a:t>
            </a:r>
            <a:r>
              <a:rPr lang="en-US" b="false" i="false" strike="noStrike" u="none" sz="1550" spc="-670">
                <a:solidFill>
                  <a:srgbClr val="1289FF"/>
                </a:solidFill>
                <a:latin typeface="Monaco"/>
                <a:ea typeface="Monaco"/>
                <a:cs typeface="Monaco"/>
                <a:sym typeface="Monaco"/>
              </a:rPr>
              <a:t> </a:t>
            </a:r>
            <a:r>
              <a:rPr lang="en-US" b="false" i="false" strike="noStrike" u="none" sz="1550" spc="-70">
                <a:solidFill>
                  <a:srgbClr val="1F2329"/>
                </a:solidFill>
                <a:latin typeface="Monaco"/>
                <a:ea typeface="Monaco"/>
                <a:cs typeface="Monaco"/>
                <a:sym typeface="Monaco"/>
              </a:rPr>
              <a:t>:</a:t>
            </a:r>
            <a:r>
              <a:rPr lang="en-US" b="false" i="false" strike="noStrike" u="none" sz="1550" spc="-655">
                <a:solidFill>
                  <a:srgbClr val="1F2329"/>
                </a:solidFill>
                <a:latin typeface="Monaco"/>
                <a:ea typeface="Monaco"/>
                <a:cs typeface="Monaco"/>
                <a:sym typeface="Monaco"/>
              </a:rPr>
              <a:t> </a:t>
            </a:r>
            <a:r>
              <a:rPr lang="en-US" b="false" i="false" strike="noStrike" u="none" sz="1550" spc="-10">
                <a:solidFill>
                  <a:srgbClr val="1289FF"/>
                </a:solidFill>
                <a:latin typeface="Monaco"/>
                <a:ea typeface="Monaco"/>
                <a:cs typeface="Monaco"/>
                <a:sym typeface="Monaco"/>
              </a:rPr>
              <a:t>"Failed"</a:t>
            </a:r>
            <a:r>
              <a:rPr lang="en-US" b="false" i="false" strike="noStrike" u="none" sz="1550" spc="-10">
                <a:solidFill>
                  <a:srgbClr val="1F2329"/>
                </a:solidFill>
                <a:latin typeface="Monaco"/>
                <a:ea typeface="Monaco"/>
                <a:cs typeface="Monaco"/>
                <a:sym typeface="Monaco"/>
              </a:rPr>
              <a:t>);</a:t>
            </a:r>
            <a:endParaRPr lang="en-US" sz="1100"/>
          </a:p>
        </p:txBody>
      </p:sp>
      <p:sp>
        <p:nvSpPr>
          <p:cNvPr name="AutoShape 6" id="6"/>
          <p:cNvSpPr/>
          <p:nvPr/>
        </p:nvSpPr>
        <p:spPr>
          <a:xfrm rot="0" flipH="false" flipV="false">
            <a:off x="774700" y="3996372"/>
            <a:ext cx="10287635" cy="603250"/>
          </a:xfrm>
          <a:prstGeom prst="rect">
            <a:avLst/>
          </a:prstGeom>
          <a:noFill/>
          <a:ln w="12700">
            <a:noFill/>
            <a:prstDash val="solid"/>
          </a:ln>
        </p:spPr>
        <p:txBody>
          <a:bodyPr anchor="t" rtlCol="false" vert="horz" wrap="square" lIns="0" rIns="0" tIns="73025" bIns="0">
            <a:spAutoFit/>
          </a:bodyPr>
          <a:lstStyle>
            <a:lvl1pPr marL="469900" indent="-266700"/>
            <a:lvl2pPr marL="927100" indent="-266700"/>
            <a:lvl3pPr marL="1384300" indent="-266700"/>
            <a:lvl4pPr marL="1841500" indent="-266700"/>
            <a:lvl5pPr marL="2298700" indent="-266700"/>
            <a:lvl6pPr marL="2755900" indent="-266700"/>
            <a:lvl7pPr marL="3213100" indent="-266700"/>
            <a:lvl8pPr marL="3670300" indent="-266700"/>
            <a:lvl9pPr marL="4127500" indent="-266700"/>
          </a:lstStyle>
          <a:p>
            <a:pPr algn="l" indent="-190500" marL="203200" marR="5080">
              <a:lnSpc>
                <a:spcPts val="2030"/>
              </a:lnSpc>
              <a:spcBef>
                <a:spcPts val="575"/>
              </a:spcBef>
              <a:buClr>
                <a:srgbClr val="2CA1BE"/>
              </a:buClr>
              <a:buSzPct val="67000"/>
              <a:buChar char=""/>
              <a:tabLst>
                <a:tab pos="203200" algn="l"/>
              </a:tabLst>
              <a:defRPr/>
            </a:pPr>
            <a:r>
              <a:rPr lang="en-US" b="false" i="false" strike="noStrike" u="none" sz="2100">
                <a:solidFill>
                  <a:srgbClr val="1F2329"/>
                </a:solidFill>
                <a:latin typeface="Times New Roman"/>
                <a:ea typeface="Times New Roman"/>
                <a:cs typeface="Times New Roman"/>
                <a:sym typeface="Times New Roman"/>
              </a:rPr>
              <a:t>Evaluates</a:t>
            </a:r>
            <a:r>
              <a:rPr lang="en-US" b="false" i="false" strike="noStrike" u="none" sz="2100" spc="45">
                <a:solidFill>
                  <a:srgbClr val="1F2329"/>
                </a:solidFill>
                <a:latin typeface="Times New Roman"/>
                <a:ea typeface="Times New Roman"/>
                <a:cs typeface="Times New Roman"/>
                <a:sym typeface="Times New Roman"/>
              </a:rPr>
              <a:t> </a:t>
            </a:r>
            <a:r>
              <a:rPr lang="en-US" b="false" i="false" strike="noStrike" u="none" sz="2100" spc="75">
                <a:solidFill>
                  <a:srgbClr val="1F2329"/>
                </a:solidFill>
                <a:latin typeface="Times New Roman"/>
                <a:ea typeface="Times New Roman"/>
                <a:cs typeface="Times New Roman"/>
                <a:sym typeface="Times New Roman"/>
              </a:rPr>
              <a:t>to</a:t>
            </a:r>
            <a:r>
              <a:rPr lang="en-US" b="false" i="false" strike="noStrike" u="none" sz="2100" spc="-25">
                <a:solidFill>
                  <a:srgbClr val="1F2329"/>
                </a:solidFill>
                <a:latin typeface="Times New Roman"/>
                <a:ea typeface="Times New Roman"/>
                <a:cs typeface="Times New Roman"/>
                <a:sym typeface="Times New Roman"/>
              </a:rPr>
              <a:t> </a:t>
            </a:r>
            <a:r>
              <a:rPr lang="en-US" b="false" i="false" strike="noStrike" u="none" sz="2100" spc="80">
                <a:solidFill>
                  <a:srgbClr val="1F2329"/>
                </a:solidFill>
                <a:latin typeface="Times New Roman"/>
                <a:ea typeface="Times New Roman"/>
                <a:cs typeface="Times New Roman"/>
                <a:sym typeface="Times New Roman"/>
              </a:rPr>
              <a:t>the string</a:t>
            </a:r>
            <a:r>
              <a:rPr lang="en-US" b="false" i="false" strike="noStrike" u="none" sz="2100" spc="-120">
                <a:solidFill>
                  <a:srgbClr val="1F2329"/>
                </a:solidFill>
                <a:latin typeface="Times New Roman"/>
                <a:ea typeface="Times New Roman"/>
                <a:cs typeface="Times New Roman"/>
                <a:sym typeface="Times New Roman"/>
              </a:rPr>
              <a:t> </a:t>
            </a:r>
            <a:r>
              <a:rPr lang="en-US" b="false" i="false" strike="noStrike" u="none" sz="2100" spc="-150">
                <a:solidFill>
                  <a:srgbClr val="1F2329"/>
                </a:solidFill>
                <a:latin typeface="Monaco"/>
                <a:ea typeface="Monaco"/>
                <a:cs typeface="Monaco"/>
                <a:sym typeface="Monaco"/>
              </a:rPr>
              <a:t>"Passed"</a:t>
            </a:r>
            <a:r>
              <a:rPr lang="en-US" b="false" i="false" strike="noStrike" u="none" sz="2100" spc="-545">
                <a:solidFill>
                  <a:srgbClr val="1F2329"/>
                </a:solidFill>
                <a:latin typeface="Monaco"/>
                <a:ea typeface="Monaco"/>
                <a:cs typeface="Monaco"/>
                <a:sym typeface="Monaco"/>
              </a:rPr>
              <a:t> </a:t>
            </a:r>
            <a:r>
              <a:rPr lang="en-US" b="false" i="false" strike="noStrike" u="none" sz="2100">
                <a:solidFill>
                  <a:srgbClr val="1F2329"/>
                </a:solidFill>
                <a:latin typeface="Times New Roman"/>
                <a:ea typeface="Times New Roman"/>
                <a:cs typeface="Times New Roman"/>
                <a:sym typeface="Times New Roman"/>
              </a:rPr>
              <a:t>if</a:t>
            </a:r>
            <a:r>
              <a:rPr lang="en-US" b="false" i="false" strike="noStrike" u="none" sz="2100" spc="5">
                <a:solidFill>
                  <a:srgbClr val="1F2329"/>
                </a:solidFill>
                <a:latin typeface="Times New Roman"/>
                <a:ea typeface="Times New Roman"/>
                <a:cs typeface="Times New Roman"/>
                <a:sym typeface="Times New Roman"/>
              </a:rPr>
              <a:t> </a:t>
            </a:r>
            <a:r>
              <a:rPr lang="en-US" b="false" i="false" strike="noStrike" u="none" sz="2100" spc="75">
                <a:solidFill>
                  <a:srgbClr val="1F2329"/>
                </a:solidFill>
                <a:latin typeface="Times New Roman"/>
                <a:ea typeface="Times New Roman"/>
                <a:cs typeface="Times New Roman"/>
                <a:sym typeface="Times New Roman"/>
              </a:rPr>
              <a:t>the</a:t>
            </a:r>
            <a:r>
              <a:rPr lang="en-US" b="false" i="false" strike="noStrike" u="none" sz="2100" spc="85">
                <a:solidFill>
                  <a:srgbClr val="1F2329"/>
                </a:solidFill>
                <a:latin typeface="Times New Roman"/>
                <a:ea typeface="Times New Roman"/>
                <a:cs typeface="Times New Roman"/>
                <a:sym typeface="Times New Roman"/>
              </a:rPr>
              <a:t> </a:t>
            </a:r>
            <a:r>
              <a:rPr lang="en-US" b="false" i="false" strike="noStrike" u="none" sz="2100" spc="-145">
                <a:solidFill>
                  <a:srgbClr val="1F2329"/>
                </a:solidFill>
                <a:latin typeface="Monaco"/>
                <a:ea typeface="Monaco"/>
                <a:cs typeface="Monaco"/>
                <a:sym typeface="Monaco"/>
              </a:rPr>
              <a:t>boolean</a:t>
            </a:r>
            <a:r>
              <a:rPr lang="en-US" b="false" i="false" strike="noStrike" u="none" sz="2100" spc="-645">
                <a:solidFill>
                  <a:srgbClr val="1F2329"/>
                </a:solidFill>
                <a:latin typeface="Monaco"/>
                <a:ea typeface="Monaco"/>
                <a:cs typeface="Monaco"/>
                <a:sym typeface="Monaco"/>
              </a:rPr>
              <a:t> </a:t>
            </a:r>
            <a:r>
              <a:rPr lang="en-US" b="false" i="false" strike="noStrike" u="none" sz="2100" spc="85">
                <a:solidFill>
                  <a:srgbClr val="1F2329"/>
                </a:solidFill>
                <a:latin typeface="Times New Roman"/>
                <a:ea typeface="Times New Roman"/>
                <a:cs typeface="Times New Roman"/>
                <a:sym typeface="Times New Roman"/>
              </a:rPr>
              <a:t>expression</a:t>
            </a:r>
            <a:r>
              <a:rPr lang="en-US" b="false" i="false" strike="noStrike" u="none" sz="2100" spc="-60">
                <a:solidFill>
                  <a:srgbClr val="1F2329"/>
                </a:solidFill>
                <a:latin typeface="Times New Roman"/>
                <a:ea typeface="Times New Roman"/>
                <a:cs typeface="Times New Roman"/>
                <a:sym typeface="Times New Roman"/>
              </a:rPr>
              <a:t> </a:t>
            </a:r>
            <a:r>
              <a:rPr lang="en-US" b="false" i="false" strike="noStrike" u="none" sz="2100" spc="-155">
                <a:solidFill>
                  <a:srgbClr val="1F2329"/>
                </a:solidFill>
                <a:latin typeface="Monaco"/>
                <a:ea typeface="Monaco"/>
                <a:cs typeface="Monaco"/>
                <a:sym typeface="Monaco"/>
              </a:rPr>
              <a:t>studentGrade</a:t>
            </a:r>
            <a:r>
              <a:rPr lang="en-US" b="false" i="false" strike="noStrike" u="none" sz="2100" spc="-625">
                <a:solidFill>
                  <a:srgbClr val="1F2329"/>
                </a:solidFill>
                <a:latin typeface="Monaco"/>
                <a:ea typeface="Monaco"/>
                <a:cs typeface="Monaco"/>
                <a:sym typeface="Monaco"/>
              </a:rPr>
              <a:t> </a:t>
            </a:r>
            <a:r>
              <a:rPr lang="en-US" b="false" i="false" strike="noStrike" u="none" sz="2100" spc="-135">
                <a:solidFill>
                  <a:srgbClr val="1F2329"/>
                </a:solidFill>
                <a:latin typeface="Monaco"/>
                <a:ea typeface="Monaco"/>
                <a:cs typeface="Monaco"/>
                <a:sym typeface="Monaco"/>
              </a:rPr>
              <a:t>&gt;=</a:t>
            </a:r>
            <a:r>
              <a:rPr lang="en-US" b="false" i="false" strike="noStrike" u="none" sz="2100" spc="-720">
                <a:solidFill>
                  <a:srgbClr val="1F2329"/>
                </a:solidFill>
                <a:latin typeface="Monaco"/>
                <a:ea typeface="Monaco"/>
                <a:cs typeface="Monaco"/>
                <a:sym typeface="Monaco"/>
              </a:rPr>
              <a:t> </a:t>
            </a:r>
            <a:r>
              <a:rPr lang="en-US" b="false" i="false" strike="noStrike" u="none" sz="2100" spc="-135">
                <a:solidFill>
                  <a:srgbClr val="1F2329"/>
                </a:solidFill>
                <a:latin typeface="Monaco"/>
                <a:ea typeface="Monaco"/>
                <a:cs typeface="Monaco"/>
                <a:sym typeface="Monaco"/>
              </a:rPr>
              <a:t>60</a:t>
            </a:r>
            <a:r>
              <a:rPr lang="en-US" b="false" i="false" strike="noStrike" u="none" sz="2100" spc="-805">
                <a:solidFill>
                  <a:srgbClr val="1F2329"/>
                </a:solidFill>
                <a:latin typeface="Monaco"/>
                <a:ea typeface="Monaco"/>
                <a:cs typeface="Monaco"/>
                <a:sym typeface="Monaco"/>
              </a:rPr>
              <a:t> </a:t>
            </a:r>
            <a:r>
              <a:rPr lang="en-US" b="false" i="false" strike="noStrike" u="none" sz="2100">
                <a:solidFill>
                  <a:srgbClr val="1F2329"/>
                </a:solidFill>
                <a:latin typeface="Times New Roman"/>
                <a:ea typeface="Times New Roman"/>
                <a:cs typeface="Times New Roman"/>
                <a:sym typeface="Times New Roman"/>
              </a:rPr>
              <a:t>is</a:t>
            </a:r>
            <a:r>
              <a:rPr lang="en-US" b="false" i="false" strike="noStrike" u="none" sz="2100" spc="-40">
                <a:solidFill>
                  <a:srgbClr val="1F2329"/>
                </a:solidFill>
                <a:latin typeface="Times New Roman"/>
                <a:ea typeface="Times New Roman"/>
                <a:cs typeface="Times New Roman"/>
                <a:sym typeface="Times New Roman"/>
              </a:rPr>
              <a:t> </a:t>
            </a:r>
            <a:r>
              <a:rPr lang="en-US" b="false" i="false" strike="noStrike" u="none" sz="2100" spc="85">
                <a:solidFill>
                  <a:srgbClr val="1F2329"/>
                </a:solidFill>
                <a:latin typeface="Times New Roman"/>
                <a:ea typeface="Times New Roman"/>
                <a:cs typeface="Times New Roman"/>
                <a:sym typeface="Times New Roman"/>
              </a:rPr>
              <a:t>true </a:t>
            </a:r>
            <a:r>
              <a:rPr lang="en-US" b="false" i="false" strike="noStrike" u="none" sz="2100" spc="120">
                <a:solidFill>
                  <a:srgbClr val="1F2329"/>
                </a:solidFill>
                <a:latin typeface="Times New Roman"/>
                <a:ea typeface="Times New Roman"/>
                <a:cs typeface="Times New Roman"/>
                <a:sym typeface="Times New Roman"/>
              </a:rPr>
              <a:t>and</a:t>
            </a:r>
            <a:r>
              <a:rPr lang="en-US" b="false" i="false" strike="noStrike" u="none" sz="2100" spc="-105">
                <a:solidFill>
                  <a:srgbClr val="1F2329"/>
                </a:solidFill>
                <a:latin typeface="Times New Roman"/>
                <a:ea typeface="Times New Roman"/>
                <a:cs typeface="Times New Roman"/>
                <a:sym typeface="Times New Roman"/>
              </a:rPr>
              <a:t> </a:t>
            </a:r>
            <a:r>
              <a:rPr lang="en-US" b="false" i="false" strike="noStrike" u="none" sz="2100" spc="75">
                <a:solidFill>
                  <a:srgbClr val="1F2329"/>
                </a:solidFill>
                <a:latin typeface="Times New Roman"/>
                <a:ea typeface="Times New Roman"/>
                <a:cs typeface="Times New Roman"/>
                <a:sym typeface="Times New Roman"/>
              </a:rPr>
              <a:t>to</a:t>
            </a:r>
            <a:r>
              <a:rPr lang="en-US" b="false" i="false" strike="noStrike" u="none" sz="2100" spc="-55">
                <a:solidFill>
                  <a:srgbClr val="1F2329"/>
                </a:solidFill>
                <a:latin typeface="Times New Roman"/>
                <a:ea typeface="Times New Roman"/>
                <a:cs typeface="Times New Roman"/>
                <a:sym typeface="Times New Roman"/>
              </a:rPr>
              <a:t> </a:t>
            </a:r>
            <a:r>
              <a:rPr lang="en-US" b="false" i="false" strike="noStrike" u="none" sz="2100" spc="80">
                <a:solidFill>
                  <a:srgbClr val="1F2329"/>
                </a:solidFill>
                <a:latin typeface="Times New Roman"/>
                <a:ea typeface="Times New Roman"/>
                <a:cs typeface="Times New Roman"/>
                <a:sym typeface="Times New Roman"/>
              </a:rPr>
              <a:t>the</a:t>
            </a:r>
            <a:r>
              <a:rPr lang="en-US" b="false" i="false" strike="noStrike" u="none" sz="2100" spc="40">
                <a:solidFill>
                  <a:srgbClr val="1F2329"/>
                </a:solidFill>
                <a:latin typeface="Times New Roman"/>
                <a:ea typeface="Times New Roman"/>
                <a:cs typeface="Times New Roman"/>
                <a:sym typeface="Times New Roman"/>
              </a:rPr>
              <a:t> </a:t>
            </a:r>
            <a:r>
              <a:rPr lang="en-US" b="false" i="false" strike="noStrike" u="none" sz="2100" spc="80">
                <a:solidFill>
                  <a:srgbClr val="1F2329"/>
                </a:solidFill>
                <a:latin typeface="Times New Roman"/>
                <a:ea typeface="Times New Roman"/>
                <a:cs typeface="Times New Roman"/>
                <a:sym typeface="Times New Roman"/>
              </a:rPr>
              <a:t>string</a:t>
            </a:r>
            <a:r>
              <a:rPr lang="en-US" b="false" i="false" strike="noStrike" u="none" sz="2100" spc="-65">
                <a:solidFill>
                  <a:srgbClr val="1F2329"/>
                </a:solidFill>
                <a:latin typeface="Times New Roman"/>
                <a:ea typeface="Times New Roman"/>
                <a:cs typeface="Times New Roman"/>
                <a:sym typeface="Times New Roman"/>
              </a:rPr>
              <a:t> </a:t>
            </a:r>
            <a:r>
              <a:rPr lang="en-US" b="false" i="false" strike="noStrike" u="none" sz="2100" spc="-150">
                <a:solidFill>
                  <a:srgbClr val="1F2329"/>
                </a:solidFill>
                <a:latin typeface="Monaco"/>
                <a:ea typeface="Monaco"/>
                <a:cs typeface="Monaco"/>
                <a:sym typeface="Monaco"/>
              </a:rPr>
              <a:t>"Failed"</a:t>
            </a:r>
            <a:r>
              <a:rPr lang="en-US" b="false" i="false" strike="noStrike" u="none" sz="2100" spc="-670">
                <a:solidFill>
                  <a:srgbClr val="1F2329"/>
                </a:solidFill>
                <a:latin typeface="Monaco"/>
                <a:ea typeface="Monaco"/>
                <a:cs typeface="Monaco"/>
                <a:sym typeface="Monaco"/>
              </a:rPr>
              <a:t> </a:t>
            </a:r>
            <a:r>
              <a:rPr lang="en-US" b="false" i="false" strike="noStrike" u="none" sz="2100">
                <a:solidFill>
                  <a:srgbClr val="1F2329"/>
                </a:solidFill>
                <a:latin typeface="Times New Roman"/>
                <a:ea typeface="Times New Roman"/>
                <a:cs typeface="Times New Roman"/>
                <a:sym typeface="Times New Roman"/>
              </a:rPr>
              <a:t>if</a:t>
            </a:r>
            <a:r>
              <a:rPr lang="en-US" b="false" i="false" strike="noStrike" u="none" sz="2100" spc="-25">
                <a:solidFill>
                  <a:srgbClr val="1F2329"/>
                </a:solidFill>
                <a:latin typeface="Times New Roman"/>
                <a:ea typeface="Times New Roman"/>
                <a:cs typeface="Times New Roman"/>
                <a:sym typeface="Times New Roman"/>
              </a:rPr>
              <a:t> </a:t>
            </a:r>
            <a:r>
              <a:rPr lang="en-US" b="false" i="false" strike="noStrike" u="none" sz="2100" spc="60">
                <a:solidFill>
                  <a:srgbClr val="1F2329"/>
                </a:solidFill>
                <a:latin typeface="Times New Roman"/>
                <a:ea typeface="Times New Roman"/>
                <a:cs typeface="Times New Roman"/>
                <a:sym typeface="Times New Roman"/>
              </a:rPr>
              <a:t>it</a:t>
            </a:r>
            <a:r>
              <a:rPr lang="en-US" b="false" i="false" strike="noStrike" u="none" sz="2100" spc="-105">
                <a:solidFill>
                  <a:srgbClr val="1F2329"/>
                </a:solidFill>
                <a:latin typeface="Times New Roman"/>
                <a:ea typeface="Times New Roman"/>
                <a:cs typeface="Times New Roman"/>
                <a:sym typeface="Times New Roman"/>
              </a:rPr>
              <a:t> </a:t>
            </a:r>
            <a:r>
              <a:rPr lang="en-US" b="false" i="false" strike="noStrike" u="none" sz="2100">
                <a:solidFill>
                  <a:srgbClr val="1F2329"/>
                </a:solidFill>
                <a:latin typeface="Times New Roman"/>
                <a:ea typeface="Times New Roman"/>
                <a:cs typeface="Times New Roman"/>
                <a:sym typeface="Times New Roman"/>
              </a:rPr>
              <a:t>is</a:t>
            </a:r>
            <a:r>
              <a:rPr lang="en-US" b="false" i="false" strike="noStrike" u="none" sz="2100" spc="-70">
                <a:solidFill>
                  <a:srgbClr val="1F2329"/>
                </a:solidFill>
                <a:latin typeface="Times New Roman"/>
                <a:ea typeface="Times New Roman"/>
                <a:cs typeface="Times New Roman"/>
                <a:sym typeface="Times New Roman"/>
              </a:rPr>
              <a:t> </a:t>
            </a:r>
            <a:r>
              <a:rPr lang="en-US" b="false" i="false" strike="noStrike" u="none" sz="2100" spc="-10">
                <a:solidFill>
                  <a:srgbClr val="1F2329"/>
                </a:solidFill>
                <a:latin typeface="Times New Roman"/>
                <a:ea typeface="Times New Roman"/>
                <a:cs typeface="Times New Roman"/>
                <a:sym typeface="Times New Roman"/>
              </a:rPr>
              <a:t>false.</a:t>
            </a:r>
            <a:endParaRPr lang="en-US" sz="1100"/>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pic>
        <p:nvPicPr>
          <p:cNvPr name="Picture 2" id="2"/>
          <p:cNvPicPr>
            <a:picLocks noChangeAspect="true"/>
          </p:cNvPicPr>
          <p:nvPr/>
        </p:nvPicPr>
        <p:blipFill>
          <a:blip r:embed="rId2"/>
          <a:srcRect l="0" r="0" t="0" b="0"/>
          <a:stretch>
            <a:fillRect/>
          </a:stretch>
        </p:blipFill>
        <p:spPr>
          <a:xfrm rot="0" flipH="false" flipV="false">
            <a:off x="704827" y="733104"/>
            <a:ext cx="3862496" cy="310077"/>
          </a:xfrm>
          <a:prstGeom prst="rect">
            <a:avLst/>
          </a:prstGeom>
          <a:ln w="12700">
            <a:noFill/>
            <a:prstDash val="solid"/>
          </a:ln>
        </p:spPr>
      </p:pic>
      <p:sp>
        <p:nvSpPr>
          <p:cNvPr name="AutoShape 3" id="3"/>
          <p:cNvSpPr/>
          <p:nvPr>
            <p:ph idx="26" type="body" sz="quarter" hasCustomPrompt="true"/>
          </p:nvPr>
        </p:nvSpPr>
        <p:spPr>
          <a:prstGeom prst="rect">
            <a:avLst/>
          </a:prstGeom>
        </p:spPr>
        <p:txBody>
          <a:bodyPr anchor="t" vert="horz" wrap="square" lIns="0" rIns="0" tIns="0" bIns="0">
            <a:spAutoFit/>
          </a:bodyPr>
          <a:lstStyle>
            <a:lvl1pPr algn="l">
              <a:lnSpc>
                <a:spcPts val="815"/>
              </a:lnSpc>
              <a:defRPr sz="750" b="false" i="false" u="none" strike="noStrike" spc="0">
                <a:solidFill>
                  <a:srgbClr val="000000">
                    <a:alpha val="100000"/>
                  </a:srgbClr>
                </a:solidFill>
                <a:latin typeface="Arial"/>
              </a:defRPr>
            </a:lvl1pPr>
          </a:lstStyle>
          <a:p>
            <a:pPr algn="l" marL="12700" indent="0">
              <a:lnSpc>
                <a:spcPts val="815"/>
              </a:lnSpc>
            </a:pPr>
            <a:r>
              <a:rPr lang="en-US" b="false" i="false" strike="noStrike" u="none" sz="750" spc="-35">
                <a:solidFill>
                  <a:srgbClr val="000000"/>
                </a:solidFill>
                <a:latin typeface="Arial"/>
                <a:ea typeface="Arial"/>
                <a:cs typeface="Arial"/>
                <a:sym typeface="Arial"/>
              </a:rPr>
              <a:t>Copyright</a:t>
            </a:r>
            <a:r>
              <a:rPr lang="en-US" b="false" i="false" strike="noStrike" u="none" sz="750" spc="25">
                <a:solidFill>
                  <a:srgbClr val="000000"/>
                </a:solidFill>
                <a:latin typeface="Arial"/>
                <a:ea typeface="Arial"/>
                <a:cs typeface="Arial"/>
                <a:sym typeface="Arial"/>
              </a:rPr>
              <a:t> </a:t>
            </a:r>
            <a:r>
              <a:rPr lang="en-US" b="false" i="false" strike="noStrike" u="none" sz="750" spc="75">
                <a:solidFill>
                  <a:srgbClr val="000000"/>
                </a:solidFill>
                <a:latin typeface="Arial"/>
                <a:ea typeface="Arial"/>
                <a:cs typeface="Arial"/>
                <a:sym typeface="Arial"/>
              </a:rPr>
              <a:t>©</a:t>
            </a:r>
            <a:r>
              <a:rPr lang="en-US" b="false" i="false" strike="noStrike" u="none" sz="750" spc="-20">
                <a:solidFill>
                  <a:srgbClr val="000000"/>
                </a:solidFill>
                <a:latin typeface="Arial"/>
                <a:ea typeface="Arial"/>
                <a:cs typeface="Arial"/>
                <a:sym typeface="Arial"/>
              </a:rPr>
              <a:t> </a:t>
            </a:r>
            <a:r>
              <a:rPr lang="en-US" b="false" i="false" strike="noStrike" u="none" sz="750" spc="-45">
                <a:solidFill>
                  <a:srgbClr val="000000"/>
                </a:solidFill>
                <a:latin typeface="Arial"/>
                <a:ea typeface="Arial"/>
                <a:cs typeface="Arial"/>
                <a:sym typeface="Arial"/>
              </a:rPr>
              <a:t>2020</a:t>
            </a:r>
            <a:r>
              <a:rPr lang="en-US" b="false" i="false" strike="noStrike" u="none" sz="750" spc="-60">
                <a:solidFill>
                  <a:srgbClr val="000000"/>
                </a:solidFill>
                <a:latin typeface="Arial"/>
                <a:ea typeface="Arial"/>
                <a:cs typeface="Arial"/>
                <a:sym typeface="Arial"/>
              </a:rPr>
              <a:t> </a:t>
            </a:r>
            <a:r>
              <a:rPr lang="en-US" b="false" i="false" strike="noStrike" u="none" sz="750" spc="-55">
                <a:solidFill>
                  <a:srgbClr val="000000"/>
                </a:solidFill>
                <a:latin typeface="Arial"/>
                <a:ea typeface="Arial"/>
                <a:cs typeface="Arial"/>
                <a:sym typeface="Arial"/>
              </a:rPr>
              <a:t>Pearson</a:t>
            </a:r>
            <a:r>
              <a:rPr lang="en-US" b="false" i="false" strike="noStrike" u="none" sz="750">
                <a:solidFill>
                  <a:srgbClr val="000000"/>
                </a:solidFill>
                <a:latin typeface="Arial"/>
                <a:ea typeface="Arial"/>
                <a:cs typeface="Arial"/>
                <a:sym typeface="Arial"/>
              </a:rPr>
              <a:t> </a:t>
            </a:r>
            <a:r>
              <a:rPr lang="en-US" b="false" i="false" strike="noStrike" u="none" sz="750" spc="-40">
                <a:solidFill>
                  <a:srgbClr val="000000"/>
                </a:solidFill>
                <a:latin typeface="Arial"/>
                <a:ea typeface="Arial"/>
                <a:cs typeface="Arial"/>
                <a:sym typeface="Arial"/>
              </a:rPr>
              <a:t>Education</a:t>
            </a:r>
            <a:r>
              <a:rPr lang="en-US" b="false" i="false" strike="noStrike" u="none" sz="750" spc="60">
                <a:solidFill>
                  <a:srgbClr val="000000"/>
                </a:solidFill>
                <a:latin typeface="Arial"/>
                <a:ea typeface="Arial"/>
                <a:cs typeface="Arial"/>
                <a:sym typeface="Arial"/>
              </a:rPr>
              <a:t> </a:t>
            </a:r>
            <a:r>
              <a:rPr lang="en-US" b="false" i="false" strike="noStrike" u="none" sz="750" spc="-25">
                <a:solidFill>
                  <a:srgbClr val="000000"/>
                </a:solidFill>
                <a:latin typeface="Arial"/>
                <a:ea typeface="Arial"/>
                <a:cs typeface="Arial"/>
                <a:sym typeface="Arial"/>
              </a:rPr>
              <a:t>Ltd.</a:t>
            </a:r>
            <a:r>
              <a:rPr lang="en-US" b="false" i="false" strike="noStrike" u="none" sz="750" spc="35">
                <a:solidFill>
                  <a:srgbClr val="000000"/>
                </a:solidFill>
                <a:latin typeface="Arial"/>
                <a:ea typeface="Arial"/>
                <a:cs typeface="Arial"/>
                <a:sym typeface="Arial"/>
              </a:rPr>
              <a:t> </a:t>
            </a:r>
            <a:r>
              <a:rPr lang="en-US" b="false" i="false" strike="noStrike" u="none" sz="750" spc="-10">
                <a:solidFill>
                  <a:srgbClr val="000000"/>
                </a:solidFill>
                <a:latin typeface="Arial"/>
                <a:ea typeface="Arial"/>
                <a:cs typeface="Arial"/>
                <a:sym typeface="Arial"/>
              </a:rPr>
              <a:t>All</a:t>
            </a:r>
            <a:r>
              <a:rPr lang="en-US" b="false" i="false" strike="noStrike" u="none" sz="750" spc="-20">
                <a:solidFill>
                  <a:srgbClr val="000000"/>
                </a:solidFill>
                <a:latin typeface="Arial"/>
                <a:ea typeface="Arial"/>
                <a:cs typeface="Arial"/>
                <a:sym typeface="Arial"/>
              </a:rPr>
              <a:t> </a:t>
            </a:r>
            <a:r>
              <a:rPr lang="en-US" b="false" i="false" strike="noStrike" u="none" sz="750" spc="-50">
                <a:solidFill>
                  <a:srgbClr val="000000"/>
                </a:solidFill>
                <a:latin typeface="Arial"/>
                <a:ea typeface="Arial"/>
                <a:cs typeface="Arial"/>
                <a:sym typeface="Arial"/>
              </a:rPr>
              <a:t>Rights</a:t>
            </a:r>
            <a:r>
              <a:rPr lang="en-US" b="false" i="false" strike="noStrike" u="none" sz="750" spc="15">
                <a:solidFill>
                  <a:srgbClr val="000000"/>
                </a:solidFill>
                <a:latin typeface="Arial"/>
                <a:ea typeface="Arial"/>
                <a:cs typeface="Arial"/>
                <a:sym typeface="Arial"/>
              </a:rPr>
              <a:t> </a:t>
            </a:r>
            <a:r>
              <a:rPr lang="en-US" b="false" i="false" strike="noStrike" u="none" sz="750" spc="-30">
                <a:solidFill>
                  <a:srgbClr val="000000"/>
                </a:solidFill>
                <a:latin typeface="Arial"/>
                <a:ea typeface="Arial"/>
                <a:cs typeface="Arial"/>
                <a:sym typeface="Arial"/>
              </a:rPr>
              <a:t>Reserved</a:t>
            </a:r>
          </a:p>
        </p:txBody>
      </p:sp>
      <p:pic>
        <p:nvPicPr>
          <p:cNvPr name="Picture 4" id="4"/>
          <p:cNvPicPr>
            <a:picLocks noChangeAspect="true"/>
          </p:cNvPicPr>
          <p:nvPr/>
        </p:nvPicPr>
        <p:blipFill>
          <a:blip r:embed="rId3"/>
          <a:srcRect l="24510" r="0" t="14117" b="38823"/>
          <a:stretch>
            <a:fillRect/>
          </a:stretch>
        </p:blipFill>
        <p:spPr>
          <a:xfrm rot="0" flipH="false" flipV="false">
            <a:off x="2665876" y="1797684"/>
            <a:ext cx="7316324" cy="2850516"/>
          </a:xfrm>
          <a:prstGeom prst="rect">
            <a:avLst/>
          </a:prstGeom>
          <a:ln w="12700">
            <a:noFill/>
            <a:prstDash val="solid"/>
          </a:ln>
        </p:spPr>
      </p:pic>
    </p:spTree>
  </p:cSld>
  <p:clrMapOvr>
    <a:masterClrMapping/>
  </p:clrMapOvr>
</p:sld>
</file>

<file path=ppt/slides/slide3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ph idx="11" type="body" sz="quarter" hasCustomPrompt="true"/>
          </p:nvPr>
        </p:nvSpPr>
        <p:spPr>
          <a:xfrm rot="0" flipH="false" flipV="false">
            <a:off x="669925" y="279399"/>
            <a:ext cx="4829810" cy="469359"/>
          </a:xfrm>
          <a:prstGeom prst="rect">
            <a:avLst/>
          </a:prstGeom>
        </p:spPr>
        <p:txBody>
          <a:bodyPr anchor="t" wrap="square" lIns="0" rIns="0" tIns="0" bIns="0">
            <a:spAutoFit/>
          </a:bodyPr>
          <a:lstStyle>
            <a:lvl1pPr algn="l">
              <a:lnSpc>
                <a:spcPct val="100000"/>
              </a:lnSpc>
              <a:defRPr sz="3050" b="true" i="false" u="none" strike="noStrike" spc="0">
                <a:solidFill>
                  <a:srgbClr val="464646">
                    <a:alpha val="100000"/>
                  </a:srgbClr>
                </a:solidFill>
                <a:latin typeface="Times New Roman"/>
              </a:defRPr>
            </a:lvl1pPr>
          </a:lstStyle>
          <a:p>
            <a:pPr algn="l" marL="0" indent="0">
              <a:lnSpc>
                <a:spcPct val="100000"/>
              </a:lnSpc>
            </a:pPr>
            <a:r>
              <a:rPr lang="en-US" b="true" i="false" strike="noStrike" u="none" sz="3050">
                <a:solidFill>
                  <a:srgbClr val="464646"/>
                </a:solidFill>
                <a:latin typeface="Times New Roman"/>
                <a:ea typeface="Times New Roman"/>
                <a:cs typeface="Times New Roman"/>
                <a:sym typeface="Times New Roman"/>
              </a:rPr>
              <a:t>Switch operator</a:t>
            </a:r>
          </a:p>
        </p:txBody>
      </p:sp>
      <p:sp>
        <p:nvSpPr>
          <p:cNvPr name="AutoShape 3" id="3"/>
          <p:cNvSpPr/>
          <p:nvPr/>
        </p:nvSpPr>
        <p:spPr>
          <a:xfrm rot="0" flipH="false" flipV="false">
            <a:off x="3048000" y="2693964"/>
            <a:ext cx="6096000" cy="1477328"/>
          </a:xfrm>
          <a:prstGeom prst="rect">
            <a:avLst/>
          </a:prstGeom>
          <a:noFill/>
          <a:ln w="12700">
            <a:noFill/>
            <a:prstDash val="solid"/>
          </a:ln>
        </p:spPr>
        <p:txBody>
          <a:bodyPr anchor="t" rtlCol="false" wrap="square" lIns="91440" rIns="91440" tIns="45720" bIns="45720">
            <a:spAutoFit/>
          </a:bodyPr>
          <a:lstStyle/>
          <a:p>
            <a:pPr algn="l" marL="0" indent="0">
              <a:lnSpc>
                <a:spcPct val="100000"/>
              </a:lnSpc>
              <a:defRPr/>
            </a:pPr>
            <a:r>
              <a:rPr lang="en-US" b="false" i="false" strike="noStrike" u="none" sz="100">
                <a:solidFill>
                  <a:srgbClr val="1F2329"/>
                </a:solidFill>
                <a:latin typeface="Calibri"/>
                <a:ea typeface="Calibri"/>
                <a:cs typeface="Calibri"/>
                <a:sym typeface="Calibri"/>
              </a:rPr>
              <a:t>A </a:t>
            </a:r>
            <a:r>
              <a:rPr lang="en-US" b="true" i="false" strike="noStrike" u="none" sz="100">
                <a:solidFill>
                  <a:srgbClr val="1F2329"/>
                </a:solidFill>
                <a:latin typeface="Calibri"/>
                <a:ea typeface="Calibri"/>
                <a:cs typeface="Calibri"/>
                <a:sym typeface="Calibri"/>
              </a:rPr>
              <a:t>switch</a:t>
            </a:r>
            <a:r>
              <a:rPr lang="en-US" b="false" i="false" strike="noStrike" u="none" sz="100">
                <a:solidFill>
                  <a:srgbClr val="1F2329"/>
                </a:solidFill>
                <a:latin typeface="Calibri"/>
                <a:ea typeface="Calibri"/>
                <a:cs typeface="Calibri"/>
                <a:sym typeface="Calibri"/>
              </a:rPr>
              <a:t> (often called a </a:t>
            </a:r>
            <a:r>
              <a:rPr lang="en-US" b="false" i="true" strike="noStrike" u="none" sz="100">
                <a:solidFill>
                  <a:srgbClr val="1F2329"/>
                </a:solidFill>
                <a:latin typeface="Calibri"/>
                <a:ea typeface="Calibri"/>
                <a:cs typeface="Calibri"/>
                <a:sym typeface="Calibri"/>
              </a:rPr>
              <a:t>switch statement</a:t>
            </a:r>
            <a:r>
              <a:rPr lang="en-US" b="false" i="false" strike="noStrike" u="none" sz="100">
                <a:solidFill>
                  <a:srgbClr val="1F2329"/>
                </a:solidFill>
                <a:latin typeface="Calibri"/>
                <a:ea typeface="Calibri"/>
                <a:cs typeface="Calibri"/>
                <a:sym typeface="Calibri"/>
              </a:rPr>
              <a:t>, not operator) is a control-flow structure used in many programming languages .It allows you to choose one action to execute out of many possible options, based on the value of a single expression.</a:t>
            </a:r>
            <a:endParaRPr lang="en-US" sz="1100"/>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showMasterSp="false">
  <p:cSld>
    <p:spTree>
      <p:nvGrpSpPr>
        <p:cNvPr id="1" name=""/>
        <p:cNvGrpSpPr/>
        <p:nvPr/>
      </p:nvGrpSpPr>
      <p:grpSpPr>
        <a:xfrm>
          <a:off x="0" y="0"/>
          <a:ext cx="0" cy="0"/>
          <a:chOff x="0" y="0"/>
          <a:chExt cx="0" cy="0"/>
        </a:xfrm>
      </p:grpSpPr>
      <p:sp>
        <p:nvSpPr>
          <p:cNvPr name="AutoShape 2" id="2"/>
          <p:cNvSpPr/>
          <p:nvPr/>
        </p:nvSpPr>
        <p:spPr>
          <a:xfrm rot="0" flipH="false" flipV="false">
            <a:off x="688975" y="6610032"/>
            <a:ext cx="2542540" cy="140335"/>
          </a:xfrm>
          <a:prstGeom prst="rect">
            <a:avLst/>
          </a:prstGeom>
          <a:noFill/>
          <a:ln w="12700">
            <a:noFill/>
            <a:prstDash val="solid"/>
          </a:ln>
        </p:spPr>
        <p:txBody>
          <a:bodyPr anchor="t" rtlCol="false" vert="horz" wrap="square" lIns="0" rIns="0" tIns="12700" bIns="0">
            <a:spAutoFit/>
          </a:bodyPr>
          <a:lstStyle/>
          <a:p>
            <a:pPr algn="l" marL="12700" indent="0">
              <a:lnSpc>
                <a:spcPct val="100000"/>
              </a:lnSpc>
              <a:spcBef>
                <a:spcPts val="100"/>
              </a:spcBef>
              <a:defRPr/>
            </a:pPr>
            <a:r>
              <a:rPr lang="en-US" b="false" i="false" strike="noStrike" u="none" sz="750">
                <a:solidFill>
                  <a:srgbClr val="1F2329"/>
                </a:solidFill>
                <a:latin typeface="Times New Roman"/>
                <a:ea typeface="Times New Roman"/>
                <a:cs typeface="Times New Roman"/>
                <a:sym typeface="Times New Roman"/>
              </a:rPr>
              <a:t>Copyright</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a:t>
            </a:r>
            <a:r>
              <a:rPr lang="en-US" b="false" i="false" strike="noStrike" u="none" sz="750" spc="80">
                <a:solidFill>
                  <a:srgbClr val="1F2329"/>
                </a:solidFill>
                <a:latin typeface="Times New Roman"/>
                <a:ea typeface="Times New Roman"/>
                <a:cs typeface="Times New Roman"/>
                <a:sym typeface="Times New Roman"/>
              </a:rPr>
              <a:t> </a:t>
            </a:r>
            <a:r>
              <a:rPr lang="en-US" b="false" i="false" strike="noStrike" u="none" sz="750" spc="60">
                <a:solidFill>
                  <a:srgbClr val="1F2329"/>
                </a:solidFill>
                <a:latin typeface="Times New Roman"/>
                <a:ea typeface="Times New Roman"/>
                <a:cs typeface="Times New Roman"/>
                <a:sym typeface="Times New Roman"/>
              </a:rPr>
              <a:t>2020</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Pearson</a:t>
            </a:r>
            <a:r>
              <a:rPr lang="en-US" b="false" i="false" strike="noStrike" u="none" sz="750" spc="75">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Education</a:t>
            </a:r>
            <a:r>
              <a:rPr lang="en-US" b="false" i="false" strike="noStrike" u="none" sz="750" spc="70">
                <a:solidFill>
                  <a:srgbClr val="1F2329"/>
                </a:solidFill>
                <a:latin typeface="Times New Roman"/>
                <a:ea typeface="Times New Roman"/>
                <a:cs typeface="Times New Roman"/>
                <a:sym typeface="Times New Roman"/>
              </a:rPr>
              <a:t> </a:t>
            </a:r>
            <a:r>
              <a:rPr lang="en-US" b="false" i="false" strike="noStrike" u="none" sz="750" spc="-20">
                <a:solidFill>
                  <a:srgbClr val="1F2329"/>
                </a:solidFill>
                <a:latin typeface="Times New Roman"/>
                <a:ea typeface="Times New Roman"/>
                <a:cs typeface="Times New Roman"/>
                <a:sym typeface="Times New Roman"/>
              </a:rPr>
              <a:t>Ltd.</a:t>
            </a:r>
            <a:r>
              <a:rPr lang="en-US" b="false" i="false" strike="noStrike" u="none" sz="750" spc="20">
                <a:solidFill>
                  <a:srgbClr val="1F2329"/>
                </a:solidFill>
                <a:latin typeface="Times New Roman"/>
                <a:ea typeface="Times New Roman"/>
                <a:cs typeface="Times New Roman"/>
                <a:sym typeface="Times New Roman"/>
              </a:rPr>
              <a:t> </a:t>
            </a:r>
            <a:r>
              <a:rPr lang="en-US" b="false" i="false" strike="noStrike" u="none" sz="750" spc="-30">
                <a:solidFill>
                  <a:srgbClr val="1F2329"/>
                </a:solidFill>
                <a:latin typeface="Times New Roman"/>
                <a:ea typeface="Times New Roman"/>
                <a:cs typeface="Times New Roman"/>
                <a:sym typeface="Times New Roman"/>
              </a:rPr>
              <a:t>All</a:t>
            </a:r>
            <a:r>
              <a:rPr lang="en-US" b="false" i="false" strike="noStrike" u="none" sz="750" spc="60">
                <a:solidFill>
                  <a:srgbClr val="1F2329"/>
                </a:solidFill>
                <a:latin typeface="Times New Roman"/>
                <a:ea typeface="Times New Roman"/>
                <a:cs typeface="Times New Roman"/>
                <a:sym typeface="Times New Roman"/>
              </a:rPr>
              <a:t> </a:t>
            </a:r>
            <a:r>
              <a:rPr lang="en-US" b="false" i="false" strike="noStrike" u="none" sz="750">
                <a:solidFill>
                  <a:srgbClr val="1F2329"/>
                </a:solidFill>
                <a:latin typeface="Times New Roman"/>
                <a:ea typeface="Times New Roman"/>
                <a:cs typeface="Times New Roman"/>
                <a:sym typeface="Times New Roman"/>
              </a:rPr>
              <a:t>Rights</a:t>
            </a:r>
            <a:r>
              <a:rPr lang="en-US" b="false" i="false" strike="noStrike" u="none" sz="750" spc="-10">
                <a:solidFill>
                  <a:srgbClr val="1F2329"/>
                </a:solidFill>
                <a:latin typeface="Times New Roman"/>
                <a:ea typeface="Times New Roman"/>
                <a:cs typeface="Times New Roman"/>
                <a:sym typeface="Times New Roman"/>
              </a:rPr>
              <a:t> Reserved</a:t>
            </a:r>
            <a:endParaRPr lang="en-US" sz="1100"/>
          </a:p>
        </p:txBody>
      </p:sp>
      <p:pic>
        <p:nvPicPr>
          <p:cNvPr name="Picture 3" id="3"/>
          <p:cNvPicPr>
            <a:picLocks noChangeAspect="true"/>
          </p:cNvPicPr>
          <p:nvPr/>
        </p:nvPicPr>
        <p:blipFill>
          <a:blip r:embed="rId2"/>
          <a:srcRect l="0" r="0" t="0" b="0"/>
          <a:stretch>
            <a:fillRect/>
          </a:stretch>
        </p:blipFill>
        <p:spPr>
          <a:xfrm rot="0" flipH="false" flipV="false">
            <a:off x="685064" y="541515"/>
            <a:ext cx="1177844" cy="293670"/>
          </a:xfrm>
          <a:prstGeom prst="rect">
            <a:avLst/>
          </a:prstGeom>
          <a:ln w="12700">
            <a:noFill/>
            <a:prstDash val="solid"/>
          </a:ln>
        </p:spPr>
      </p:pic>
      <p:sp>
        <p:nvSpPr>
          <p:cNvPr name="AutoShape 4" id="4"/>
          <p:cNvSpPr/>
          <p:nvPr>
            <p:ph idx="11" type="body" sz="quarter" hasCustomPrompt="true"/>
          </p:nvPr>
        </p:nvSpPr>
        <p:spPr>
          <a:prstGeom prst="rect">
            <a:avLst/>
          </a:prstGeom>
        </p:spPr>
        <p:txBody>
          <a:bodyPr anchor="t" vert="horz" wrap="square" lIns="0" rIns="0" tIns="141922" bIns="0">
            <a:spAutoFit/>
          </a:bodyPr>
          <a:lstStyle>
            <a:lvl1pPr algn="l">
              <a:lnSpc>
                <a:spcPct val="100000"/>
              </a:lnSpc>
              <a:defRPr sz="3050" b="true" i="false" u="none" strike="noStrike" spc="0">
                <a:solidFill>
                  <a:srgbClr val="464646">
                    <a:alpha val="100000"/>
                  </a:srgbClr>
                </a:solidFill>
                <a:latin typeface="Times New Roman"/>
              </a:defRPr>
            </a:lvl1pPr>
          </a:lstStyle>
          <a:p>
            <a:pPr algn="l" marL="12700" indent="0">
              <a:lnSpc>
                <a:spcPct val="100000"/>
              </a:lnSpc>
              <a:spcBef>
                <a:spcPts val="125"/>
              </a:spcBef>
            </a:pPr>
            <a:r>
              <a:rPr lang="en-US" b="true" i="false" strike="noStrike" u="none" sz="3050" spc="65">
                <a:solidFill>
                  <a:srgbClr val="464646"/>
                </a:solidFill>
                <a:latin typeface="Times New Roman"/>
                <a:ea typeface="Times New Roman"/>
                <a:cs typeface="Times New Roman"/>
                <a:sym typeface="Times New Roman"/>
              </a:rPr>
              <a:t>Switch</a:t>
            </a:r>
          </a:p>
        </p:txBody>
      </p:sp>
      <p:sp>
        <p:nvSpPr>
          <p:cNvPr name="AutoShape 5" id="5"/>
          <p:cNvSpPr/>
          <p:nvPr/>
        </p:nvSpPr>
        <p:spPr>
          <a:xfrm rot="0" flipH="false" flipV="false">
            <a:off x="4025267" y="-228600"/>
            <a:ext cx="5334000" cy="8402300"/>
          </a:xfrm>
          <a:prstGeom prst="rect">
            <a:avLst/>
          </a:prstGeom>
          <a:noFill/>
          <a:ln w="12700">
            <a:noFill/>
            <a:prstDash val="solid"/>
          </a:ln>
        </p:spPr>
        <p:txBody>
          <a:bodyPr anchor="t" rtlCol="false" wrap="square" lIns="91440" rIns="91440" tIns="45720" bIns="45720">
            <a:spAutoFit/>
          </a:bodyPr>
          <a:lstStyle/>
          <a:p>
            <a:pPr algn="l">
              <a:defRPr/>
            </a:pPr>
            <a:br>
              <a:rPr/>
            </a:br>
            <a:r>
              <a:rPr lang="en-US" b="false" i="false" strike="noStrike" u="none" sz="100">
                <a:solidFill>
                  <a:srgbClr val="0033B3"/>
                </a:solidFill>
                <a:latin typeface="JetBrains Mono"/>
                <a:ea typeface="JetBrains Mono"/>
                <a:cs typeface="JetBrains Mono"/>
                <a:sym typeface="JetBrains Mono"/>
              </a:rPr>
              <a:t>import </a:t>
            </a:r>
            <a:r>
              <a:rPr lang="en-US" b="false" i="false" strike="noStrike" u="none" sz="100">
                <a:solidFill>
                  <a:srgbClr val="000000"/>
                </a:solidFill>
                <a:latin typeface="JetBrains Mono"/>
                <a:ea typeface="JetBrains Mono"/>
                <a:cs typeface="JetBrains Mono"/>
                <a:sym typeface="JetBrains Mono"/>
              </a:rPr>
              <a:t>java.util.Scanner</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600">
                <a:solidFill>
                  <a:srgbClr val="1F2329"/>
                </a:solidFill>
                <a:latin typeface="Noto Sans SC"/>
                <a:ea typeface="Noto Sans SC"/>
                <a:cs typeface="Noto Sans SC"/>
                <a:sym typeface="Noto Sans SC"/>
              </a:rPr>
              <a:t/>
            </a:r>
            <a:br>
              <a:rPr lang="en-US" b="false" i="false" strike="noStrike" u="none" sz="1600">
                <a:solidFill>
                  <a:srgbClr val="1F2329"/>
                </a:solidFill>
                <a:latin typeface="Noto Sans SC"/>
                <a:ea typeface="Noto Sans SC"/>
                <a:cs typeface="Noto Sans SC"/>
                <a:sym typeface="Noto Sans SC"/>
              </a:rPr>
            </a:br>
            <a:r>
              <a:rPr lang="en-US" b="false" i="false" strike="noStrike" u="none" sz="100">
                <a:solidFill>
                  <a:srgbClr val="0033B3"/>
                </a:solidFill>
                <a:latin typeface="JetBrains Mono"/>
                <a:ea typeface="JetBrains Mono"/>
                <a:cs typeface="JetBrains Mono"/>
                <a:sym typeface="JetBrains Mono"/>
              </a:rPr>
              <a:t>public class </a:t>
            </a:r>
            <a:r>
              <a:rPr lang="en-US" b="false" i="false" strike="noStrike" u="none" sz="100">
                <a:solidFill>
                  <a:srgbClr val="000000"/>
                </a:solidFill>
                <a:latin typeface="JetBrains Mono"/>
                <a:ea typeface="JetBrains Mono"/>
                <a:cs typeface="JetBrains Mono"/>
                <a:sym typeface="JetBrains Mono"/>
              </a:rPr>
              <a:t>SwitchMonth </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600">
                <a:solidFill>
                  <a:srgbClr val="1F2329"/>
                </a:solidFill>
                <a:latin typeface="Noto Sans SC"/>
                <a:ea typeface="Noto Sans SC"/>
                <a:cs typeface="Noto Sans SC"/>
                <a:sym typeface="Noto Sans SC"/>
              </a:rPr>
              <a:t/>
            </a:r>
            <a:br>
              <a:rPr lang="en-US" b="false" i="false" strike="noStrike" u="none" sz="1600">
                <a:solidFill>
                  <a:srgbClr val="1F2329"/>
                </a:solidFill>
                <a:latin typeface="Noto Sans SC"/>
                <a:ea typeface="Noto Sans SC"/>
                <a:cs typeface="Noto Sans SC"/>
                <a:sym typeface="Noto Sans SC"/>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public static void </a:t>
            </a:r>
            <a:r>
              <a:rPr lang="en-US" b="false" i="false" strike="noStrike" u="none" sz="100">
                <a:solidFill>
                  <a:srgbClr val="00627A"/>
                </a:solidFill>
                <a:latin typeface="JetBrains Mono"/>
                <a:ea typeface="JetBrains Mono"/>
                <a:cs typeface="JetBrains Mono"/>
                <a:sym typeface="JetBrains Mono"/>
              </a:rPr>
              <a:t>main</a:t>
            </a:r>
            <a:r>
              <a:rPr lang="en-US" b="false" i="false" strike="noStrike" u="none" sz="100">
                <a:solidFill>
                  <a:srgbClr val="080808"/>
                </a:solidFill>
                <a:latin typeface="JetBrains Mono"/>
                <a:ea typeface="JetBrains Mono"/>
                <a:cs typeface="JetBrains Mono"/>
                <a:sym typeface="JetBrains Mono"/>
              </a:rPr>
              <a:t>(</a:t>
            </a:r>
            <a:r>
              <a:rPr lang="en-US" b="false" i="false" strike="noStrike" u="none" sz="100">
                <a:solidFill>
                  <a:srgbClr val="000000"/>
                </a:solidFill>
                <a:latin typeface="JetBrains Mono"/>
                <a:ea typeface="JetBrains Mono"/>
                <a:cs typeface="JetBrains Mono"/>
                <a:sym typeface="JetBrains Mono"/>
              </a:rPr>
              <a:t>String</a:t>
            </a: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args</a:t>
            </a:r>
            <a:r>
              <a:rPr lang="en-US" b="false" i="false" strike="noStrike" u="none" sz="100">
                <a:solidFill>
                  <a:srgbClr val="080808"/>
                </a:solidFill>
                <a:latin typeface="JetBrains Mono"/>
                <a:ea typeface="JetBrains Mono"/>
                <a:cs typeface="JetBrains Mono"/>
                <a:sym typeface="JetBrains Mono"/>
              </a:rPr>
              <a:t>) {</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600">
                <a:solidFill>
                  <a:srgbClr val="1F2329"/>
                </a:solidFill>
                <a:latin typeface="Noto Sans SC"/>
                <a:ea typeface="Noto Sans SC"/>
                <a:cs typeface="Noto Sans SC"/>
                <a:sym typeface="Noto Sans SC"/>
              </a:rPr>
              <a:t/>
            </a:r>
            <a:br>
              <a:rPr lang="en-US" b="false" i="false" strike="noStrike" u="none" sz="1600">
                <a:solidFill>
                  <a:srgbClr val="1F2329"/>
                </a:solidFill>
                <a:latin typeface="Noto Sans SC"/>
                <a:ea typeface="Noto Sans SC"/>
                <a:cs typeface="Noto Sans SC"/>
                <a:sym typeface="Noto Sans SC"/>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Scanner sc </a:t>
            </a: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new </a:t>
            </a:r>
            <a:r>
              <a:rPr lang="en-US" b="false" i="false" strike="noStrike" u="none" sz="100">
                <a:solidFill>
                  <a:srgbClr val="080808"/>
                </a:solidFill>
                <a:latin typeface="JetBrains Mono"/>
                <a:ea typeface="JetBrains Mono"/>
                <a:cs typeface="JetBrains Mono"/>
                <a:sym typeface="JetBrains Mono"/>
              </a:rPr>
              <a:t>Scanner(</a:t>
            </a:r>
            <a:r>
              <a:rPr lang="en-US" b="false" i="false" strike="noStrike" u="none" sz="100">
                <a:solidFill>
                  <a:srgbClr val="000000"/>
                </a:solidFill>
                <a:latin typeface="JetBrains Mono"/>
                <a:ea typeface="JetBrains Mono"/>
                <a:cs typeface="JetBrains Mono"/>
                <a:sym typeface="JetBrains Mono"/>
              </a:rPr>
              <a:t>System</a:t>
            </a:r>
            <a:r>
              <a:rPr lang="en-US" b="false" i="false" strike="noStrike" u="none" sz="100">
                <a:solidFill>
                  <a:srgbClr val="080808"/>
                </a:solidFill>
                <a:latin typeface="JetBrains Mono"/>
                <a:ea typeface="JetBrains Mono"/>
                <a:cs typeface="JetBrains Mono"/>
                <a:sym typeface="JetBrains Mono"/>
              </a:rPr>
              <a:t>.</a:t>
            </a:r>
            <a:r>
              <a:rPr lang="en-US" b="false" i="true" strike="noStrike" u="none" sz="100">
                <a:solidFill>
                  <a:srgbClr val="871094"/>
                </a:solidFill>
                <a:latin typeface="JetBrains Mono"/>
                <a:ea typeface="JetBrains Mono"/>
                <a:cs typeface="JetBrains Mono"/>
                <a:sym typeface="JetBrains Mono"/>
              </a:rPr>
              <a:t>in</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600">
                <a:solidFill>
                  <a:srgbClr val="1F2329"/>
                </a:solidFill>
                <a:latin typeface="Noto Sans SC"/>
                <a:ea typeface="Noto Sans SC"/>
                <a:cs typeface="Noto Sans SC"/>
                <a:sym typeface="Noto Sans SC"/>
              </a:rPr>
              <a:t/>
            </a:r>
            <a:br>
              <a:rPr lang="en-US" b="false" i="false" strike="noStrike" u="none" sz="1600">
                <a:solidFill>
                  <a:srgbClr val="1F2329"/>
                </a:solidFill>
                <a:latin typeface="Noto Sans SC"/>
                <a:ea typeface="Noto Sans SC"/>
                <a:cs typeface="Noto Sans SC"/>
                <a:sym typeface="Noto Sans SC"/>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System</a:t>
            </a:r>
            <a:r>
              <a:rPr lang="en-US" b="false" i="false" strike="noStrike" u="none" sz="100">
                <a:solidFill>
                  <a:srgbClr val="080808"/>
                </a:solidFill>
                <a:latin typeface="JetBrains Mono"/>
                <a:ea typeface="JetBrains Mono"/>
                <a:cs typeface="JetBrains Mono"/>
                <a:sym typeface="JetBrains Mono"/>
              </a:rPr>
              <a:t>.</a:t>
            </a:r>
            <a:r>
              <a:rPr lang="en-US" b="false" i="true" strike="noStrike" u="none" sz="100">
                <a:solidFill>
                  <a:srgbClr val="871094"/>
                </a:solidFill>
                <a:latin typeface="JetBrains Mono"/>
                <a:ea typeface="JetBrains Mono"/>
                <a:cs typeface="JetBrains Mono"/>
                <a:sym typeface="JetBrains Mono"/>
              </a:rPr>
              <a:t>out</a:t>
            </a:r>
            <a:r>
              <a:rPr lang="en-US" b="false" i="false" strike="noStrike" u="none" sz="100">
                <a:solidFill>
                  <a:srgbClr val="080808"/>
                </a:solidFill>
                <a:latin typeface="JetBrains Mono"/>
                <a:ea typeface="JetBrains Mono"/>
                <a:cs typeface="JetBrains Mono"/>
                <a:sym typeface="JetBrains Mono"/>
              </a:rPr>
              <a:t>.print(</a:t>
            </a:r>
            <a:r>
              <a:rPr lang="en-US" b="false" i="false" strike="noStrike" u="none" sz="100">
                <a:solidFill>
                  <a:srgbClr val="067D17"/>
                </a:solidFill>
                <a:latin typeface="JetBrains Mono"/>
                <a:ea typeface="JetBrains Mono"/>
                <a:cs typeface="JetBrains Mono"/>
                <a:sym typeface="JetBrains Mono"/>
              </a:rPr>
              <a:t>"Enter a string: "</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String input </a:t>
            </a: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sc</a:t>
            </a:r>
            <a:r>
              <a:rPr lang="en-US" b="false" i="false" strike="noStrike" u="none" sz="100">
                <a:solidFill>
                  <a:srgbClr val="080808"/>
                </a:solidFill>
                <a:latin typeface="JetBrains Mono"/>
                <a:ea typeface="JetBrains Mono"/>
                <a:cs typeface="JetBrains Mono"/>
                <a:sym typeface="JetBrains Mono"/>
              </a:rPr>
              <a:t>.nextLine();</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600">
                <a:solidFill>
                  <a:srgbClr val="1F2329"/>
                </a:solidFill>
                <a:latin typeface="Noto Sans SC"/>
                <a:ea typeface="Noto Sans SC"/>
                <a:cs typeface="Noto Sans SC"/>
                <a:sym typeface="Noto Sans SC"/>
              </a:rPr>
              <a:t/>
            </a:r>
            <a:br>
              <a:rPr lang="en-US" b="false" i="false" strike="noStrike" u="none" sz="1600">
                <a:solidFill>
                  <a:srgbClr val="1F2329"/>
                </a:solidFill>
                <a:latin typeface="Noto Sans SC"/>
                <a:ea typeface="Noto Sans SC"/>
                <a:cs typeface="Noto Sans SC"/>
                <a:sym typeface="Noto Sans SC"/>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switch </a:t>
            </a:r>
            <a:r>
              <a:rPr lang="en-US" b="false" i="false" strike="noStrike" u="none" sz="100">
                <a:solidFill>
                  <a:srgbClr val="080808"/>
                </a:solidFill>
                <a:latin typeface="JetBrains Mono"/>
                <a:ea typeface="JetBrains Mono"/>
                <a:cs typeface="JetBrains Mono"/>
                <a:sym typeface="JetBrains Mono"/>
              </a:rPr>
              <a:t>(</a:t>
            </a:r>
            <a:r>
              <a:rPr lang="en-US" b="false" i="false" strike="noStrike" u="none" sz="100">
                <a:solidFill>
                  <a:srgbClr val="000000"/>
                </a:solidFill>
                <a:latin typeface="JetBrains Mono"/>
                <a:ea typeface="JetBrains Mono"/>
                <a:cs typeface="JetBrains Mono"/>
                <a:sym typeface="JetBrains Mono"/>
              </a:rPr>
              <a:t>input</a:t>
            </a:r>
            <a:r>
              <a:rPr lang="en-US" b="false" i="false" strike="noStrike" u="none" sz="100">
                <a:solidFill>
                  <a:srgbClr val="080808"/>
                </a:solidFill>
                <a:latin typeface="JetBrains Mono"/>
                <a:ea typeface="JetBrains Mono"/>
                <a:cs typeface="JetBrains Mono"/>
                <a:sym typeface="JetBrains Mono"/>
              </a:rPr>
              <a:t>) {</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case </a:t>
            </a:r>
            <a:r>
              <a:rPr lang="en-US" b="false" i="false" strike="noStrike" u="none" sz="100">
                <a:solidFill>
                  <a:srgbClr val="067D17"/>
                </a:solidFill>
                <a:latin typeface="JetBrains Mono"/>
                <a:ea typeface="JetBrains Mono"/>
                <a:cs typeface="JetBrains Mono"/>
                <a:sym typeface="JetBrains Mono"/>
              </a:rPr>
              <a:t>"Jan"</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System</a:t>
            </a:r>
            <a:r>
              <a:rPr lang="en-US" b="false" i="false" strike="noStrike" u="none" sz="100">
                <a:solidFill>
                  <a:srgbClr val="080808"/>
                </a:solidFill>
                <a:latin typeface="JetBrains Mono"/>
                <a:ea typeface="JetBrains Mono"/>
                <a:cs typeface="JetBrains Mono"/>
                <a:sym typeface="JetBrains Mono"/>
              </a:rPr>
              <a:t>.</a:t>
            </a:r>
            <a:r>
              <a:rPr lang="en-US" b="false" i="true" strike="noStrike" u="none" sz="100">
                <a:solidFill>
                  <a:srgbClr val="871094"/>
                </a:solidFill>
                <a:latin typeface="JetBrains Mono"/>
                <a:ea typeface="JetBrains Mono"/>
                <a:cs typeface="JetBrains Mono"/>
                <a:sym typeface="JetBrains Mono"/>
              </a:rPr>
              <a:t>out</a:t>
            </a:r>
            <a:r>
              <a:rPr lang="en-US" b="false" i="false" strike="noStrike" u="none" sz="100">
                <a:solidFill>
                  <a:srgbClr val="080808"/>
                </a:solidFill>
                <a:latin typeface="JetBrains Mono"/>
                <a:ea typeface="JetBrains Mono"/>
                <a:cs typeface="JetBrains Mono"/>
                <a:sym typeface="JetBrains Mono"/>
              </a:rPr>
              <a:t>.println(</a:t>
            </a:r>
            <a:r>
              <a:rPr lang="en-US" b="false" i="false" strike="noStrike" u="none" sz="100">
                <a:solidFill>
                  <a:srgbClr val="067D17"/>
                </a:solidFill>
                <a:latin typeface="JetBrains Mono"/>
                <a:ea typeface="JetBrains Mono"/>
                <a:cs typeface="JetBrains Mono"/>
                <a:sym typeface="JetBrains Mono"/>
              </a:rPr>
              <a:t>"The month is 1"</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break</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case </a:t>
            </a:r>
            <a:r>
              <a:rPr lang="en-US" b="false" i="false" strike="noStrike" u="none" sz="100">
                <a:solidFill>
                  <a:srgbClr val="067D17"/>
                </a:solidFill>
                <a:latin typeface="JetBrains Mono"/>
                <a:ea typeface="JetBrains Mono"/>
                <a:cs typeface="JetBrains Mono"/>
                <a:sym typeface="JetBrains Mono"/>
              </a:rPr>
              <a:t>"Feb"</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System</a:t>
            </a:r>
            <a:r>
              <a:rPr lang="en-US" b="false" i="false" strike="noStrike" u="none" sz="100">
                <a:solidFill>
                  <a:srgbClr val="080808"/>
                </a:solidFill>
                <a:latin typeface="JetBrains Mono"/>
                <a:ea typeface="JetBrains Mono"/>
                <a:cs typeface="JetBrains Mono"/>
                <a:sym typeface="JetBrains Mono"/>
              </a:rPr>
              <a:t>.</a:t>
            </a:r>
            <a:r>
              <a:rPr lang="en-US" b="false" i="true" strike="noStrike" u="none" sz="100">
                <a:solidFill>
                  <a:srgbClr val="871094"/>
                </a:solidFill>
                <a:latin typeface="JetBrains Mono"/>
                <a:ea typeface="JetBrains Mono"/>
                <a:cs typeface="JetBrains Mono"/>
                <a:sym typeface="JetBrains Mono"/>
              </a:rPr>
              <a:t>out</a:t>
            </a:r>
            <a:r>
              <a:rPr lang="en-US" b="false" i="false" strike="noStrike" u="none" sz="100">
                <a:solidFill>
                  <a:srgbClr val="080808"/>
                </a:solidFill>
                <a:latin typeface="JetBrains Mono"/>
                <a:ea typeface="JetBrains Mono"/>
                <a:cs typeface="JetBrains Mono"/>
                <a:sym typeface="JetBrains Mono"/>
              </a:rPr>
              <a:t>.println(</a:t>
            </a:r>
            <a:r>
              <a:rPr lang="en-US" b="false" i="false" strike="noStrike" u="none" sz="100">
                <a:solidFill>
                  <a:srgbClr val="067D17"/>
                </a:solidFill>
                <a:latin typeface="JetBrains Mono"/>
                <a:ea typeface="JetBrains Mono"/>
                <a:cs typeface="JetBrains Mono"/>
                <a:sym typeface="JetBrains Mono"/>
              </a:rPr>
              <a:t>"The month is 2"</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break</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case </a:t>
            </a:r>
            <a:r>
              <a:rPr lang="en-US" b="false" i="false" strike="noStrike" u="none" sz="100">
                <a:solidFill>
                  <a:srgbClr val="067D17"/>
                </a:solidFill>
                <a:latin typeface="JetBrains Mono"/>
                <a:ea typeface="JetBrains Mono"/>
                <a:cs typeface="JetBrains Mono"/>
                <a:sym typeface="JetBrains Mono"/>
              </a:rPr>
              <a:t>"Mar"</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System</a:t>
            </a:r>
            <a:r>
              <a:rPr lang="en-US" b="false" i="false" strike="noStrike" u="none" sz="100">
                <a:solidFill>
                  <a:srgbClr val="080808"/>
                </a:solidFill>
                <a:latin typeface="JetBrains Mono"/>
                <a:ea typeface="JetBrains Mono"/>
                <a:cs typeface="JetBrains Mono"/>
                <a:sym typeface="JetBrains Mono"/>
              </a:rPr>
              <a:t>.</a:t>
            </a:r>
            <a:r>
              <a:rPr lang="en-US" b="false" i="true" strike="noStrike" u="none" sz="100">
                <a:solidFill>
                  <a:srgbClr val="871094"/>
                </a:solidFill>
                <a:latin typeface="JetBrains Mono"/>
                <a:ea typeface="JetBrains Mono"/>
                <a:cs typeface="JetBrains Mono"/>
                <a:sym typeface="JetBrains Mono"/>
              </a:rPr>
              <a:t>out</a:t>
            </a:r>
            <a:r>
              <a:rPr lang="en-US" b="false" i="false" strike="noStrike" u="none" sz="100">
                <a:solidFill>
                  <a:srgbClr val="080808"/>
                </a:solidFill>
                <a:latin typeface="JetBrains Mono"/>
                <a:ea typeface="JetBrains Mono"/>
                <a:cs typeface="JetBrains Mono"/>
                <a:sym typeface="JetBrains Mono"/>
              </a:rPr>
              <a:t>.println(</a:t>
            </a:r>
            <a:r>
              <a:rPr lang="en-US" b="false" i="false" strike="noStrike" u="none" sz="100">
                <a:solidFill>
                  <a:srgbClr val="067D17"/>
                </a:solidFill>
                <a:latin typeface="JetBrains Mono"/>
                <a:ea typeface="JetBrains Mono"/>
                <a:cs typeface="JetBrains Mono"/>
                <a:sym typeface="JetBrains Mono"/>
              </a:rPr>
              <a:t>"The month is 3"</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break</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33B3"/>
                </a:solidFill>
                <a:latin typeface="JetBrains Mono"/>
                <a:ea typeface="JetBrains Mono"/>
                <a:cs typeface="JetBrains Mono"/>
                <a:sym typeface="JetBrains Mono"/>
              </a:rPr>
              <a:t>default</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r>
              <a:rPr lang="en-US" b="false" i="false" strike="noStrike" u="none" sz="100">
                <a:solidFill>
                  <a:srgbClr val="000000"/>
                </a:solidFill>
                <a:latin typeface="JetBrains Mono"/>
                <a:ea typeface="JetBrains Mono"/>
                <a:cs typeface="JetBrains Mono"/>
                <a:sym typeface="JetBrains Mono"/>
              </a:rPr>
              <a:t>System</a:t>
            </a:r>
            <a:r>
              <a:rPr lang="en-US" b="false" i="false" strike="noStrike" u="none" sz="100">
                <a:solidFill>
                  <a:srgbClr val="080808"/>
                </a:solidFill>
                <a:latin typeface="JetBrains Mono"/>
                <a:ea typeface="JetBrains Mono"/>
                <a:cs typeface="JetBrains Mono"/>
                <a:sym typeface="JetBrains Mono"/>
              </a:rPr>
              <a:t>.</a:t>
            </a:r>
            <a:r>
              <a:rPr lang="en-US" b="false" i="true" strike="noStrike" u="none" sz="100">
                <a:solidFill>
                  <a:srgbClr val="871094"/>
                </a:solidFill>
                <a:latin typeface="JetBrains Mono"/>
                <a:ea typeface="JetBrains Mono"/>
                <a:cs typeface="JetBrains Mono"/>
                <a:sym typeface="JetBrains Mono"/>
              </a:rPr>
              <a:t>out</a:t>
            </a:r>
            <a:r>
              <a:rPr lang="en-US" b="false" i="false" strike="noStrike" u="none" sz="100">
                <a:solidFill>
                  <a:srgbClr val="080808"/>
                </a:solidFill>
                <a:latin typeface="JetBrains Mono"/>
                <a:ea typeface="JetBrains Mono"/>
                <a:cs typeface="JetBrains Mono"/>
                <a:sym typeface="JetBrains Mono"/>
              </a:rPr>
              <a:t>.println(</a:t>
            </a:r>
            <a:r>
              <a:rPr lang="en-US" b="false" i="false" strike="noStrike" u="none" sz="100">
                <a:solidFill>
                  <a:srgbClr val="067D17"/>
                </a:solidFill>
                <a:latin typeface="JetBrains Mono"/>
                <a:ea typeface="JetBrains Mono"/>
                <a:cs typeface="JetBrains Mono"/>
                <a:sym typeface="JetBrains Mono"/>
              </a:rPr>
              <a:t>"You chose another month!"</a:t>
            </a:r>
            <a:r>
              <a:rPr lang="en-US" b="false" i="false" strike="noStrike" u="none" sz="100">
                <a:solidFill>
                  <a:srgbClr val="080808"/>
                </a:solidFill>
                <a:latin typeface="JetBrains Mono"/>
                <a:ea typeface="JetBrains Mono"/>
                <a:cs typeface="JetBrains Mono"/>
                <a:sym typeface="JetBrains Mono"/>
              </a:rPr>
              <a:t>);</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00">
                <a:solidFill>
                  <a:srgbClr val="080808"/>
                </a:solidFill>
                <a:latin typeface="JetBrains Mono"/>
                <a:ea typeface="JetBrains Mono"/>
                <a:cs typeface="JetBrains Mono"/>
                <a:sym typeface="JetBrains Mono"/>
              </a:rPr>
              <a:t>        }</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600">
                <a:solidFill>
                  <a:srgbClr val="1F2329"/>
                </a:solidFill>
                <a:latin typeface="Noto Sans SC"/>
                <a:ea typeface="Noto Sans SC"/>
                <a:cs typeface="Noto Sans SC"/>
                <a:sym typeface="Noto Sans SC"/>
              </a:rPr>
              <a:t/>
            </a:r>
            <a:br>
              <a:rPr lang="en-US" b="false" i="false" strike="noStrike" u="none" sz="1600">
                <a:solidFill>
                  <a:srgbClr val="1F2329"/>
                </a:solidFill>
                <a:latin typeface="Noto Sans SC"/>
                <a:ea typeface="Noto Sans SC"/>
                <a:cs typeface="Noto Sans SC"/>
                <a:sym typeface="Noto Sans SC"/>
              </a:rPr>
            </a:br>
            <a:r>
              <a:rPr lang="en-US" b="false" i="false" strike="noStrike" u="none" sz="100">
                <a:solidFill>
                  <a:srgbClr val="080808"/>
                </a:solidFill>
                <a:latin typeface="JetBrains Mono"/>
                <a:ea typeface="JetBrains Mono"/>
                <a:cs typeface="JetBrains Mono"/>
                <a:sym typeface="JetBrains Mono"/>
              </a:rPr>
              <a:t>    }</a:t>
            </a:r>
            <a:br>
              <a:rPr lang="en-US" b="false" i="false" strike="noStrike" u="none" sz="100">
                <a:solidFill>
                  <a:srgbClr val="080808"/>
                </a:solidFill>
                <a:latin typeface="JetBrains Mono"/>
                <a:ea typeface="JetBrains Mono"/>
                <a:cs typeface="JetBrains Mono"/>
                <a:sym typeface="JetBrains Mono"/>
              </a:rPr>
            </a:br>
            <a:r>
              <a:rPr lang="en-US" b="false" i="false" strike="noStrike" u="none" sz="1600">
                <a:solidFill>
                  <a:srgbClr val="1F2329"/>
                </a:solidFill>
                <a:latin typeface="Noto Sans SC"/>
                <a:ea typeface="Noto Sans SC"/>
                <a:cs typeface="Noto Sans SC"/>
                <a:sym typeface="Noto Sans SC"/>
              </a:rPr>
              <a:t/>
            </a:r>
            <a:br>
              <a:rPr lang="en-US" b="false" i="false" strike="noStrike" u="none" sz="1600">
                <a:solidFill>
                  <a:srgbClr val="1F2329"/>
                </a:solidFill>
                <a:latin typeface="Noto Sans SC"/>
                <a:ea typeface="Noto Sans SC"/>
                <a:cs typeface="Noto Sans SC"/>
                <a:sym typeface="Noto Sans SC"/>
              </a:rPr>
            </a:br>
            <a:endParaRPr lang="en-US" sz="1100"/>
          </a:p>
        </p:txBody>
      </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bg>
      <p:bgPr>
        <a:solidFill>
          <a:srgbClr val="FFFFFF">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762000" y="381000"/>
            <a:ext cx="889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367E88"/>
                </a:solidFill>
              </a:rPr>
              <a:t>Switch Statement: Key Rules</a:t>
            </a:r>
            <a:endParaRPr lang="en-US" sz="1100"/>
          </a:p>
        </p:txBody>
      </p:sp>
      <p:graphicFrame>
        <p:nvGraphicFramePr>
          <p:cNvPr name="Table 3" id="3"/>
          <p:cNvGraphicFramePr>
            <a:graphicFrameLocks noGrp="true"/>
          </p:cNvGraphicFramePr>
          <p:nvPr/>
        </p:nvGraphicFramePr>
        <p:xfrm>
          <a:off x="1016000" y="1270000"/>
          <a:ext cx="10160000" cy="4330700"/>
        </p:xfrm>
        <a:graphic>
          <a:graphicData uri="http://schemas.openxmlformats.org/drawingml/2006/table">
            <a:tbl>
              <a:tblPr>
                <a:effectLst/>
              </a:tblPr>
              <a:tblGrid>
                <a:gridCol w="2794000"/>
                <a:gridCol w="7366000"/>
              </a:tblGrid>
              <a:tr h="457200">
                <a:tc>
                  <a:txBody>
                    <a:bodyPr anchor="t" rtlCol="false"/>
                    <a:lstStyle/>
                    <a:p>
                      <a:pPr algn="ctr" marL="0" indent="0">
                        <a:lnSpc>
                          <a:spcPct val="100000"/>
                        </a:lnSpc>
                        <a:defRPr/>
                      </a:pPr>
                      <a:r>
                        <a:rPr lang="en-US" b="true" i="false" strike="noStrike" u="none" sz="1300">
                          <a:solidFill>
                            <a:srgbClr val="000000"/>
                          </a:solidFill>
                        </a:rPr>
                        <a:t>Rule</a:t>
                      </a:r>
                      <a:endParaRPr lang="en-US" sz="1100"/>
                    </a:p>
                  </a:txBody>
                  <a:tcPr anchor="ctr" anchorCtr="false" marL="101600" marR="101600" marT="101600" marB="101600">
                    <a:lnL>
                      <a:noFill/>
                    </a:lnL>
                    <a:lnR>
                      <a:noFill/>
                    </a:lnR>
                    <a:lnT>
                      <a:noFill/>
                    </a:lnT>
                    <a:lnB>
                      <a:noFill/>
                    </a:lnB>
                    <a:solidFill>
                      <a:srgbClr val="ADD8E6">
                        <a:alpha val="100000"/>
                      </a:srgbClr>
                    </a:solidFill>
                  </a:tcPr>
                </a:tc>
                <a:tc>
                  <a:txBody>
                    <a:bodyPr anchor="t" rtlCol="false"/>
                    <a:lstStyle/>
                    <a:p>
                      <a:pPr algn="ctr" marL="0" indent="0">
                        <a:lnSpc>
                          <a:spcPct val="100000"/>
                        </a:lnSpc>
                        <a:defRPr/>
                      </a:pPr>
                      <a:r>
                        <a:rPr lang="en-US" b="true" i="false" strike="noStrike" u="none" sz="1300">
                          <a:solidFill>
                            <a:srgbClr val="000000"/>
                          </a:solidFill>
                        </a:rPr>
                        <a:t>Details</a:t>
                      </a:r>
                      <a:endParaRPr lang="en-US" sz="1100"/>
                    </a:p>
                  </a:txBody>
                  <a:tcPr anchor="ctr" anchorCtr="false" marL="101600" marR="101600" marT="101600" marB="101600">
                    <a:lnL>
                      <a:noFill/>
                    </a:lnL>
                    <a:lnR>
                      <a:noFill/>
                    </a:lnR>
                    <a:lnT>
                      <a:noFill/>
                    </a:lnT>
                    <a:lnB>
                      <a:noFill/>
                    </a:lnB>
                    <a:solidFill>
                      <a:srgbClr val="ADD8E6">
                        <a:alpha val="100000"/>
                      </a:srgbClr>
                    </a:solidFill>
                  </a:tcPr>
                </a:tc>
              </a:tr>
              <a:tr h="698500">
                <a:tc>
                  <a:txBody>
                    <a:bodyPr anchor="t" rtlCol="false"/>
                    <a:lstStyle/>
                    <a:p>
                      <a:pPr algn="l" marL="0" indent="0">
                        <a:lnSpc>
                          <a:spcPct val="100000"/>
                        </a:lnSpc>
                        <a:defRPr/>
                      </a:pPr>
                      <a:r>
                        <a:rPr lang="en-US" b="true" i="false" strike="noStrike" u="none" sz="1300">
                          <a:solidFill>
                            <a:srgbClr val="000000"/>
                          </a:solidFill>
                        </a:rPr>
                        <a:t>Expression type</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200">
                          <a:solidFill>
                            <a:srgbClr val="000000"/>
                          </a:solidFill>
                        </a:rPr>
                        <a:t>Must be </a:t>
                      </a:r>
                      <a:r>
                        <a:rPr lang="en-US" b="false" i="false" strike="noStrike" u="none" sz="1200">
                          <a:solidFill>
                            <a:srgbClr val="000000"/>
                          </a:solidFill>
                          <a:latin typeface="Courier New"/>
                          <a:ea typeface="Courier New"/>
                          <a:cs typeface="Courier New"/>
                          <a:sym typeface="Courier New"/>
                        </a:rPr>
                        <a:t>char</a:t>
                      </a:r>
                      <a:r>
                        <a:rPr lang="en-US" b="false" i="false" strike="noStrike" u="none" sz="1200">
                          <a:solidFill>
                            <a:srgbClr val="000000"/>
                          </a:solidFill>
                        </a:rPr>
                        <a:t>, </a:t>
                      </a:r>
                      <a:r>
                        <a:rPr lang="en-US" b="false" i="false" strike="noStrike" u="none" sz="1200">
                          <a:solidFill>
                            <a:srgbClr val="000000"/>
                          </a:solidFill>
                          <a:latin typeface="Courier New"/>
                          <a:ea typeface="Courier New"/>
                          <a:cs typeface="Courier New"/>
                          <a:sym typeface="Courier New"/>
                        </a:rPr>
                        <a:t>byte</a:t>
                      </a:r>
                      <a:r>
                        <a:rPr lang="en-US" b="false" i="false" strike="noStrike" u="none" sz="1200">
                          <a:solidFill>
                            <a:srgbClr val="000000"/>
                          </a:solidFill>
                        </a:rPr>
                        <a:t>, </a:t>
                      </a:r>
                      <a:r>
                        <a:rPr lang="en-US" b="false" i="false" strike="noStrike" u="none" sz="1200">
                          <a:solidFill>
                            <a:srgbClr val="000000"/>
                          </a:solidFill>
                          <a:latin typeface="Courier New"/>
                          <a:ea typeface="Courier New"/>
                          <a:cs typeface="Courier New"/>
                          <a:sym typeface="Courier New"/>
                        </a:rPr>
                        <a:t>short</a:t>
                      </a:r>
                      <a:r>
                        <a:rPr lang="en-US" b="false" i="false" strike="noStrike" u="none" sz="1200">
                          <a:solidFill>
                            <a:srgbClr val="000000"/>
                          </a:solidFill>
                        </a:rPr>
                        <a:t>, </a:t>
                      </a:r>
                      <a:r>
                        <a:rPr lang="en-US" b="false" i="false" strike="noStrike" u="none" sz="1200">
                          <a:solidFill>
                            <a:srgbClr val="000000"/>
                          </a:solidFill>
                          <a:latin typeface="Courier New"/>
                          <a:ea typeface="Courier New"/>
                          <a:cs typeface="Courier New"/>
                          <a:sym typeface="Courier New"/>
                        </a:rPr>
                        <a:t>int</a:t>
                      </a:r>
                      <a:r>
                        <a:rPr lang="en-US" b="false" i="false" strike="noStrike" u="none" sz="1200">
                          <a:solidFill>
                            <a:srgbClr val="000000"/>
                          </a:solidFill>
                        </a:rPr>
                        <a:t>, or </a:t>
                      </a:r>
                      <a:r>
                        <a:rPr lang="en-US" b="false" i="false" strike="noStrike" u="none" sz="1200">
                          <a:solidFill>
                            <a:srgbClr val="000000"/>
                          </a:solidFill>
                          <a:latin typeface="Courier New"/>
                          <a:ea typeface="Courier New"/>
                          <a:cs typeface="Courier New"/>
                          <a:sym typeface="Courier New"/>
                        </a:rPr>
                        <a:t>String</a:t>
                      </a:r>
                      <a:r>
                        <a:rPr lang="en-US" b="false" i="false" strike="noStrike" u="none" sz="1200">
                          <a:solidFill>
                            <a:srgbClr val="000000"/>
                          </a:solidFill>
                        </a:rPr>
                        <a:t> (Java 7+). NOT </a:t>
                      </a:r>
                      <a:r>
                        <a:rPr lang="en-US" b="false" i="false" strike="noStrike" u="none" sz="1200">
                          <a:solidFill>
                            <a:srgbClr val="000000"/>
                          </a:solidFill>
                          <a:latin typeface="Courier New"/>
                          <a:ea typeface="Courier New"/>
                          <a:cs typeface="Courier New"/>
                          <a:sym typeface="Courier New"/>
                        </a:rPr>
                        <a:t>boolean</a:t>
                      </a:r>
                      <a:r>
                        <a:rPr lang="en-US" b="false" i="false" strike="noStrike" u="none" sz="1200">
                          <a:solidFill>
                            <a:srgbClr val="000000"/>
                          </a:solidFill>
                        </a:rPr>
                        <a:t> or </a:t>
                      </a:r>
                      <a:r>
                        <a:rPr lang="en-US" b="false" i="false" strike="noStrike" u="none" sz="1200">
                          <a:solidFill>
                            <a:srgbClr val="000000"/>
                          </a:solidFill>
                          <a:latin typeface="Courier New"/>
                          <a:ea typeface="Courier New"/>
                          <a:cs typeface="Courier New"/>
                          <a:sym typeface="Courier New"/>
                        </a:rPr>
                        <a:t>long</a:t>
                      </a:r>
                      <a:r>
                        <a:rPr lang="en-US" b="false" i="false" strike="noStrike" u="none" sz="1200">
                          <a:solidFill>
                            <a:srgbClr val="000000"/>
                          </a:solidFill>
                        </a:rPr>
                        <a:t>.</a:t>
                      </a:r>
                      <a:endParaRPr lang="en-US" sz="1100"/>
                    </a:p>
                  </a:txBody>
                  <a:tcPr anchor="ctr" anchorCtr="false" marL="101600" marR="101600" marT="101600" marB="101600">
                    <a:lnL>
                      <a:noFill/>
                    </a:lnL>
                    <a:lnR>
                      <a:noFill/>
                    </a:lnR>
                    <a:lnT>
                      <a:noFill/>
                    </a:lnT>
                    <a:lnB>
                      <a:noFill/>
                    </a:lnB>
                    <a:noFill/>
                  </a:tcPr>
                </a:tc>
              </a:tr>
              <a:tr h="635000">
                <a:tc>
                  <a:txBody>
                    <a:bodyPr anchor="t" rtlCol="false"/>
                    <a:lstStyle/>
                    <a:p>
                      <a:pPr algn="l" marL="0" indent="0">
                        <a:lnSpc>
                          <a:spcPct val="100000"/>
                        </a:lnSpc>
                        <a:defRPr/>
                      </a:pPr>
                      <a:r>
                        <a:rPr lang="en-US" b="true" i="false" strike="noStrike" u="none" sz="1300">
                          <a:solidFill>
                            <a:srgbClr val="000000"/>
                          </a:solidFill>
                        </a:rPr>
                        <a:t>Case values</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200">
                          <a:solidFill>
                            <a:srgbClr val="000000"/>
                          </a:solidFill>
                        </a:rPr>
                        <a:t>Must be </a:t>
                      </a:r>
                      <a:r>
                        <a:rPr lang="en-US" b="true" i="false" strike="noStrike" u="none" sz="1200">
                          <a:solidFill>
                            <a:srgbClr val="000000"/>
                          </a:solidFill>
                        </a:rPr>
                        <a:t>literals</a:t>
                      </a:r>
                      <a:r>
                        <a:rPr lang="en-US" b="false" i="false" strike="noStrike" u="none" sz="1200">
                          <a:solidFill>
                            <a:srgbClr val="000000"/>
                          </a:solidFill>
                        </a:rPr>
                        <a:t> (constants), not expressions or variables.</a:t>
                      </a:r>
                      <a:endParaRPr lang="en-US" sz="1100"/>
                    </a:p>
                  </a:txBody>
                  <a:tcPr anchor="ctr" anchorCtr="false" marL="101600" marR="101600" marT="101600" marB="101600">
                    <a:lnL>
                      <a:noFill/>
                    </a:lnL>
                    <a:lnR>
                      <a:noFill/>
                    </a:lnR>
                    <a:lnT>
                      <a:noFill/>
                    </a:lnT>
                    <a:lnB>
                      <a:noFill/>
                    </a:lnB>
                    <a:noFill/>
                  </a:tcPr>
                </a:tc>
              </a:tr>
              <a:tr h="698500">
                <a:tc>
                  <a:txBody>
                    <a:bodyPr anchor="t" rtlCol="false"/>
                    <a:lstStyle/>
                    <a:p>
                      <a:pPr algn="l" marL="0" indent="0">
                        <a:lnSpc>
                          <a:spcPct val="100000"/>
                        </a:lnSpc>
                        <a:defRPr/>
                      </a:pPr>
                      <a:r>
                        <a:rPr lang="en-US" b="true" i="false" strike="noStrike" u="none" sz="1300">
                          <a:solidFill>
                            <a:srgbClr val="000000"/>
                          </a:solidFill>
                        </a:rPr>
                        <a:t>break statement</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200">
                          <a:solidFill>
                            <a:srgbClr val="000000"/>
                          </a:solidFill>
                        </a:rPr>
                        <a:t>Without </a:t>
                      </a:r>
                      <a:r>
                        <a:rPr lang="en-US" b="false" i="false" strike="noStrike" u="none" sz="1200">
                          <a:solidFill>
                            <a:srgbClr val="000000"/>
                          </a:solidFill>
                          <a:latin typeface="Courier New"/>
                          <a:ea typeface="Courier New"/>
                          <a:cs typeface="Courier New"/>
                          <a:sym typeface="Courier New"/>
                        </a:rPr>
                        <a:t>break</a:t>
                      </a:r>
                      <a:r>
                        <a:rPr lang="en-US" b="false" i="false" strike="noStrike" u="none" sz="1200">
                          <a:solidFill>
                            <a:srgbClr val="000000"/>
                          </a:solidFill>
                        </a:rPr>
                        <a:t>, execution </a:t>
                      </a:r>
                      <a:r>
                        <a:rPr lang="en-US" b="true" i="false" strike="noStrike" u="none" sz="1200">
                          <a:solidFill>
                            <a:srgbClr val="000000"/>
                          </a:solidFill>
                        </a:rPr>
                        <a:t>falls through</a:t>
                      </a:r>
                      <a:r>
                        <a:rPr lang="en-US" b="false" i="false" strike="noStrike" u="none" sz="1200">
                          <a:solidFill>
                            <a:srgbClr val="000000"/>
                          </a:solidFill>
                        </a:rPr>
                        <a:t> to the next case automatically. Always add break unless you intentionally want fall-through.</a:t>
                      </a:r>
                      <a:endParaRPr lang="en-US" sz="1100"/>
                    </a:p>
                  </a:txBody>
                  <a:tcPr anchor="ctr" anchorCtr="false" marL="101600" marR="101600" marT="101600" marB="101600">
                    <a:lnL>
                      <a:noFill/>
                    </a:lnL>
                    <a:lnR>
                      <a:noFill/>
                    </a:lnR>
                    <a:lnT>
                      <a:noFill/>
                    </a:lnT>
                    <a:lnB>
                      <a:noFill/>
                    </a:lnB>
                    <a:noFill/>
                  </a:tcPr>
                </a:tc>
              </a:tr>
              <a:tr h="571500">
                <a:tc>
                  <a:txBody>
                    <a:bodyPr anchor="t" rtlCol="false"/>
                    <a:lstStyle/>
                    <a:p>
                      <a:pPr algn="l" marL="0" indent="0">
                        <a:lnSpc>
                          <a:spcPct val="100000"/>
                        </a:lnSpc>
                        <a:defRPr/>
                      </a:pPr>
                      <a:r>
                        <a:rPr lang="en-US" b="true" i="false" strike="noStrike" u="none" sz="1300">
                          <a:solidFill>
                            <a:srgbClr val="000000"/>
                          </a:solidFill>
                        </a:rPr>
                        <a:t>Default case</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true" i="false" strike="noStrike" u="none" sz="1200">
                          <a:solidFill>
                            <a:srgbClr val="000000"/>
                          </a:solidFill>
                        </a:rPr>
                        <a:t>Optional</a:t>
                      </a:r>
                      <a:r>
                        <a:rPr lang="en-US" b="false" i="false" strike="noStrike" u="none" sz="1200">
                          <a:solidFill>
                            <a:srgbClr val="000000"/>
                          </a:solidFill>
                        </a:rPr>
                        <a:t>. Executed when no case matches. Good practice to include it.</a:t>
                      </a:r>
                      <a:endParaRPr lang="en-US" sz="1100"/>
                    </a:p>
                  </a:txBody>
                  <a:tcPr anchor="ctr" anchorCtr="false" marL="101600" marR="101600" marT="101600" marB="101600">
                    <a:lnL>
                      <a:noFill/>
                    </a:lnL>
                    <a:lnR>
                      <a:noFill/>
                    </a:lnR>
                    <a:lnT>
                      <a:noFill/>
                    </a:lnT>
                    <a:lnB>
                      <a:noFill/>
                    </a:lnB>
                    <a:noFill/>
                  </a:tcPr>
                </a:tc>
              </a:tr>
              <a:tr h="698500">
                <a:tc>
                  <a:txBody>
                    <a:bodyPr anchor="t" rtlCol="false"/>
                    <a:lstStyle/>
                    <a:p>
                      <a:pPr algn="l" marL="0" indent="0">
                        <a:lnSpc>
                          <a:spcPct val="100000"/>
                        </a:lnSpc>
                        <a:defRPr/>
                      </a:pPr>
                      <a:r>
                        <a:rPr lang="en-US" b="true" i="false" strike="noStrike" u="none" sz="1300">
                          <a:solidFill>
                            <a:srgbClr val="000000"/>
                          </a:solidFill>
                        </a:rPr>
                        <a:t>No ranges</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200">
                          <a:solidFill>
                            <a:srgbClr val="000000"/>
                          </a:solidFill>
                        </a:rPr>
                        <a:t>Cannot specify ranges (e.g., </a:t>
                      </a:r>
                      <a:r>
                        <a:rPr lang="en-US" b="false" i="false" strike="noStrike" u="none" sz="1200">
                          <a:solidFill>
                            <a:srgbClr val="000000"/>
                          </a:solidFill>
                          <a:latin typeface="Courier New"/>
                          <a:ea typeface="Courier New"/>
                          <a:cs typeface="Courier New"/>
                          <a:sym typeface="Courier New"/>
                        </a:rPr>
                        <a:t>case 1..5</a:t>
                      </a:r>
                      <a:r>
                        <a:rPr lang="en-US" b="false" i="false" strike="noStrike" u="none" sz="1200">
                          <a:solidFill>
                            <a:srgbClr val="000000"/>
                          </a:solidFill>
                        </a:rPr>
                        <a:t>). Must list each value or use multiple empty cases stacked together.</a:t>
                      </a:r>
                      <a:endParaRPr lang="en-US" sz="1100"/>
                    </a:p>
                  </a:txBody>
                  <a:tcPr anchor="ctr" anchorCtr="false" marL="101600" marR="101600" marT="101600" marB="101600">
                    <a:lnL>
                      <a:noFill/>
                    </a:lnL>
                    <a:lnR>
                      <a:noFill/>
                    </a:lnR>
                    <a:lnT>
                      <a:noFill/>
                    </a:lnT>
                    <a:lnB>
                      <a:noFill/>
                    </a:lnB>
                    <a:noFill/>
                  </a:tcPr>
                </a:tc>
              </a:tr>
              <a:tr h="571500">
                <a:tc>
                  <a:txBody>
                    <a:bodyPr anchor="t" rtlCol="false"/>
                    <a:lstStyle/>
                    <a:p>
                      <a:pPr algn="l" marL="0" indent="0">
                        <a:lnSpc>
                          <a:spcPct val="100000"/>
                        </a:lnSpc>
                        <a:defRPr/>
                      </a:pPr>
                      <a:r>
                        <a:rPr lang="en-US" b="true" i="false" strike="noStrike" u="none" sz="1300">
                          <a:solidFill>
                            <a:srgbClr val="000000"/>
                          </a:solidFill>
                        </a:rPr>
                        <a:t>Fall-through reuse</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200">
                          <a:solidFill>
                            <a:srgbClr val="000000"/>
                          </a:solidFill>
                        </a:rPr>
                        <a:t>Multiple cases can share the same code: write empty cases stacked together.</a:t>
                      </a:r>
                      <a:endParaRPr lang="en-US" sz="1100"/>
                    </a:p>
                  </a:txBody>
                  <a:tcPr anchor="ctr" anchorCtr="false" marL="101600" marR="101600" marT="101600" marB="101600">
                    <a:lnL>
                      <a:noFill/>
                    </a:lnL>
                    <a:lnR>
                      <a:noFill/>
                    </a:lnR>
                    <a:lnT>
                      <a:noFill/>
                    </a:lnT>
                    <a:lnB>
                      <a:noFill/>
                    </a:lnB>
                    <a:noFill/>
                  </a:tcPr>
                </a:tc>
              </a:tr>
            </a:tbl>
          </a:graphicData>
        </a:graphic>
      </p:graphicFrame>
      <p:sp>
        <p:nvSpPr>
          <p:cNvPr name="AutoShape 4" id="4"/>
          <p:cNvSpPr/>
          <p:nvPr/>
        </p:nvSpPr>
        <p:spPr>
          <a:xfrm rot="0" flipH="false" flipV="false">
            <a:off x="4445000" y="6477000"/>
            <a:ext cx="3810000" cy="254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900">
                <a:solidFill>
                  <a:srgbClr val="969696"/>
                </a:solidFill>
              </a:rPr>
              <a:t>Copyright © 2020 Pearson Education Ltd. All Rights Reserved</a:t>
            </a:r>
            <a:endParaRPr lang="en-US" sz="1100"/>
          </a:p>
        </p:txBody>
      </p:sp>
      <p:pic>
        <p:nvPicPr>
          <p:cNvPr name="Picture 5" id="5"/>
          <p:cNvPicPr>
            <a:picLocks noChangeAspect="true"/>
          </p:cNvPicPr>
          <p:nvPr/>
        </p:nvPicPr>
        <p:blipFill>
          <a:blip r:embed="rId3"/>
          <a:stretch>
            <a:fillRect/>
          </a:stretch>
        </p:blipFill>
        <p:spPr>
          <a:xfrm>
            <a:off x="10668000" y="6190112"/>
            <a:ext cx="1524000" cy="667888"/>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自定义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{"Label":"1","ContentProducer":"001191110102MACQD9K64010000","ProduceID":"7687206992792406980","ReservedCode1":"","ContentPropagator":"","PropagateID":"","ReservedCode2":""}</vt:lpwstr>
  </property>
</Properties>
</file>