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2"/>
  </p:notesMasterIdLst>
  <p:sldIdLst>
    <p:sldId id="256" r:id="rId5"/>
    <p:sldId id="484" r:id="rId6"/>
    <p:sldId id="485" r:id="rId7"/>
    <p:sldId id="486" r:id="rId8"/>
    <p:sldId id="413" r:id="rId9"/>
    <p:sldId id="414" r:id="rId10"/>
    <p:sldId id="415" r:id="rId11"/>
    <p:sldId id="418" r:id="rId12"/>
    <p:sldId id="264" r:id="rId13"/>
    <p:sldId id="257" r:id="rId14"/>
    <p:sldId id="258" r:id="rId15"/>
    <p:sldId id="280" r:id="rId16"/>
    <p:sldId id="285" r:id="rId17"/>
    <p:sldId id="259" r:id="rId18"/>
    <p:sldId id="260" r:id="rId19"/>
    <p:sldId id="261" r:id="rId20"/>
    <p:sldId id="263" r:id="rId21"/>
    <p:sldId id="487" r:id="rId22"/>
    <p:sldId id="268" r:id="rId23"/>
    <p:sldId id="284" r:id="rId24"/>
    <p:sldId id="269" r:id="rId25"/>
    <p:sldId id="270" r:id="rId26"/>
    <p:sldId id="271" r:id="rId27"/>
    <p:sldId id="272" r:id="rId28"/>
    <p:sldId id="277" r:id="rId29"/>
    <p:sldId id="278" r:id="rId30"/>
    <p:sldId id="279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90AE4-ADD9-42F9-9008-5CF6DB91FACC}" v="253" dt="2025-09-19T06:31:02.7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/>
    <p:restoredTop sz="94657"/>
  </p:normalViewPr>
  <p:slideViewPr>
    <p:cSldViewPr>
      <p:cViewPr varScale="1">
        <p:scale>
          <a:sx n="81" d="100"/>
          <a:sy n="81" d="100"/>
        </p:scale>
        <p:origin x="216" y="6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ei Bi" userId="S::xbi@eamv.dk::4defdd0b-eb6b-464a-acc0-49fc44ef47a7" providerId="AD" clId="Web-{96090AE4-ADD9-42F9-9008-5CF6DB91FACC}"/>
    <pc:docChg chg="addSld delSld modSld">
      <pc:chgData name="Xiaolei Bi" userId="S::xbi@eamv.dk::4defdd0b-eb6b-464a-acc0-49fc44ef47a7" providerId="AD" clId="Web-{96090AE4-ADD9-42F9-9008-5CF6DB91FACC}" dt="2025-09-19T06:30:56.084" v="247" actId="20577"/>
      <pc:docMkLst>
        <pc:docMk/>
      </pc:docMkLst>
      <pc:sldChg chg="addSp delSp modSp">
        <pc:chgData name="Xiaolei Bi" userId="S::xbi@eamv.dk::4defdd0b-eb6b-464a-acc0-49fc44ef47a7" providerId="AD" clId="Web-{96090AE4-ADD9-42F9-9008-5CF6DB91FACC}" dt="2025-09-19T05:52:01.123" v="4" actId="1076"/>
        <pc:sldMkLst>
          <pc:docMk/>
          <pc:sldMk cId="0" sldId="256"/>
        </pc:sldMkLst>
        <pc:spChg chg="del">
          <ac:chgData name="Xiaolei Bi" userId="S::xbi@eamv.dk::4defdd0b-eb6b-464a-acc0-49fc44ef47a7" providerId="AD" clId="Web-{96090AE4-ADD9-42F9-9008-5CF6DB91FACC}" dt="2025-09-19T05:51:49.092" v="1"/>
          <ac:spMkLst>
            <pc:docMk/>
            <pc:sldMk cId="0" sldId="256"/>
            <ac:spMk id="13" creationId="{00000000-0000-0000-0000-000000000000}"/>
          </ac:spMkLst>
        </pc:spChg>
        <pc:picChg chg="mod modCrop">
          <ac:chgData name="Xiaolei Bi" userId="S::xbi@eamv.dk::4defdd0b-eb6b-464a-acc0-49fc44ef47a7" providerId="AD" clId="Web-{96090AE4-ADD9-42F9-9008-5CF6DB91FACC}" dt="2025-09-19T05:52:01.123" v="4" actId="1076"/>
          <ac:picMkLst>
            <pc:docMk/>
            <pc:sldMk cId="0" sldId="256"/>
            <ac:picMk id="12" creationId="{00000000-0000-0000-0000-000000000000}"/>
          </ac:picMkLst>
        </pc:picChg>
        <pc:picChg chg="add">
          <ac:chgData name="Xiaolei Bi" userId="S::xbi@eamv.dk::4defdd0b-eb6b-464a-acc0-49fc44ef47a7" providerId="AD" clId="Web-{96090AE4-ADD9-42F9-9008-5CF6DB91FACC}" dt="2025-09-19T05:51:45.920" v="0"/>
          <ac:picMkLst>
            <pc:docMk/>
            <pc:sldMk cId="0" sldId="256"/>
            <ac:picMk id="15" creationId="{3CC3E945-F161-E03C-98D3-94391C1E06E5}"/>
          </ac:picMkLst>
        </pc:picChg>
      </pc:sldChg>
      <pc:sldChg chg="addSp delSp">
        <pc:chgData name="Xiaolei Bi" userId="S::xbi@eamv.dk::4defdd0b-eb6b-464a-acc0-49fc44ef47a7" providerId="AD" clId="Web-{96090AE4-ADD9-42F9-9008-5CF6DB91FACC}" dt="2025-09-19T05:52:34.514" v="7"/>
        <pc:sldMkLst>
          <pc:docMk/>
          <pc:sldMk cId="0" sldId="258"/>
        </pc:sldMkLst>
        <pc:inkChg chg="add del">
          <ac:chgData name="Xiaolei Bi" userId="S::xbi@eamv.dk::4defdd0b-eb6b-464a-acc0-49fc44ef47a7" providerId="AD" clId="Web-{96090AE4-ADD9-42F9-9008-5CF6DB91FACC}" dt="2025-09-19T05:52:30.092" v="6"/>
          <ac:inkMkLst>
            <pc:docMk/>
            <pc:sldMk cId="0" sldId="258"/>
            <ac:inkMk id="4" creationId="{5DD0A1B7-6161-EB46-8503-F9092BE7E09F}"/>
          </ac:inkMkLst>
        </pc:inkChg>
        <pc:inkChg chg="add">
          <ac:chgData name="Xiaolei Bi" userId="S::xbi@eamv.dk::4defdd0b-eb6b-464a-acc0-49fc44ef47a7" providerId="AD" clId="Web-{96090AE4-ADD9-42F9-9008-5CF6DB91FACC}" dt="2025-09-19T05:52:34.514" v="7"/>
          <ac:inkMkLst>
            <pc:docMk/>
            <pc:sldMk cId="0" sldId="258"/>
            <ac:inkMk id="5" creationId="{527965C2-508F-3F2A-9E03-F4A2E46F7B79}"/>
          </ac:inkMkLst>
        </pc:inkChg>
      </pc:sldChg>
      <pc:sldChg chg="addSp">
        <pc:chgData name="Xiaolei Bi" userId="S::xbi@eamv.dk::4defdd0b-eb6b-464a-acc0-49fc44ef47a7" providerId="AD" clId="Web-{96090AE4-ADD9-42F9-9008-5CF6DB91FACC}" dt="2025-09-19T05:52:48.608" v="8"/>
        <pc:sldMkLst>
          <pc:docMk/>
          <pc:sldMk cId="0" sldId="259"/>
        </pc:sldMkLst>
        <pc:inkChg chg="add">
          <ac:chgData name="Xiaolei Bi" userId="S::xbi@eamv.dk::4defdd0b-eb6b-464a-acc0-49fc44ef47a7" providerId="AD" clId="Web-{96090AE4-ADD9-42F9-9008-5CF6DB91FACC}" dt="2025-09-19T05:52:48.608" v="8"/>
          <ac:inkMkLst>
            <pc:docMk/>
            <pc:sldMk cId="0" sldId="259"/>
            <ac:inkMk id="5" creationId="{D85BEB17-EA62-36FE-CBFD-E2626E7B4B6A}"/>
          </ac:inkMkLst>
        </pc:inkChg>
      </pc:sldChg>
      <pc:sldChg chg="addSp delSp modSp">
        <pc:chgData name="Xiaolei Bi" userId="S::xbi@eamv.dk::4defdd0b-eb6b-464a-acc0-49fc44ef47a7" providerId="AD" clId="Web-{96090AE4-ADD9-42F9-9008-5CF6DB91FACC}" dt="2025-09-19T06:03:11.831" v="55" actId="20577"/>
        <pc:sldMkLst>
          <pc:docMk/>
          <pc:sldMk cId="0" sldId="260"/>
        </pc:sldMkLst>
        <pc:spChg chg="mod">
          <ac:chgData name="Xiaolei Bi" userId="S::xbi@eamv.dk::4defdd0b-eb6b-464a-acc0-49fc44ef47a7" providerId="AD" clId="Web-{96090AE4-ADD9-42F9-9008-5CF6DB91FACC}" dt="2025-09-19T06:03:11.831" v="55" actId="20577"/>
          <ac:spMkLst>
            <pc:docMk/>
            <pc:sldMk cId="0" sldId="260"/>
            <ac:spMk id="19" creationId="{00000000-0000-0000-0000-000000000000}"/>
          </ac:spMkLst>
        </pc:spChg>
        <pc:inkChg chg="add del">
          <ac:chgData name="Xiaolei Bi" userId="S::xbi@eamv.dk::4defdd0b-eb6b-464a-acc0-49fc44ef47a7" providerId="AD" clId="Web-{96090AE4-ADD9-42F9-9008-5CF6DB91FACC}" dt="2025-09-19T05:53:32.702" v="10"/>
          <ac:inkMkLst>
            <pc:docMk/>
            <pc:sldMk cId="0" sldId="260"/>
            <ac:inkMk id="21" creationId="{D878DC48-C822-F165-6538-112AFD93E8CD}"/>
          </ac:inkMkLst>
        </pc:inkChg>
      </pc:sldChg>
      <pc:sldChg chg="modNotes">
        <pc:chgData name="Xiaolei Bi" userId="S::xbi@eamv.dk::4defdd0b-eb6b-464a-acc0-49fc44ef47a7" providerId="AD" clId="Web-{96090AE4-ADD9-42F9-9008-5CF6DB91FACC}" dt="2025-09-19T06:03:50.050" v="74"/>
        <pc:sldMkLst>
          <pc:docMk/>
          <pc:sldMk cId="0" sldId="262"/>
        </pc:sldMkLst>
      </pc:sldChg>
      <pc:sldChg chg="addSp delSp modSp modNotes">
        <pc:chgData name="Xiaolei Bi" userId="S::xbi@eamv.dk::4defdd0b-eb6b-464a-acc0-49fc44ef47a7" providerId="AD" clId="Web-{96090AE4-ADD9-42F9-9008-5CF6DB91FACC}" dt="2025-09-19T06:20:18.805" v="207"/>
        <pc:sldMkLst>
          <pc:docMk/>
          <pc:sldMk cId="0" sldId="265"/>
        </pc:sldMkLst>
        <pc:spChg chg="add del mod">
          <ac:chgData name="Xiaolei Bi" userId="S::xbi@eamv.dk::4defdd0b-eb6b-464a-acc0-49fc44ef47a7" providerId="AD" clId="Web-{96090AE4-ADD9-42F9-9008-5CF6DB91FACC}" dt="2025-09-19T06:15:20.711" v="128"/>
          <ac:spMkLst>
            <pc:docMk/>
            <pc:sldMk cId="0" sldId="265"/>
            <ac:spMk id="4" creationId="{D5B92EEC-BD82-199A-B50E-92E68A5DA02C}"/>
          </ac:spMkLst>
        </pc:spChg>
        <pc:spChg chg="add del mod">
          <ac:chgData name="Xiaolei Bi" userId="S::xbi@eamv.dk::4defdd0b-eb6b-464a-acc0-49fc44ef47a7" providerId="AD" clId="Web-{96090AE4-ADD9-42F9-9008-5CF6DB91FACC}" dt="2025-09-19T06:16:58.124" v="133"/>
          <ac:spMkLst>
            <pc:docMk/>
            <pc:sldMk cId="0" sldId="265"/>
            <ac:spMk id="5" creationId="{ECEB3BF8-B3CA-018A-3DB3-48E34D172683}"/>
          </ac:spMkLst>
        </pc:spChg>
        <pc:spChg chg="add mod">
          <ac:chgData name="Xiaolei Bi" userId="S::xbi@eamv.dk::4defdd0b-eb6b-464a-acc0-49fc44ef47a7" providerId="AD" clId="Web-{96090AE4-ADD9-42F9-9008-5CF6DB91FACC}" dt="2025-09-19T06:19:57.288" v="170" actId="1076"/>
          <ac:spMkLst>
            <pc:docMk/>
            <pc:sldMk cId="0" sldId="265"/>
            <ac:spMk id="6" creationId="{CA5EC1D5-BB17-EE78-202E-73ACA2F87291}"/>
          </ac:spMkLst>
        </pc:spChg>
        <pc:picChg chg="add del">
          <ac:chgData name="Xiaolei Bi" userId="S::xbi@eamv.dk::4defdd0b-eb6b-464a-acc0-49fc44ef47a7" providerId="AD" clId="Web-{96090AE4-ADD9-42F9-9008-5CF6DB91FACC}" dt="2025-09-19T06:15:13.258" v="123"/>
          <ac:picMkLst>
            <pc:docMk/>
            <pc:sldMk cId="0" sldId="265"/>
            <ac:picMk id="2" creationId="{00000000-0000-0000-0000-000000000000}"/>
          </ac:picMkLst>
        </pc:picChg>
      </pc:sldChg>
      <pc:sldChg chg="delSp add del">
        <pc:chgData name="Xiaolei Bi" userId="S::xbi@eamv.dk::4defdd0b-eb6b-464a-acc0-49fc44ef47a7" providerId="AD" clId="Web-{96090AE4-ADD9-42F9-9008-5CF6DB91FACC}" dt="2025-09-19T06:21:59.292" v="217"/>
        <pc:sldMkLst>
          <pc:docMk/>
          <pc:sldMk cId="0" sldId="266"/>
        </pc:sldMkLst>
        <pc:spChg chg="del">
          <ac:chgData name="Xiaolei Bi" userId="S::xbi@eamv.dk::4defdd0b-eb6b-464a-acc0-49fc44ef47a7" providerId="AD" clId="Web-{96090AE4-ADD9-42F9-9008-5CF6DB91FACC}" dt="2025-09-19T06:21:56.136" v="216"/>
          <ac:spMkLst>
            <pc:docMk/>
            <pc:sldMk cId="0" sldId="266"/>
            <ac:spMk id="21" creationId="{00000000-0000-0000-0000-000000000000}"/>
          </ac:spMkLst>
        </pc:spChg>
        <pc:picChg chg="del">
          <ac:chgData name="Xiaolei Bi" userId="S::xbi@eamv.dk::4defdd0b-eb6b-464a-acc0-49fc44ef47a7" providerId="AD" clId="Web-{96090AE4-ADD9-42F9-9008-5CF6DB91FACC}" dt="2025-09-19T06:21:59.292" v="217"/>
          <ac:picMkLst>
            <pc:docMk/>
            <pc:sldMk cId="0" sldId="266"/>
            <ac:picMk id="20" creationId="{00000000-0000-0000-0000-000000000000}"/>
          </ac:picMkLst>
        </pc:picChg>
      </pc:sldChg>
      <pc:sldChg chg="add del">
        <pc:chgData name="Xiaolei Bi" userId="S::xbi@eamv.dk::4defdd0b-eb6b-464a-acc0-49fc44ef47a7" providerId="AD" clId="Web-{96090AE4-ADD9-42F9-9008-5CF6DB91FACC}" dt="2025-09-19T06:21:51.104" v="215"/>
        <pc:sldMkLst>
          <pc:docMk/>
          <pc:sldMk cId="0" sldId="267"/>
        </pc:sldMkLst>
      </pc:sldChg>
      <pc:sldChg chg="addSp delSp modSp">
        <pc:chgData name="Xiaolei Bi" userId="S::xbi@eamv.dk::4defdd0b-eb6b-464a-acc0-49fc44ef47a7" providerId="AD" clId="Web-{96090AE4-ADD9-42F9-9008-5CF6DB91FACC}" dt="2025-09-19T06:28:33.142" v="242" actId="1076"/>
        <pc:sldMkLst>
          <pc:docMk/>
          <pc:sldMk cId="0" sldId="272"/>
        </pc:sldMkLst>
        <pc:spChg chg="mod">
          <ac:chgData name="Xiaolei Bi" userId="S::xbi@eamv.dk::4defdd0b-eb6b-464a-acc0-49fc44ef47a7" providerId="AD" clId="Web-{96090AE4-ADD9-42F9-9008-5CF6DB91FACC}" dt="2025-09-19T06:26:08.640" v="233" actId="20577"/>
          <ac:spMkLst>
            <pc:docMk/>
            <pc:sldMk cId="0" sldId="272"/>
            <ac:spMk id="19" creationId="{00000000-0000-0000-0000-000000000000}"/>
          </ac:spMkLst>
        </pc:spChg>
        <pc:spChg chg="add del mod">
          <ac:chgData name="Xiaolei Bi" userId="S::xbi@eamv.dk::4defdd0b-eb6b-464a-acc0-49fc44ef47a7" providerId="AD" clId="Web-{96090AE4-ADD9-42F9-9008-5CF6DB91FACC}" dt="2025-09-19T06:26:52.375" v="238"/>
          <ac:spMkLst>
            <pc:docMk/>
            <pc:sldMk cId="0" sldId="272"/>
            <ac:spMk id="21" creationId="{F0EDB7D1-6B89-9B59-9566-029724825A6C}"/>
          </ac:spMkLst>
        </pc:spChg>
        <pc:spChg chg="add mod">
          <ac:chgData name="Xiaolei Bi" userId="S::xbi@eamv.dk::4defdd0b-eb6b-464a-acc0-49fc44ef47a7" providerId="AD" clId="Web-{96090AE4-ADD9-42F9-9008-5CF6DB91FACC}" dt="2025-09-19T06:28:33.142" v="242" actId="1076"/>
          <ac:spMkLst>
            <pc:docMk/>
            <pc:sldMk cId="0" sldId="272"/>
            <ac:spMk id="22" creationId="{CDAFCA0C-B17E-2C03-3281-E0A012567A1A}"/>
          </ac:spMkLst>
        </pc:spChg>
      </pc:sldChg>
      <pc:sldChg chg="del">
        <pc:chgData name="Xiaolei Bi" userId="S::xbi@eamv.dk::4defdd0b-eb6b-464a-acc0-49fc44ef47a7" providerId="AD" clId="Web-{96090AE4-ADD9-42F9-9008-5CF6DB91FACC}" dt="2025-09-19T06:28:53.018" v="243"/>
        <pc:sldMkLst>
          <pc:docMk/>
          <pc:sldMk cId="0" sldId="273"/>
        </pc:sldMkLst>
      </pc:sldChg>
      <pc:sldChg chg="del">
        <pc:chgData name="Xiaolei Bi" userId="S::xbi@eamv.dk::4defdd0b-eb6b-464a-acc0-49fc44ef47a7" providerId="AD" clId="Web-{96090AE4-ADD9-42F9-9008-5CF6DB91FACC}" dt="2025-09-19T06:28:53.830" v="244"/>
        <pc:sldMkLst>
          <pc:docMk/>
          <pc:sldMk cId="0" sldId="274"/>
        </pc:sldMkLst>
      </pc:sldChg>
      <pc:sldChg chg="del">
        <pc:chgData name="Xiaolei Bi" userId="S::xbi@eamv.dk::4defdd0b-eb6b-464a-acc0-49fc44ef47a7" providerId="AD" clId="Web-{96090AE4-ADD9-42F9-9008-5CF6DB91FACC}" dt="2025-09-19T06:28:54.705" v="245"/>
        <pc:sldMkLst>
          <pc:docMk/>
          <pc:sldMk cId="0" sldId="275"/>
        </pc:sldMkLst>
      </pc:sldChg>
      <pc:sldChg chg="del">
        <pc:chgData name="Xiaolei Bi" userId="S::xbi@eamv.dk::4defdd0b-eb6b-464a-acc0-49fc44ef47a7" providerId="AD" clId="Web-{96090AE4-ADD9-42F9-9008-5CF6DB91FACC}" dt="2025-09-19T06:28:55.846" v="246"/>
        <pc:sldMkLst>
          <pc:docMk/>
          <pc:sldMk cId="0" sldId="276"/>
        </pc:sldMkLst>
      </pc:sldChg>
      <pc:sldChg chg="modSp">
        <pc:chgData name="Xiaolei Bi" userId="S::xbi@eamv.dk::4defdd0b-eb6b-464a-acc0-49fc44ef47a7" providerId="AD" clId="Web-{96090AE4-ADD9-42F9-9008-5CF6DB91FACC}" dt="2025-09-19T06:30:56.084" v="247" actId="20577"/>
        <pc:sldMkLst>
          <pc:docMk/>
          <pc:sldMk cId="0" sldId="277"/>
        </pc:sldMkLst>
        <pc:spChg chg="mod">
          <ac:chgData name="Xiaolei Bi" userId="S::xbi@eamv.dk::4defdd0b-eb6b-464a-acc0-49fc44ef47a7" providerId="AD" clId="Web-{96090AE4-ADD9-42F9-9008-5CF6DB91FACC}" dt="2025-09-19T06:30:56.084" v="247" actId="20577"/>
          <ac:spMkLst>
            <pc:docMk/>
            <pc:sldMk cId="0" sldId="277"/>
            <ac:spMk id="19" creationId="{00000000-0000-0000-0000-000000000000}"/>
          </ac:spMkLst>
        </pc:spChg>
      </pc:sldChg>
      <pc:sldChg chg="addSp modSp new">
        <pc:chgData name="Xiaolei Bi" userId="S::xbi@eamv.dk::4defdd0b-eb6b-464a-acc0-49fc44ef47a7" providerId="AD" clId="Web-{96090AE4-ADD9-42F9-9008-5CF6DB91FACC}" dt="2025-09-19T06:02:36.158" v="30" actId="14100"/>
        <pc:sldMkLst>
          <pc:docMk/>
          <pc:sldMk cId="3235768613" sldId="280"/>
        </pc:sldMkLst>
        <pc:spChg chg="add mod">
          <ac:chgData name="Xiaolei Bi" userId="S::xbi@eamv.dk::4defdd0b-eb6b-464a-acc0-49fc44ef47a7" providerId="AD" clId="Web-{96090AE4-ADD9-42F9-9008-5CF6DB91FACC}" dt="2025-09-19T06:02:14.579" v="24" actId="1076"/>
          <ac:spMkLst>
            <pc:docMk/>
            <pc:sldMk cId="3235768613" sldId="280"/>
            <ac:spMk id="2" creationId="{0C574944-F237-BC29-6FE0-3C2F87F5466B}"/>
          </ac:spMkLst>
        </pc:spChg>
        <pc:spChg chg="add mod">
          <ac:chgData name="Xiaolei Bi" userId="S::xbi@eamv.dk::4defdd0b-eb6b-464a-acc0-49fc44ef47a7" providerId="AD" clId="Web-{96090AE4-ADD9-42F9-9008-5CF6DB91FACC}" dt="2025-09-19T06:02:17.548" v="25" actId="1076"/>
          <ac:spMkLst>
            <pc:docMk/>
            <pc:sldMk cId="3235768613" sldId="280"/>
            <ac:spMk id="3" creationId="{4533233E-EAEC-FBCE-460C-761B9E666998}"/>
          </ac:spMkLst>
        </pc:spChg>
        <pc:spChg chg="add mod">
          <ac:chgData name="Xiaolei Bi" userId="S::xbi@eamv.dk::4defdd0b-eb6b-464a-acc0-49fc44ef47a7" providerId="AD" clId="Web-{96090AE4-ADD9-42F9-9008-5CF6DB91FACC}" dt="2025-09-19T06:02:36.158" v="30" actId="14100"/>
          <ac:spMkLst>
            <pc:docMk/>
            <pc:sldMk cId="3235768613" sldId="280"/>
            <ac:spMk id="4" creationId="{6BF1E418-BB36-8776-6024-8F210A1B5CCF}"/>
          </ac:spMkLst>
        </pc:spChg>
      </pc:sldChg>
      <pc:sldChg chg="addSp modSp new modNotes">
        <pc:chgData name="Xiaolei Bi" userId="S::xbi@eamv.dk::4defdd0b-eb6b-464a-acc0-49fc44ef47a7" providerId="AD" clId="Web-{96090AE4-ADD9-42F9-9008-5CF6DB91FACC}" dt="2025-09-19T06:05:47.272" v="114"/>
        <pc:sldMkLst>
          <pc:docMk/>
          <pc:sldMk cId="3370855874" sldId="281"/>
        </pc:sldMkLst>
        <pc:spChg chg="add mod">
          <ac:chgData name="Xiaolei Bi" userId="S::xbi@eamv.dk::4defdd0b-eb6b-464a-acc0-49fc44ef47a7" providerId="AD" clId="Web-{96090AE4-ADD9-42F9-9008-5CF6DB91FACC}" dt="2025-09-19T06:05:22.787" v="94" actId="1076"/>
          <ac:spMkLst>
            <pc:docMk/>
            <pc:sldMk cId="3370855874" sldId="281"/>
            <ac:spMk id="2" creationId="{D8C588C4-3E5D-69A3-45A1-20C89EC847F5}"/>
          </ac:spMkLst>
        </pc:spChg>
      </pc:sldChg>
      <pc:sldChg chg="addSp modSp new">
        <pc:chgData name="Xiaolei Bi" userId="S::xbi@eamv.dk::4defdd0b-eb6b-464a-acc0-49fc44ef47a7" providerId="AD" clId="Web-{96090AE4-ADD9-42F9-9008-5CF6DB91FACC}" dt="2025-09-19T06:12:52.263" v="120" actId="20577"/>
        <pc:sldMkLst>
          <pc:docMk/>
          <pc:sldMk cId="1332462746" sldId="282"/>
        </pc:sldMkLst>
        <pc:spChg chg="add mod">
          <ac:chgData name="Xiaolei Bi" userId="S::xbi@eamv.dk::4defdd0b-eb6b-464a-acc0-49fc44ef47a7" providerId="AD" clId="Web-{96090AE4-ADD9-42F9-9008-5CF6DB91FACC}" dt="2025-09-19T06:12:52.263" v="120" actId="20577"/>
          <ac:spMkLst>
            <pc:docMk/>
            <pc:sldMk cId="1332462746" sldId="282"/>
            <ac:spMk id="2" creationId="{63720A04-75C4-AE17-6BE8-43197CCA2E14}"/>
          </ac:spMkLst>
        </pc:spChg>
      </pc:sldChg>
      <pc:sldChg chg="addSp modSp new">
        <pc:chgData name="Xiaolei Bi" userId="S::xbi@eamv.dk::4defdd0b-eb6b-464a-acc0-49fc44ef47a7" providerId="AD" clId="Web-{96090AE4-ADD9-42F9-9008-5CF6DB91FACC}" dt="2025-09-19T06:20:55.415" v="211" actId="1076"/>
        <pc:sldMkLst>
          <pc:docMk/>
          <pc:sldMk cId="1581640346" sldId="283"/>
        </pc:sldMkLst>
        <pc:picChg chg="add mod">
          <ac:chgData name="Xiaolei Bi" userId="S::xbi@eamv.dk::4defdd0b-eb6b-464a-acc0-49fc44ef47a7" providerId="AD" clId="Web-{96090AE4-ADD9-42F9-9008-5CF6DB91FACC}" dt="2025-09-19T06:20:55.415" v="211" actId="1076"/>
          <ac:picMkLst>
            <pc:docMk/>
            <pc:sldMk cId="1581640346" sldId="283"/>
            <ac:picMk id="2" creationId="{2413CD00-C8BF-6BBF-D8DE-B1300751D29F}"/>
          </ac:picMkLst>
        </pc:picChg>
      </pc:sldChg>
      <pc:sldChg chg="addSp modSp new">
        <pc:chgData name="Xiaolei Bi" userId="S::xbi@eamv.dk::4defdd0b-eb6b-464a-acc0-49fc44ef47a7" providerId="AD" clId="Web-{96090AE4-ADD9-42F9-9008-5CF6DB91FACC}" dt="2025-09-19T06:24:49.186" v="231" actId="20577"/>
        <pc:sldMkLst>
          <pc:docMk/>
          <pc:sldMk cId="510772886" sldId="284"/>
        </pc:sldMkLst>
        <pc:spChg chg="add mod">
          <ac:chgData name="Xiaolei Bi" userId="S::xbi@eamv.dk::4defdd0b-eb6b-464a-acc0-49fc44ef47a7" providerId="AD" clId="Web-{96090AE4-ADD9-42F9-9008-5CF6DB91FACC}" dt="2025-09-19T06:24:49.186" v="231" actId="20577"/>
          <ac:spMkLst>
            <pc:docMk/>
            <pc:sldMk cId="510772886" sldId="284"/>
            <ac:spMk id="2" creationId="{24E994B6-000E-530B-B816-1C298FEE0DC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9T06:01:34.6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3630 3793 16383 0 0,'2'0'0'0'0,"15"0"0"0"0,41 0 0 0 0,59 0 0 0 0,57 0 0 0 0,44 0 0 0 0,21 0 0 0 0,1 0 0 0 0,-9 0 0 0 0,-16 0 0 0 0,-19 0 0 0 0,-20 0 0 0 0,-22 0 0 0 0,-21 0 0 0 0,-18 0 0 0 0,-15 0 0 0 0,-19 0 0 0 0,-17 0 0 0 0,-15 0 0 0 0,-10 0 0 0 0,0 0 0 0 0,6 0 0 0 0,8 0 0 0 0,5 0 0 0 0,2 0 0 0 0,-4 0 0 0 0,-6 0 0 0 0,-5 0 0 0 0,-5 0 0 0 0,-6 2 0 0 0,-4 1 0 0 0,-4 1 0 0 0,-8-1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9T06:01:26.4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6781 6728 16383 0 0,'2'0'0'0'0,"10"0"0"0"0,30 0 0 0 0,53 0 0 0 0,64 0 0 0 0,52 0 0 0 0,36 0 0 0 0,16 0 0 0 0,0 0 0 0 0,-11 0 0 0 0,-21 0 0 0 0,-23 0 0 0 0,-21 0 0 0 0,-20 0 0 0 0,-18 0 0 0 0,-14 0 0 0 0,-18 0 0 0 0,-20 0 0 0 0,-23 0 0 0 0,-19 0 0 0 0,-16 0 0 0 0,-11 0 0 0 0,-2 0 0 0 0,4 0 0 0 0,7 0 0 0 0,3 0 0 0 0,0 0 0 0 0,-5 0 0 0 0,-6 0 0 0 0,-7 0 0 0 0,-2 0 0 0 0,1 0 0 0 0,2 0 0 0 0,0 0 0 0 0,-1 0 0 0 0,-2 1 0 0 0,-4 0 0 0 0,-1 1 0 0 0,-3 0 0 0 0,-2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70F4B-6187-4460-A451-7F45EA7C836C}" type="datetimeFigureOut">
              <a:t>25/09/2026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5A8FF-49A2-49A0-B094-83284475A6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82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html/MethodDemo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for left parenthesis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1 semi colon, </a:t>
            </a:r>
            <a:r>
              <a:rPr lang="en-IN" dirty="0" err="1"/>
              <a:t>i</a:t>
            </a:r>
            <a:r>
              <a:rPr lang="en-IN" dirty="0"/>
              <a:t> is less than or equal to 10 semi colon </a:t>
            </a:r>
            <a:r>
              <a:rPr lang="en-IN" dirty="0" err="1"/>
              <a:t>i</a:t>
            </a:r>
            <a:r>
              <a:rPr lang="en-IN" dirty="0"/>
              <a:t> ++ right parenthesis</a:t>
            </a:r>
          </a:p>
          <a:p>
            <a:r>
              <a:rPr lang="en-IN" dirty="0"/>
              <a:t>sum + = </a:t>
            </a:r>
            <a:r>
              <a:rPr lang="en-IN" dirty="0" err="1"/>
              <a:t>i</a:t>
            </a:r>
            <a:r>
              <a:rPr lang="en-IN" dirty="0"/>
              <a:t> semi colon</a:t>
            </a:r>
          </a:p>
          <a:p>
            <a:r>
              <a:rPr lang="en-IN" dirty="0" err="1"/>
              <a:t>system.out.prinln</a:t>
            </a:r>
            <a:r>
              <a:rPr lang="en-IN" dirty="0"/>
              <a:t> left parenthesis start double quotation marks Sum from 1 to 10 is end double quotation marks + sum right parenthesis semi colon</a:t>
            </a:r>
          </a:p>
          <a:p>
            <a:r>
              <a:rPr lang="en-IN" dirty="0"/>
              <a:t>sum = 0 semi colon</a:t>
            </a:r>
          </a:p>
          <a:p>
            <a:r>
              <a:rPr lang="en-IN" dirty="0"/>
              <a:t>for left parenthesis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20 semi colon, </a:t>
            </a:r>
            <a:r>
              <a:rPr lang="en-IN" dirty="0" err="1"/>
              <a:t>i</a:t>
            </a:r>
            <a:r>
              <a:rPr lang="en-IN" dirty="0"/>
              <a:t> is less than or equal to 30 semi colon </a:t>
            </a:r>
            <a:r>
              <a:rPr lang="en-IN" dirty="0" err="1"/>
              <a:t>i</a:t>
            </a:r>
            <a:r>
              <a:rPr lang="en-IN" dirty="0"/>
              <a:t> ++ right parenthesis</a:t>
            </a:r>
          </a:p>
          <a:p>
            <a:r>
              <a:rPr lang="en-IN" dirty="0"/>
              <a:t>sum + = </a:t>
            </a:r>
            <a:r>
              <a:rPr lang="en-IN" dirty="0" err="1"/>
              <a:t>i</a:t>
            </a:r>
            <a:r>
              <a:rPr lang="en-IN" dirty="0"/>
              <a:t> semi colon</a:t>
            </a:r>
          </a:p>
          <a:p>
            <a:r>
              <a:rPr lang="en-IN" dirty="0" err="1"/>
              <a:t>system.out.prinln</a:t>
            </a:r>
            <a:r>
              <a:rPr lang="en-IN" dirty="0"/>
              <a:t> left parenthesis start double quotation marks Sum from 20 to 30 is end double quotation marks + sum right parenthesis semi colon</a:t>
            </a:r>
          </a:p>
          <a:p>
            <a:r>
              <a:rPr lang="en-IN" dirty="0"/>
              <a:t>sum = 0 semi colon</a:t>
            </a:r>
          </a:p>
          <a:p>
            <a:r>
              <a:rPr lang="en-IN" dirty="0"/>
              <a:t>for left parenthesis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35 semi colon, </a:t>
            </a:r>
            <a:r>
              <a:rPr lang="en-IN" dirty="0" err="1"/>
              <a:t>i</a:t>
            </a:r>
            <a:r>
              <a:rPr lang="en-IN" dirty="0"/>
              <a:t> is less than or equal to 45 semi colon </a:t>
            </a:r>
            <a:r>
              <a:rPr lang="en-IN" dirty="0" err="1"/>
              <a:t>i</a:t>
            </a:r>
            <a:r>
              <a:rPr lang="en-IN" dirty="0"/>
              <a:t> ++ right parenthesis</a:t>
            </a:r>
          </a:p>
          <a:p>
            <a:r>
              <a:rPr lang="en-IN" dirty="0"/>
              <a:t>sum + = </a:t>
            </a:r>
            <a:r>
              <a:rPr lang="en-IN" dirty="0" err="1"/>
              <a:t>i</a:t>
            </a:r>
            <a:r>
              <a:rPr lang="en-IN" dirty="0"/>
              <a:t> semi colon</a:t>
            </a:r>
          </a:p>
          <a:p>
            <a:r>
              <a:rPr lang="en-IN" dirty="0" err="1"/>
              <a:t>system.out.prinln</a:t>
            </a:r>
            <a:r>
              <a:rPr lang="en-IN" dirty="0"/>
              <a:t> left parenthesis start double quotation marks Sum from 35 to 45 is end double quotation marks + sum right parenthesis semi colon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794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int</a:t>
            </a:r>
            <a:r>
              <a:rPr lang="en-IN" dirty="0"/>
              <a:t> sum = 0 semi colon</a:t>
            </a:r>
          </a:p>
          <a:p>
            <a:r>
              <a:rPr lang="en-IN" dirty="0"/>
              <a:t>for left parenthesis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i1 semi colon </a:t>
            </a:r>
            <a:r>
              <a:rPr lang="en-IN" dirty="0" err="1"/>
              <a:t>i</a:t>
            </a:r>
            <a:r>
              <a:rPr lang="en-IN" dirty="0"/>
              <a:t> is less than or equal to i2 semi colon </a:t>
            </a:r>
            <a:r>
              <a:rPr lang="en-IN" dirty="0" err="1"/>
              <a:t>i</a:t>
            </a:r>
            <a:r>
              <a:rPr lang="en-IN" dirty="0"/>
              <a:t> ++ right parenthesis</a:t>
            </a:r>
          </a:p>
          <a:p>
            <a:r>
              <a:rPr lang="en-IN" dirty="0"/>
              <a:t>sum + = </a:t>
            </a:r>
            <a:r>
              <a:rPr lang="en-IN" dirty="0" err="1"/>
              <a:t>i</a:t>
            </a:r>
            <a:r>
              <a:rPr lang="en-IN" dirty="0"/>
              <a:t> semi colon</a:t>
            </a:r>
          </a:p>
          <a:p>
            <a:r>
              <a:rPr lang="en-IN" dirty="0"/>
              <a:t>return sum semi colon</a:t>
            </a:r>
          </a:p>
          <a:p>
            <a:r>
              <a:rPr lang="en-IN" dirty="0"/>
              <a:t>right brace</a:t>
            </a:r>
          </a:p>
          <a:p>
            <a:r>
              <a:rPr lang="en-IN" dirty="0"/>
              <a:t>public static void main left parenthesis string left bracket right bracket </a:t>
            </a:r>
            <a:r>
              <a:rPr lang="en-IN" dirty="0" err="1"/>
              <a:t>args</a:t>
            </a:r>
            <a:r>
              <a:rPr lang="en-IN" dirty="0"/>
              <a:t> right parenthesis left brace</a:t>
            </a:r>
          </a:p>
          <a:p>
            <a:r>
              <a:rPr lang="en-IN" dirty="0" err="1"/>
              <a:t>system.out.println</a:t>
            </a:r>
            <a:r>
              <a:rPr lang="en-IN" dirty="0"/>
              <a:t> left parenthesis start double quotation marks Sum from 1 to 10 is end double quotation marks + sum left parenthesis 1, 10 right parenthesis, right parenthesis semi colon (sum left parenthesis 1, 10 right parenthesis is highlighted)</a:t>
            </a:r>
          </a:p>
          <a:p>
            <a:r>
              <a:rPr lang="en-IN" dirty="0" err="1"/>
              <a:t>system.out.println</a:t>
            </a:r>
            <a:r>
              <a:rPr lang="en-IN" dirty="0"/>
              <a:t> left parenthesis start double quotation marks Sum from 20 to 30 is end double quotation marks + sum left parenthesis 20, 30 right parenthesis, right parenthesis semi colon (sum left parenthesis 20, 30 right parenthesis is highlighted)</a:t>
            </a:r>
          </a:p>
          <a:p>
            <a:r>
              <a:rPr lang="en-IN" dirty="0" err="1"/>
              <a:t>system.out.println</a:t>
            </a:r>
            <a:r>
              <a:rPr lang="en-IN" dirty="0"/>
              <a:t> left parenthesis start double quotation marks Sum from 35 to 45 is end double quotation marks + sum left parenthesis 35, 45 right parenthesis, right parenthesis semi colon (sum left parenthesis 35, 45 right parenthesis is highlighted)</a:t>
            </a:r>
          </a:p>
          <a:p>
            <a:r>
              <a:rPr lang="en-IN" dirty="0"/>
              <a:t>right brace</a:t>
            </a:r>
          </a:p>
          <a:p>
            <a:endParaRPr lang="en-IN" dirty="0"/>
          </a:p>
          <a:p>
            <a:r>
              <a:rPr lang="en-IN" b="0" dirty="0" err="1"/>
              <a:t>MethodDemo</a:t>
            </a:r>
            <a:r>
              <a:rPr lang="en-IN" b="0" dirty="0"/>
              <a:t>: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https://liveexample.pearsoncmg.com/html/MethodDemo.html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5662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Define a method</a:t>
            </a:r>
          </a:p>
          <a:p>
            <a:r>
              <a:rPr lang="en-IN" dirty="0"/>
              <a:t>public static </a:t>
            </a:r>
            <a:r>
              <a:rPr lang="en-IN" dirty="0" err="1"/>
              <a:t>int</a:t>
            </a:r>
            <a:r>
              <a:rPr lang="en-IN" dirty="0"/>
              <a:t> max open parenthesis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1,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2 close parenthesis open braces </a:t>
            </a:r>
            <a:r>
              <a:rPr lang="en-IN" dirty="0" err="1"/>
              <a:t>int</a:t>
            </a:r>
            <a:r>
              <a:rPr lang="en-IN" dirty="0"/>
              <a:t> result Semicolon</a:t>
            </a:r>
          </a:p>
          <a:p>
            <a:r>
              <a:rPr lang="en-IN" dirty="0"/>
              <a:t>if open parenthesis </a:t>
            </a:r>
            <a:r>
              <a:rPr lang="en-IN" dirty="0" err="1"/>
              <a:t>num</a:t>
            </a:r>
            <a:r>
              <a:rPr lang="en-IN" dirty="0"/>
              <a:t> 1 greater than </a:t>
            </a:r>
            <a:r>
              <a:rPr lang="en-IN" dirty="0" err="1"/>
              <a:t>num</a:t>
            </a:r>
            <a:r>
              <a:rPr lang="en-IN" dirty="0"/>
              <a:t> 2 close parenthesis result = </a:t>
            </a:r>
            <a:r>
              <a:rPr lang="en-IN" dirty="0" err="1"/>
              <a:t>num</a:t>
            </a:r>
            <a:r>
              <a:rPr lang="en-IN" dirty="0"/>
              <a:t> 1 Semicolon </a:t>
            </a:r>
          </a:p>
          <a:p>
            <a:r>
              <a:rPr lang="en-IN" dirty="0"/>
              <a:t>else </a:t>
            </a:r>
          </a:p>
          <a:p>
            <a:r>
              <a:rPr lang="en-IN" dirty="0"/>
              <a:t>result = </a:t>
            </a:r>
            <a:r>
              <a:rPr lang="en-IN" dirty="0" err="1"/>
              <a:t>num</a:t>
            </a:r>
            <a:r>
              <a:rPr lang="en-IN" dirty="0"/>
              <a:t> 2 Semicolon</a:t>
            </a:r>
          </a:p>
          <a:p>
            <a:r>
              <a:rPr lang="en-IN" dirty="0"/>
              <a:t>return result Semicolon close braces</a:t>
            </a:r>
          </a:p>
          <a:p>
            <a:r>
              <a:rPr lang="en-IN" dirty="0"/>
              <a:t>Invoke a method.</a:t>
            </a:r>
          </a:p>
          <a:p>
            <a:r>
              <a:rPr lang="en-IN" dirty="0" err="1"/>
              <a:t>int</a:t>
            </a:r>
            <a:r>
              <a:rPr lang="en-IN" dirty="0"/>
              <a:t> z = max open parenthesis x, y close parenthesis Semicolon </a:t>
            </a:r>
          </a:p>
          <a:p>
            <a:r>
              <a:rPr lang="en-IN" dirty="0"/>
              <a:t>x and y are </a:t>
            </a:r>
            <a:r>
              <a:rPr lang="en-IN" dirty="0" err="1"/>
              <a:t>labeled</a:t>
            </a:r>
            <a:r>
              <a:rPr lang="en-IN" dirty="0"/>
              <a:t> as actual parameters,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3428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Define a method.</a:t>
            </a:r>
          </a:p>
          <a:p>
            <a:r>
              <a:rPr lang="en-IN" dirty="0"/>
              <a:t>Public static </a:t>
            </a:r>
            <a:r>
              <a:rPr lang="en-IN" dirty="0" err="1"/>
              <a:t>int</a:t>
            </a:r>
            <a:r>
              <a:rPr lang="en-IN" dirty="0"/>
              <a:t> max open parenthesis </a:t>
            </a:r>
            <a:r>
              <a:rPr lang="en-IN" dirty="0" err="1"/>
              <a:t>num</a:t>
            </a:r>
            <a:r>
              <a:rPr lang="en-IN" dirty="0"/>
              <a:t> 1,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2 close parenthesis open braces </a:t>
            </a:r>
            <a:r>
              <a:rPr lang="en-IN" dirty="0" err="1"/>
              <a:t>int</a:t>
            </a:r>
            <a:r>
              <a:rPr lang="en-IN" dirty="0"/>
              <a:t> results Semicolon This line is </a:t>
            </a:r>
            <a:r>
              <a:rPr lang="en-IN" dirty="0" err="1"/>
              <a:t>labeled</a:t>
            </a:r>
            <a:r>
              <a:rPr lang="en-IN" dirty="0"/>
              <a:t>, method header. Public static are </a:t>
            </a:r>
            <a:r>
              <a:rPr lang="en-IN" dirty="0" err="1"/>
              <a:t>labeled</a:t>
            </a:r>
            <a:r>
              <a:rPr lang="en-IN" dirty="0"/>
              <a:t>, modifier. </a:t>
            </a:r>
            <a:r>
              <a:rPr lang="en-IN" dirty="0" err="1"/>
              <a:t>int</a:t>
            </a:r>
            <a:r>
              <a:rPr lang="en-IN" dirty="0"/>
              <a:t> is </a:t>
            </a:r>
            <a:r>
              <a:rPr lang="en-IN" dirty="0" err="1"/>
              <a:t>labeled</a:t>
            </a:r>
            <a:r>
              <a:rPr lang="en-IN" dirty="0"/>
              <a:t> return value type. max is </a:t>
            </a:r>
            <a:r>
              <a:rPr lang="en-IN" dirty="0" err="1"/>
              <a:t>labeled</a:t>
            </a:r>
            <a:r>
              <a:rPr lang="en-IN" dirty="0"/>
              <a:t> method name. </a:t>
            </a:r>
            <a:r>
              <a:rPr lang="en-IN" dirty="0" err="1"/>
              <a:t>num</a:t>
            </a:r>
            <a:r>
              <a:rPr lang="en-IN" dirty="0"/>
              <a:t> 1 and </a:t>
            </a:r>
            <a:r>
              <a:rPr lang="en-IN" dirty="0" err="1"/>
              <a:t>num</a:t>
            </a:r>
            <a:r>
              <a:rPr lang="en-IN" dirty="0"/>
              <a:t> 2 are </a:t>
            </a:r>
            <a:r>
              <a:rPr lang="en-IN" dirty="0" err="1"/>
              <a:t>labeled</a:t>
            </a:r>
            <a:r>
              <a:rPr lang="en-IN" dirty="0"/>
              <a:t> formal parameters. information within the parenthesis is </a:t>
            </a:r>
            <a:r>
              <a:rPr lang="en-IN" dirty="0" err="1"/>
              <a:t>labeled</a:t>
            </a:r>
            <a:r>
              <a:rPr lang="en-IN" dirty="0"/>
              <a:t> parameter list. max open parenthesis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1,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2 close parenthesis is </a:t>
            </a:r>
            <a:r>
              <a:rPr lang="en-IN" dirty="0" err="1"/>
              <a:t>labeled</a:t>
            </a:r>
            <a:r>
              <a:rPr lang="en-IN" dirty="0"/>
              <a:t>, method signature.</a:t>
            </a:r>
          </a:p>
          <a:p>
            <a:r>
              <a:rPr lang="en-IN" dirty="0"/>
              <a:t>Below is the method body.</a:t>
            </a:r>
          </a:p>
          <a:p>
            <a:r>
              <a:rPr lang="en-IN" dirty="0"/>
              <a:t>if open parenthesis </a:t>
            </a:r>
            <a:r>
              <a:rPr lang="en-IN" dirty="0" err="1"/>
              <a:t>num</a:t>
            </a:r>
            <a:r>
              <a:rPr lang="en-IN" dirty="0"/>
              <a:t> 1 greater than </a:t>
            </a:r>
            <a:r>
              <a:rPr lang="en-IN" dirty="0" err="1"/>
              <a:t>num</a:t>
            </a:r>
            <a:r>
              <a:rPr lang="en-IN" dirty="0"/>
              <a:t> 2 close parenthesis result = </a:t>
            </a:r>
            <a:r>
              <a:rPr lang="en-IN" dirty="0" err="1"/>
              <a:t>num</a:t>
            </a:r>
            <a:r>
              <a:rPr lang="en-IN" dirty="0"/>
              <a:t> 1 Semicolon </a:t>
            </a:r>
          </a:p>
          <a:p>
            <a:r>
              <a:rPr lang="en-IN" dirty="0"/>
              <a:t>else </a:t>
            </a:r>
          </a:p>
          <a:p>
            <a:r>
              <a:rPr lang="en-IN" dirty="0"/>
              <a:t>result = </a:t>
            </a:r>
            <a:r>
              <a:rPr lang="en-IN" dirty="0" err="1"/>
              <a:t>num</a:t>
            </a:r>
            <a:r>
              <a:rPr lang="en-IN" dirty="0"/>
              <a:t> 2</a:t>
            </a:r>
          </a:p>
          <a:p>
            <a:r>
              <a:rPr lang="en-IN" dirty="0"/>
              <a:t>return result Semicolon It is </a:t>
            </a:r>
            <a:r>
              <a:rPr lang="en-IN" dirty="0" err="1"/>
              <a:t>labeled</a:t>
            </a:r>
            <a:r>
              <a:rPr lang="en-IN" dirty="0"/>
              <a:t> return value.</a:t>
            </a:r>
          </a:p>
          <a:p>
            <a:r>
              <a:rPr lang="en-IN" dirty="0"/>
              <a:t>Invoke a method.</a:t>
            </a:r>
          </a:p>
          <a:p>
            <a:r>
              <a:rPr lang="en-IN" dirty="0" err="1"/>
              <a:t>int</a:t>
            </a:r>
            <a:r>
              <a:rPr lang="en-IN" dirty="0"/>
              <a:t> z = max open parenthesis x, y close parenthesis Semicolon</a:t>
            </a:r>
          </a:p>
          <a:p>
            <a:r>
              <a:rPr lang="en-IN" dirty="0"/>
              <a:t>x and y are </a:t>
            </a:r>
            <a:r>
              <a:rPr lang="en-IN" dirty="0" err="1"/>
              <a:t>labeled</a:t>
            </a:r>
            <a:r>
              <a:rPr lang="en-IN" dirty="0"/>
              <a:t> as actual parameters (arguments).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9845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Define a method.</a:t>
            </a:r>
          </a:p>
          <a:p>
            <a:r>
              <a:rPr lang="en-IN" dirty="0"/>
              <a:t>Public static </a:t>
            </a:r>
            <a:r>
              <a:rPr lang="en-IN" dirty="0" err="1"/>
              <a:t>int</a:t>
            </a:r>
            <a:r>
              <a:rPr lang="en-IN" dirty="0"/>
              <a:t> max open parenthesis </a:t>
            </a:r>
            <a:r>
              <a:rPr lang="en-IN" dirty="0" err="1"/>
              <a:t>num</a:t>
            </a:r>
            <a:r>
              <a:rPr lang="en-IN" dirty="0"/>
              <a:t> 1,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2 close parenthesis open braces </a:t>
            </a:r>
            <a:r>
              <a:rPr lang="en-IN" dirty="0" err="1"/>
              <a:t>int</a:t>
            </a:r>
            <a:r>
              <a:rPr lang="en-IN" dirty="0"/>
              <a:t> results Semicolon This line is </a:t>
            </a:r>
            <a:r>
              <a:rPr lang="en-IN" dirty="0" err="1"/>
              <a:t>labeled</a:t>
            </a:r>
            <a:r>
              <a:rPr lang="en-IN" dirty="0"/>
              <a:t>, method header. Public static are </a:t>
            </a:r>
            <a:r>
              <a:rPr lang="en-IN" dirty="0" err="1"/>
              <a:t>labeled</a:t>
            </a:r>
            <a:r>
              <a:rPr lang="en-IN" dirty="0"/>
              <a:t>, modifier. </a:t>
            </a:r>
            <a:r>
              <a:rPr lang="en-IN" dirty="0" err="1"/>
              <a:t>int</a:t>
            </a:r>
            <a:r>
              <a:rPr lang="en-IN" dirty="0"/>
              <a:t> is </a:t>
            </a:r>
            <a:r>
              <a:rPr lang="en-IN" dirty="0" err="1"/>
              <a:t>labeled</a:t>
            </a:r>
            <a:r>
              <a:rPr lang="en-IN" dirty="0"/>
              <a:t> return value type. max is </a:t>
            </a:r>
            <a:r>
              <a:rPr lang="en-IN" dirty="0" err="1"/>
              <a:t>labeled</a:t>
            </a:r>
            <a:r>
              <a:rPr lang="en-IN" dirty="0"/>
              <a:t> method name. </a:t>
            </a:r>
            <a:r>
              <a:rPr lang="en-IN" dirty="0" err="1"/>
              <a:t>num</a:t>
            </a:r>
            <a:r>
              <a:rPr lang="en-IN" dirty="0"/>
              <a:t> 1 and </a:t>
            </a:r>
            <a:r>
              <a:rPr lang="en-IN" dirty="0" err="1"/>
              <a:t>num</a:t>
            </a:r>
            <a:r>
              <a:rPr lang="en-IN" dirty="0"/>
              <a:t> 2 are </a:t>
            </a:r>
            <a:r>
              <a:rPr lang="en-IN" dirty="0" err="1"/>
              <a:t>labeled</a:t>
            </a:r>
            <a:r>
              <a:rPr lang="en-IN" dirty="0"/>
              <a:t> formal parameters. information within the parenthesis is </a:t>
            </a:r>
            <a:r>
              <a:rPr lang="en-IN" dirty="0" err="1"/>
              <a:t>labeled</a:t>
            </a:r>
            <a:r>
              <a:rPr lang="en-IN" dirty="0"/>
              <a:t> parameter list. max open parenthesis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1,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2 close parenthesis is </a:t>
            </a:r>
            <a:r>
              <a:rPr lang="en-IN" dirty="0" err="1"/>
              <a:t>labeled</a:t>
            </a:r>
            <a:r>
              <a:rPr lang="en-IN" dirty="0"/>
              <a:t>, method signature.</a:t>
            </a:r>
          </a:p>
          <a:p>
            <a:r>
              <a:rPr lang="en-IN" dirty="0"/>
              <a:t>Below is the method body.</a:t>
            </a:r>
          </a:p>
          <a:p>
            <a:r>
              <a:rPr lang="en-IN" dirty="0"/>
              <a:t>if open parenthesis </a:t>
            </a:r>
            <a:r>
              <a:rPr lang="en-IN" dirty="0" err="1"/>
              <a:t>num</a:t>
            </a:r>
            <a:r>
              <a:rPr lang="en-IN" dirty="0"/>
              <a:t> 1 greater than </a:t>
            </a:r>
            <a:r>
              <a:rPr lang="en-IN" dirty="0" err="1"/>
              <a:t>num</a:t>
            </a:r>
            <a:r>
              <a:rPr lang="en-IN" dirty="0"/>
              <a:t> 2 close parenthesis result = </a:t>
            </a:r>
            <a:r>
              <a:rPr lang="en-IN" dirty="0" err="1"/>
              <a:t>num</a:t>
            </a:r>
            <a:r>
              <a:rPr lang="en-IN" dirty="0"/>
              <a:t> 1 Semicolon </a:t>
            </a:r>
          </a:p>
          <a:p>
            <a:r>
              <a:rPr lang="en-IN" dirty="0"/>
              <a:t>else </a:t>
            </a:r>
          </a:p>
          <a:p>
            <a:r>
              <a:rPr lang="en-IN" dirty="0"/>
              <a:t>result = </a:t>
            </a:r>
            <a:r>
              <a:rPr lang="en-IN" dirty="0" err="1"/>
              <a:t>num</a:t>
            </a:r>
            <a:r>
              <a:rPr lang="en-IN" dirty="0"/>
              <a:t> 2</a:t>
            </a:r>
          </a:p>
          <a:p>
            <a:r>
              <a:rPr lang="en-IN" dirty="0"/>
              <a:t>return result Semicolon It is </a:t>
            </a:r>
            <a:r>
              <a:rPr lang="en-IN" dirty="0" err="1"/>
              <a:t>labeled</a:t>
            </a:r>
            <a:r>
              <a:rPr lang="en-IN" dirty="0"/>
              <a:t> return value.</a:t>
            </a:r>
          </a:p>
          <a:p>
            <a:r>
              <a:rPr lang="en-IN" dirty="0"/>
              <a:t>Invoke a method.</a:t>
            </a:r>
          </a:p>
          <a:p>
            <a:r>
              <a:rPr lang="en-IN" dirty="0" err="1"/>
              <a:t>int</a:t>
            </a:r>
            <a:r>
              <a:rPr lang="en-IN" dirty="0"/>
              <a:t> z = max open parenthesis x, y close parenthesis Semicolon</a:t>
            </a:r>
          </a:p>
          <a:p>
            <a:r>
              <a:rPr lang="en-IN" dirty="0"/>
              <a:t>x and y are </a:t>
            </a:r>
            <a:r>
              <a:rPr lang="en-IN" dirty="0" err="1"/>
              <a:t>labeled</a:t>
            </a:r>
            <a:r>
              <a:rPr lang="en-IN" dirty="0"/>
              <a:t> as actual parameters,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0640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Define a method.</a:t>
            </a:r>
          </a:p>
          <a:p>
            <a:r>
              <a:rPr lang="en-IN" dirty="0"/>
              <a:t>Public static </a:t>
            </a:r>
            <a:r>
              <a:rPr lang="en-IN" dirty="0" err="1"/>
              <a:t>int</a:t>
            </a:r>
            <a:r>
              <a:rPr lang="en-IN" dirty="0"/>
              <a:t> max open parenthesis </a:t>
            </a:r>
            <a:r>
              <a:rPr lang="en-IN" dirty="0" err="1"/>
              <a:t>num</a:t>
            </a:r>
            <a:r>
              <a:rPr lang="en-IN" dirty="0"/>
              <a:t> 1,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2 close parenthesis open braces </a:t>
            </a:r>
            <a:r>
              <a:rPr lang="en-IN" dirty="0" err="1"/>
              <a:t>int</a:t>
            </a:r>
            <a:r>
              <a:rPr lang="en-IN" dirty="0"/>
              <a:t> results Semicolon This line is </a:t>
            </a:r>
            <a:r>
              <a:rPr lang="en-IN" dirty="0" err="1"/>
              <a:t>labeled</a:t>
            </a:r>
            <a:r>
              <a:rPr lang="en-IN" dirty="0"/>
              <a:t>, method header. Public static are </a:t>
            </a:r>
            <a:r>
              <a:rPr lang="en-IN" dirty="0" err="1"/>
              <a:t>labeled</a:t>
            </a:r>
            <a:r>
              <a:rPr lang="en-IN" dirty="0"/>
              <a:t>, modifier. </a:t>
            </a:r>
            <a:r>
              <a:rPr lang="en-IN" dirty="0" err="1"/>
              <a:t>int</a:t>
            </a:r>
            <a:r>
              <a:rPr lang="en-IN" dirty="0"/>
              <a:t> is </a:t>
            </a:r>
            <a:r>
              <a:rPr lang="en-IN" dirty="0" err="1"/>
              <a:t>labeled</a:t>
            </a:r>
            <a:r>
              <a:rPr lang="en-IN" dirty="0"/>
              <a:t> return value type. max is </a:t>
            </a:r>
            <a:r>
              <a:rPr lang="en-IN" dirty="0" err="1"/>
              <a:t>labeled</a:t>
            </a:r>
            <a:r>
              <a:rPr lang="en-IN" dirty="0"/>
              <a:t> method name. </a:t>
            </a:r>
            <a:r>
              <a:rPr lang="en-IN" dirty="0" err="1"/>
              <a:t>num</a:t>
            </a:r>
            <a:r>
              <a:rPr lang="en-IN" dirty="0"/>
              <a:t> 1 and </a:t>
            </a:r>
            <a:r>
              <a:rPr lang="en-IN" dirty="0" err="1"/>
              <a:t>num</a:t>
            </a:r>
            <a:r>
              <a:rPr lang="en-IN" dirty="0"/>
              <a:t> 2 are </a:t>
            </a:r>
            <a:r>
              <a:rPr lang="en-IN" dirty="0" err="1"/>
              <a:t>labeled</a:t>
            </a:r>
            <a:r>
              <a:rPr lang="en-IN" dirty="0"/>
              <a:t> formal parameters. information within the parenthesis is </a:t>
            </a:r>
            <a:r>
              <a:rPr lang="en-IN" dirty="0" err="1"/>
              <a:t>labeled</a:t>
            </a:r>
            <a:r>
              <a:rPr lang="en-IN" dirty="0"/>
              <a:t> parameter list. max open parenthesis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1,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2 close parenthesis is </a:t>
            </a:r>
            <a:r>
              <a:rPr lang="en-IN" dirty="0" err="1"/>
              <a:t>labeled</a:t>
            </a:r>
            <a:r>
              <a:rPr lang="en-IN" dirty="0"/>
              <a:t>, method signature.</a:t>
            </a:r>
          </a:p>
          <a:p>
            <a:r>
              <a:rPr lang="en-IN" dirty="0"/>
              <a:t>Below is the method body.</a:t>
            </a:r>
          </a:p>
          <a:p>
            <a:r>
              <a:rPr lang="en-IN" dirty="0"/>
              <a:t>if open parenthesis </a:t>
            </a:r>
            <a:r>
              <a:rPr lang="en-IN" dirty="0" err="1"/>
              <a:t>num</a:t>
            </a:r>
            <a:r>
              <a:rPr lang="en-IN" dirty="0"/>
              <a:t> 1 greater than </a:t>
            </a:r>
            <a:r>
              <a:rPr lang="en-IN" dirty="0" err="1"/>
              <a:t>num</a:t>
            </a:r>
            <a:r>
              <a:rPr lang="en-IN" dirty="0"/>
              <a:t> 2 close parenthesis result = </a:t>
            </a:r>
            <a:r>
              <a:rPr lang="en-IN" dirty="0" err="1"/>
              <a:t>num</a:t>
            </a:r>
            <a:r>
              <a:rPr lang="en-IN" dirty="0"/>
              <a:t> 1 Semicolon </a:t>
            </a:r>
          </a:p>
          <a:p>
            <a:r>
              <a:rPr lang="en-IN" dirty="0"/>
              <a:t>else </a:t>
            </a:r>
          </a:p>
          <a:p>
            <a:r>
              <a:rPr lang="en-IN" dirty="0"/>
              <a:t>result = </a:t>
            </a:r>
            <a:r>
              <a:rPr lang="en-IN" dirty="0" err="1"/>
              <a:t>num</a:t>
            </a:r>
            <a:r>
              <a:rPr lang="en-IN" dirty="0"/>
              <a:t> 2</a:t>
            </a:r>
          </a:p>
          <a:p>
            <a:r>
              <a:rPr lang="en-IN" dirty="0"/>
              <a:t>return result Semicolon It is </a:t>
            </a:r>
            <a:r>
              <a:rPr lang="en-IN" dirty="0" err="1"/>
              <a:t>labeled</a:t>
            </a:r>
            <a:r>
              <a:rPr lang="en-IN" dirty="0"/>
              <a:t> return value.</a:t>
            </a:r>
          </a:p>
          <a:p>
            <a:r>
              <a:rPr lang="en-IN" dirty="0"/>
              <a:t>Invoke a method.</a:t>
            </a:r>
          </a:p>
          <a:p>
            <a:r>
              <a:rPr lang="en-IN" dirty="0" err="1"/>
              <a:t>int</a:t>
            </a:r>
            <a:r>
              <a:rPr lang="en-IN" dirty="0"/>
              <a:t> z = max open parenthesis x, y close parenthesis Semicolon</a:t>
            </a:r>
          </a:p>
          <a:p>
            <a:r>
              <a:rPr lang="en-IN" dirty="0"/>
              <a:t>x and y are </a:t>
            </a:r>
            <a:r>
              <a:rPr lang="en-IN" dirty="0" err="1"/>
              <a:t>labeled</a:t>
            </a:r>
            <a:r>
              <a:rPr lang="en-IN" dirty="0"/>
              <a:t> as actual parameters,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6431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DK" dirty="0"/>
              <a:t>an sees in vs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5A8FF-49A2-49A0-B094-83284475A6CC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02461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5A8FF-49A2-49A0-B094-83284475A6CC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68293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8519" y="134112"/>
            <a:ext cx="518159" cy="41757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4399" y="152400"/>
            <a:ext cx="406399" cy="3047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63299" y="190500"/>
            <a:ext cx="228599" cy="22859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1163254" y="1904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41"/>
                </a:moveTo>
                <a:lnTo>
                  <a:pt x="228483" y="0"/>
                </a:lnTo>
                <a:lnTo>
                  <a:pt x="228483" y="228483"/>
                </a:lnTo>
                <a:lnTo>
                  <a:pt x="0" y="114241"/>
                </a:lnTo>
                <a:close/>
              </a:path>
            </a:pathLst>
          </a:custGeom>
          <a:ln w="9520">
            <a:solidFill>
              <a:srgbClr val="DA1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074399" y="152400"/>
            <a:ext cx="406400" cy="304800"/>
          </a:xfrm>
          <a:custGeom>
            <a:avLst/>
            <a:gdLst/>
            <a:ahLst/>
            <a:cxnLst/>
            <a:rect l="l" t="t" r="r" b="b"/>
            <a:pathLst>
              <a:path w="406400" h="304800">
                <a:moveTo>
                  <a:pt x="0" y="0"/>
                </a:moveTo>
                <a:lnTo>
                  <a:pt x="406192" y="0"/>
                </a:lnTo>
                <a:lnTo>
                  <a:pt x="406192" y="304644"/>
                </a:lnTo>
                <a:lnTo>
                  <a:pt x="0" y="304644"/>
                </a:lnTo>
                <a:lnTo>
                  <a:pt x="0" y="0"/>
                </a:lnTo>
                <a:close/>
              </a:path>
            </a:pathLst>
          </a:custGeom>
          <a:ln w="9520">
            <a:solidFill>
              <a:srgbClr val="DA1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24487" y="134112"/>
            <a:ext cx="521207" cy="41757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82399" y="152400"/>
            <a:ext cx="406399" cy="304799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71299" y="190500"/>
            <a:ext cx="228599" cy="228599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1671254" y="1904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483" y="114241"/>
                </a:moveTo>
                <a:lnTo>
                  <a:pt x="0" y="228483"/>
                </a:lnTo>
                <a:lnTo>
                  <a:pt x="0" y="0"/>
                </a:lnTo>
                <a:lnTo>
                  <a:pt x="228483" y="114241"/>
                </a:lnTo>
                <a:close/>
              </a:path>
            </a:pathLst>
          </a:custGeom>
          <a:ln w="9520">
            <a:solidFill>
              <a:srgbClr val="DA1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582399" y="152400"/>
            <a:ext cx="406400" cy="304800"/>
          </a:xfrm>
          <a:custGeom>
            <a:avLst/>
            <a:gdLst/>
            <a:ahLst/>
            <a:cxnLst/>
            <a:rect l="l" t="t" r="r" b="b"/>
            <a:pathLst>
              <a:path w="406400" h="304800">
                <a:moveTo>
                  <a:pt x="0" y="0"/>
                </a:moveTo>
                <a:lnTo>
                  <a:pt x="406192" y="0"/>
                </a:lnTo>
                <a:lnTo>
                  <a:pt x="406192" y="304644"/>
                </a:lnTo>
                <a:lnTo>
                  <a:pt x="0" y="304644"/>
                </a:lnTo>
                <a:lnTo>
                  <a:pt x="0" y="0"/>
                </a:lnTo>
                <a:close/>
              </a:path>
            </a:pathLst>
          </a:custGeom>
          <a:ln w="9520">
            <a:solidFill>
              <a:srgbClr val="DA1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1895" y="408431"/>
            <a:ext cx="10140696" cy="9692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"/>
          <p:cNvSpPr txBox="1">
            <a:spLocks noGrp="1"/>
          </p:cNvSpPr>
          <p:nvPr>
            <p:ph type="title"/>
          </p:nvPr>
        </p:nvSpPr>
        <p:spPr>
          <a:xfrm>
            <a:off x="609600" y="574017"/>
            <a:ext cx="10972800" cy="7386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45AE3-EB76-41DE-97B2-CFE79B73D3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1" y="1554921"/>
            <a:ext cx="10977033" cy="1846659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 indent="-284400">
              <a:defRPr sz="2400">
                <a:latin typeface="+mn-lt"/>
              </a:defRPr>
            </a:lvl2pPr>
            <a:lvl3pPr indent="-230400">
              <a:defRPr sz="2400">
                <a:latin typeface="+mn-lt"/>
              </a:defRPr>
            </a:lvl3pPr>
            <a:lvl4pPr indent="-230400">
              <a:defRPr sz="2400">
                <a:latin typeface="+mn-lt"/>
              </a:defRPr>
            </a:lvl4pPr>
            <a:lvl5pPr indent="-230400"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8447617" y="113071"/>
            <a:ext cx="28447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11292415" y="113071"/>
            <a:ext cx="735711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r" rtl="0">
              <a:buSzPct val="25000"/>
            </a:pPr>
            <a:fld id="{00000000-1234-1234-1234-123412341234}" type="slidenum">
              <a:rPr lang="en-US" sz="90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 algn="r" rtl="0">
                <a:buSzPct val="25000"/>
              </a:pPr>
              <a:t>‹#›</a:t>
            </a:fld>
            <a:endParaRPr lang="en-US" sz="9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33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en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609600" y="574017"/>
            <a:ext cx="10972800" cy="7386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552576"/>
            <a:ext cx="10972800" cy="184665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1841637"/>
            <a:ext cx="10972800" cy="184665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191482"/>
            <a:ext cx="10972800" cy="184665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99D20A0E-9225-48FB-91AF-C7D8DE4D66F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" y="2515536"/>
            <a:ext cx="10972800" cy="184665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8447617" y="113071"/>
            <a:ext cx="28447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11292415" y="113071"/>
            <a:ext cx="735711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r" rtl="0">
              <a:buSzPct val="25000"/>
            </a:pPr>
            <a:fld id="{00000000-1234-1234-1234-123412341234}" type="slidenum">
              <a:rPr lang="en-US" sz="90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 algn="r" rtl="0">
                <a:buSzPct val="25000"/>
              </a:pPr>
              <a:t>‹#›</a:t>
            </a:fld>
            <a:endParaRPr lang="en-US" sz="9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609600" y="2840656"/>
            <a:ext cx="10972800" cy="184665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609600" y="3169638"/>
            <a:ext cx="10972800" cy="184665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609600" y="3488845"/>
            <a:ext cx="10972800" cy="184665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609600" y="3727451"/>
            <a:ext cx="10972800" cy="1846659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09600" y="4056064"/>
            <a:ext cx="10972800" cy="1846659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609600" y="4349750"/>
            <a:ext cx="10972800" cy="1846659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09600" y="4630739"/>
            <a:ext cx="10972800" cy="1846659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609600" y="4970464"/>
            <a:ext cx="10972800" cy="1846659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5"/>
          </p:nvPr>
        </p:nvSpPr>
        <p:spPr>
          <a:xfrm>
            <a:off x="609600" y="5264151"/>
            <a:ext cx="10972800" cy="1846659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232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609600" y="574017"/>
            <a:ext cx="10972800" cy="7386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556327"/>
            <a:ext cx="10972800" cy="184665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0D01C0-4FD2-4065-9EC3-96A308398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3971925"/>
            <a:ext cx="10972800" cy="184665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8447617" y="113071"/>
            <a:ext cx="28447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11292415" y="113071"/>
            <a:ext cx="735711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r" rtl="0">
              <a:buSzPct val="25000"/>
            </a:pPr>
            <a:fld id="{00000000-1234-1234-1234-123412341234}" type="slidenum">
              <a:rPr lang="en-US" sz="90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 algn="r" rtl="0">
                <a:buSzPct val="25000"/>
              </a:pPr>
              <a:t>‹#›</a:t>
            </a:fld>
            <a:endParaRPr lang="en-US" sz="9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741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7559" y="1488472"/>
            <a:ext cx="5965825" cy="45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7559" y="1957832"/>
            <a:ext cx="10373995" cy="21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31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3000"/>
            <a:ext cx="12192000" cy="1905000"/>
            <a:chOff x="0" y="4953000"/>
            <a:chExt cx="12192000" cy="1905000"/>
          </a:xfrm>
        </p:grpSpPr>
        <p:sp>
          <p:nvSpPr>
            <p:cNvPr id="3" name="object 3"/>
            <p:cNvSpPr/>
            <p:nvPr/>
          </p:nvSpPr>
          <p:spPr>
            <a:xfrm>
              <a:off x="2250018" y="4953000"/>
              <a:ext cx="9942195" cy="487680"/>
            </a:xfrm>
            <a:custGeom>
              <a:avLst/>
              <a:gdLst/>
              <a:ahLst/>
              <a:cxnLst/>
              <a:rect l="l" t="t" r="r" b="b"/>
              <a:pathLst>
                <a:path w="9942195" h="487679">
                  <a:moveTo>
                    <a:pt x="9941981" y="0"/>
                  </a:moveTo>
                  <a:lnTo>
                    <a:pt x="0" y="289496"/>
                  </a:lnTo>
                  <a:lnTo>
                    <a:pt x="9941981" y="487362"/>
                  </a:lnTo>
                  <a:lnTo>
                    <a:pt x="9941981" y="0"/>
                  </a:lnTo>
                  <a:close/>
                </a:path>
              </a:pathLst>
            </a:custGeom>
            <a:solidFill>
              <a:srgbClr val="9FCB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9879" y="5237162"/>
              <a:ext cx="12042140" cy="789305"/>
            </a:xfrm>
            <a:custGeom>
              <a:avLst/>
              <a:gdLst/>
              <a:ahLst/>
              <a:cxnLst/>
              <a:rect l="l" t="t" r="r" b="b"/>
              <a:pathLst>
                <a:path w="12042140" h="789304">
                  <a:moveTo>
                    <a:pt x="12042120" y="0"/>
                  </a:moveTo>
                  <a:lnTo>
                    <a:pt x="0" y="0"/>
                  </a:lnTo>
                  <a:lnTo>
                    <a:pt x="12042120" y="788987"/>
                  </a:lnTo>
                  <a:lnTo>
                    <a:pt x="120421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998719"/>
              <a:ext cx="12188952" cy="18592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991882"/>
              <a:ext cx="12192000" cy="80178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4" cstate="print"/>
          <a:srcRect l="52037" r="131" b="8448"/>
          <a:stretch>
            <a:fillRect/>
          </a:stretch>
        </p:blipFill>
        <p:spPr>
          <a:xfrm>
            <a:off x="6491312" y="2890829"/>
            <a:ext cx="2409937" cy="53577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082540" y="6550659"/>
            <a:ext cx="38131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E8F0F4"/>
                </a:solidFill>
                <a:latin typeface="Lucida Grande"/>
                <a:cs typeface="Lucida Grande"/>
              </a:rPr>
              <a:t>©</a:t>
            </a:r>
            <a:r>
              <a:rPr sz="1000" spc="-35" dirty="0">
                <a:solidFill>
                  <a:srgbClr val="E8F0F4"/>
                </a:solidFill>
                <a:latin typeface="Lucida Grande"/>
                <a:cs typeface="Lucida Grande"/>
              </a:rPr>
              <a:t> </a:t>
            </a:r>
            <a:r>
              <a:rPr sz="1000" spc="-10" dirty="0">
                <a:solidFill>
                  <a:srgbClr val="E8F0F4"/>
                </a:solidFill>
                <a:latin typeface="Lucida Grande"/>
                <a:cs typeface="Lucida Grande"/>
              </a:rPr>
              <a:t>1992-</a:t>
            </a:r>
            <a:r>
              <a:rPr sz="1000" dirty="0">
                <a:solidFill>
                  <a:srgbClr val="E8F0F4"/>
                </a:solidFill>
                <a:latin typeface="Lucida Grande"/>
                <a:cs typeface="Lucida Grande"/>
              </a:rPr>
              <a:t>2015</a:t>
            </a:r>
            <a:r>
              <a:rPr sz="1000" spc="-20" dirty="0">
                <a:solidFill>
                  <a:srgbClr val="E8F0F4"/>
                </a:solidFill>
                <a:latin typeface="Lucida Grande"/>
                <a:cs typeface="Lucida Grande"/>
              </a:rPr>
              <a:t> </a:t>
            </a:r>
            <a:r>
              <a:rPr sz="1000" dirty="0">
                <a:solidFill>
                  <a:srgbClr val="E8F0F4"/>
                </a:solidFill>
                <a:latin typeface="Lucida Grande"/>
                <a:cs typeface="Lucida Grande"/>
              </a:rPr>
              <a:t>by</a:t>
            </a:r>
            <a:r>
              <a:rPr sz="1000" spc="-20" dirty="0">
                <a:solidFill>
                  <a:srgbClr val="E8F0F4"/>
                </a:solidFill>
                <a:latin typeface="Lucida Grande"/>
                <a:cs typeface="Lucida Grande"/>
              </a:rPr>
              <a:t> </a:t>
            </a:r>
            <a:r>
              <a:rPr sz="1000" dirty="0">
                <a:solidFill>
                  <a:srgbClr val="E8F0F4"/>
                </a:solidFill>
                <a:latin typeface="Lucida Grande"/>
                <a:cs typeface="Lucida Grande"/>
              </a:rPr>
              <a:t>Pearson</a:t>
            </a:r>
            <a:r>
              <a:rPr sz="1000" spc="-15" dirty="0">
                <a:solidFill>
                  <a:srgbClr val="E8F0F4"/>
                </a:solidFill>
                <a:latin typeface="Lucida Grande"/>
                <a:cs typeface="Lucida Grande"/>
              </a:rPr>
              <a:t> </a:t>
            </a:r>
            <a:r>
              <a:rPr sz="1000" dirty="0">
                <a:solidFill>
                  <a:srgbClr val="E8F0F4"/>
                </a:solidFill>
                <a:latin typeface="Lucida Grande"/>
                <a:cs typeface="Lucida Grande"/>
              </a:rPr>
              <a:t>Education,</a:t>
            </a:r>
            <a:r>
              <a:rPr sz="1000" spc="-25" dirty="0">
                <a:solidFill>
                  <a:srgbClr val="E8F0F4"/>
                </a:solidFill>
                <a:latin typeface="Lucida Grande"/>
                <a:cs typeface="Lucida Grande"/>
              </a:rPr>
              <a:t> </a:t>
            </a:r>
            <a:r>
              <a:rPr sz="1000" dirty="0">
                <a:solidFill>
                  <a:srgbClr val="E8F0F4"/>
                </a:solidFill>
                <a:latin typeface="Lucida Grande"/>
                <a:cs typeface="Lucida Grande"/>
              </a:rPr>
              <a:t>Inc.</a:t>
            </a:r>
            <a:r>
              <a:rPr sz="1000" spc="-25" dirty="0">
                <a:solidFill>
                  <a:srgbClr val="E8F0F4"/>
                </a:solidFill>
                <a:latin typeface="Lucida Grande"/>
                <a:cs typeface="Lucida Grande"/>
              </a:rPr>
              <a:t> </a:t>
            </a:r>
            <a:r>
              <a:rPr sz="1000" dirty="0">
                <a:solidFill>
                  <a:srgbClr val="E8F0F4"/>
                </a:solidFill>
                <a:latin typeface="Lucida Grande"/>
                <a:cs typeface="Lucida Grande"/>
              </a:rPr>
              <a:t>All</a:t>
            </a:r>
            <a:r>
              <a:rPr sz="1000" spc="-20" dirty="0">
                <a:solidFill>
                  <a:srgbClr val="E8F0F4"/>
                </a:solidFill>
                <a:latin typeface="Lucida Grande"/>
                <a:cs typeface="Lucida Grande"/>
              </a:rPr>
              <a:t> </a:t>
            </a:r>
            <a:r>
              <a:rPr sz="1000" dirty="0">
                <a:solidFill>
                  <a:srgbClr val="E8F0F4"/>
                </a:solidFill>
                <a:latin typeface="Lucida Grande"/>
                <a:cs typeface="Lucida Grande"/>
              </a:rPr>
              <a:t>Rights</a:t>
            </a:r>
            <a:r>
              <a:rPr sz="1000" spc="-20" dirty="0">
                <a:solidFill>
                  <a:srgbClr val="E8F0F4"/>
                </a:solidFill>
                <a:latin typeface="Lucida Grande"/>
                <a:cs typeface="Lucida Grande"/>
              </a:rPr>
              <a:t> </a:t>
            </a:r>
            <a:r>
              <a:rPr sz="1000" spc="-10" dirty="0">
                <a:solidFill>
                  <a:srgbClr val="E8F0F4"/>
                </a:solidFill>
                <a:latin typeface="Lucida Grande"/>
                <a:cs typeface="Lucida Grande"/>
              </a:rPr>
              <a:t>Reserved.</a:t>
            </a:r>
            <a:endParaRPr sz="1000">
              <a:latin typeface="Lucida Grande"/>
              <a:cs typeface="Lucida Gran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E121-BACF-4D64-AE9D-28999CC3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US" b="0" dirty="0"/>
          </a:p>
        </p:txBody>
      </p:sp>
      <p:pic>
        <p:nvPicPr>
          <p:cNvPr id="7" name="Picture 6" descr="int sum = 0 semi colon. For long description in Notes pane, press F6.">
            <a:extLst>
              <a:ext uri="{FF2B5EF4-FFF2-40B4-BE49-F238E27FC236}">
                <a16:creationId xmlns:a16="http://schemas.microsoft.com/office/drawing/2014/main" id="{0757E290-FFAE-4C99-A51D-ECA56B93B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093" y="1612012"/>
            <a:ext cx="8148316" cy="450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63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7F1C-9BD8-4A84-B3BD-CE84A5172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6" name="Picture 5" descr="public static void int sum left parenthesis int i1, int i2 right parenthesis left brace. For long description in Notes pane, press F6.">
            <a:extLst>
              <a:ext uri="{FF2B5EF4-FFF2-40B4-BE49-F238E27FC236}">
                <a16:creationId xmlns:a16="http://schemas.microsoft.com/office/drawing/2014/main" id="{A05B3A27-8D72-41E8-AD6F-8C593F5E1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063" y="1577867"/>
            <a:ext cx="7695875" cy="417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9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FA0E67-4119-4E2E-3E73-59C9D88D664C}"/>
              </a:ext>
            </a:extLst>
          </p:cNvPr>
          <p:cNvSpPr txBox="1"/>
          <p:nvPr/>
        </p:nvSpPr>
        <p:spPr>
          <a:xfrm>
            <a:off x="1143000" y="533400"/>
            <a:ext cx="7848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Clr>
                <a:srgbClr val="007FA3"/>
              </a:buClr>
            </a:pPr>
            <a:r>
              <a:rPr lang="en-DK" sz="3600" b="1" dirty="0">
                <a:solidFill>
                  <a:srgbClr val="007FA3"/>
                </a:solidFill>
                <a:latin typeface="+mj-lt"/>
                <a:cs typeface="Times New Roman"/>
                <a:sym typeface="Times New Roman"/>
              </a:rPr>
              <a:t>Copy-Paste Programming vs Methods</a:t>
            </a:r>
          </a:p>
          <a:p>
            <a:pPr indent="0" algn="l">
              <a:buNone/>
            </a:pPr>
            <a:endParaRPr lang="en-DK" sz="1800" b="1" i="0" dirty="0">
              <a:solidFill>
                <a:sysClr val="windowText" lastClr="000000"/>
              </a:solidFill>
              <a:effectLst/>
              <a:latin typeface="-apple-system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DK" sz="1800" b="1" i="0" dirty="0">
                <a:solidFill>
                  <a:sysClr val="windowText" lastClr="000000"/>
                </a:solidFill>
                <a:effectLst/>
                <a:latin typeface="-apple-system"/>
              </a:rPr>
              <a:t>Copy-paste programming</a:t>
            </a:r>
            <a:r>
              <a:rPr lang="en-DK" sz="1800" b="0" i="0" dirty="0">
                <a:solidFill>
                  <a:sysClr val="windowText" lastClr="000000"/>
                </a:solidFill>
                <a:effectLst/>
                <a:latin typeface="-apple-system"/>
              </a:rPr>
              <a:t>: the same piece of code is copied to every place it is needed</a:t>
            </a:r>
            <a:br>
              <a:rPr lang="en-DK" sz="1800" b="0" i="0" dirty="0">
                <a:solidFill>
                  <a:sysClr val="windowText" lastClr="000000"/>
                </a:solidFill>
                <a:effectLst/>
                <a:latin typeface="-apple-system"/>
              </a:rPr>
            </a:br>
            <a:r>
              <a:rPr lang="en-DK" sz="1800" b="0" i="0" dirty="0">
                <a:solidFill>
                  <a:sysClr val="windowText" lastClr="000000"/>
                </a:solidFill>
                <a:effectLst/>
                <a:latin typeface="-apple-system"/>
              </a:rPr>
              <a:t> 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DK" sz="1800" b="0" i="0" dirty="0">
              <a:solidFill>
                <a:sysClr val="windowText" lastClr="000000"/>
              </a:solidFill>
              <a:effectLst/>
              <a:latin typeface="-apple-system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DK" sz="1800" b="1" i="0" dirty="0">
                <a:solidFill>
                  <a:sysClr val="windowText" lastClr="000000"/>
                </a:solidFill>
                <a:effectLst/>
                <a:latin typeface="-apple-system"/>
              </a:rPr>
              <a:t>Methods </a:t>
            </a:r>
            <a:r>
              <a:rPr lang="en-DK" sz="1800" b="0" i="0" dirty="0">
                <a:solidFill>
                  <a:sysClr val="windowText" lastClr="000000"/>
                </a:solidFill>
                <a:effectLst/>
                <a:latin typeface="-apple-system"/>
              </a:rPr>
              <a:t>: each piece of code should exist in exactly one place. </a:t>
            </a:r>
            <a:endParaRPr lang="en-DK" sz="975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07236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A9E8-58F7-4D87-821B-B8715C78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Methods </a:t>
            </a:r>
            <a:r>
              <a:rPr lang="en-US" sz="2000" b="0" dirty="0"/>
              <a:t>(1 of 2)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E996-D8FD-416E-B82C-EF2904CE3B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81200" y="1556327"/>
            <a:ext cx="8229600" cy="738664"/>
          </a:xfrm>
        </p:spPr>
        <p:txBody>
          <a:bodyPr/>
          <a:lstStyle/>
          <a:p>
            <a:pPr marL="432" indent="0"/>
            <a:r>
              <a:rPr lang="en-US" dirty="0"/>
              <a:t>A method is a collection of statements that are grouped together to perform an operation.</a:t>
            </a:r>
          </a:p>
        </p:txBody>
      </p:sp>
      <p:pic>
        <p:nvPicPr>
          <p:cNvPr id="8" name="Picture 7" descr="An illustration show Define a method, and Invoke a method. For long description in Notes pane, press F6.">
            <a:extLst>
              <a:ext uri="{FF2B5EF4-FFF2-40B4-BE49-F238E27FC236}">
                <a16:creationId xmlns:a16="http://schemas.microsoft.com/office/drawing/2014/main" id="{1B1DA5D6-3F10-4EA1-8FC6-889E52770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47" y="2624054"/>
            <a:ext cx="8091008" cy="304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18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A9E8-58F7-4D87-821B-B8715C78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Methods </a:t>
            </a:r>
            <a:r>
              <a:rPr lang="en-US" sz="2000" b="0" dirty="0"/>
              <a:t>(2 of 2)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E996-D8FD-416E-B82C-EF2904CE3B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81200" y="1556327"/>
            <a:ext cx="8229600" cy="738664"/>
          </a:xfrm>
        </p:spPr>
        <p:txBody>
          <a:bodyPr/>
          <a:lstStyle/>
          <a:p>
            <a:pPr marL="432" indent="0"/>
            <a:r>
              <a:rPr lang="en-US" dirty="0"/>
              <a:t>A method is a collection of statements that are grouped together to perform an operation.</a:t>
            </a:r>
          </a:p>
        </p:txBody>
      </p:sp>
      <p:pic>
        <p:nvPicPr>
          <p:cNvPr id="8" name="Picture 7" descr="An illustration shows Defining methods. For long description in Notes pane, press F6.">
            <a:extLst>
              <a:ext uri="{FF2B5EF4-FFF2-40B4-BE49-F238E27FC236}">
                <a16:creationId xmlns:a16="http://schemas.microsoft.com/office/drawing/2014/main" id="{B487FFE3-1638-44B8-8EF0-CB39A5877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292" y="2675111"/>
            <a:ext cx="8171918" cy="307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A9E8-58F7-4D87-821B-B8715C78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Signature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E996-D8FD-416E-B82C-EF2904CE3B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81200" y="1556327"/>
            <a:ext cx="8229600" cy="738664"/>
          </a:xfrm>
        </p:spPr>
        <p:txBody>
          <a:bodyPr/>
          <a:lstStyle/>
          <a:p>
            <a:pPr marL="432" indent="0"/>
            <a:r>
              <a:rPr lang="en-US" b="1" dirty="0"/>
              <a:t>Method signature </a:t>
            </a:r>
            <a:r>
              <a:rPr lang="en-US" dirty="0"/>
              <a:t>is the combination of the method name and the parameter list.</a:t>
            </a:r>
          </a:p>
        </p:txBody>
      </p:sp>
      <p:pic>
        <p:nvPicPr>
          <p:cNvPr id="7" name="Picture 6" descr="An illustration shows Method signature. For long description in Notes pane, press F6.">
            <a:extLst>
              <a:ext uri="{FF2B5EF4-FFF2-40B4-BE49-F238E27FC236}">
                <a16:creationId xmlns:a16="http://schemas.microsoft.com/office/drawing/2014/main" id="{0729A63F-6416-4F70-A5BB-B45D979D7D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507"/>
          <a:stretch>
            <a:fillRect/>
          </a:stretch>
        </p:blipFill>
        <p:spPr>
          <a:xfrm>
            <a:off x="2024581" y="2743808"/>
            <a:ext cx="5595419" cy="306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8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A9E8-58F7-4D87-821B-B8715C78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Value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E996-D8FD-416E-B82C-EF2904CE3B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81200" y="1556327"/>
            <a:ext cx="8229600" cy="1231106"/>
          </a:xfrm>
        </p:spPr>
        <p:txBody>
          <a:bodyPr/>
          <a:lstStyle/>
          <a:p>
            <a:pPr marL="432" indent="0"/>
            <a:r>
              <a:rPr lang="en-US" sz="2000" dirty="0"/>
              <a:t>A method may return a value. The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returnValueType</a:t>
            </a:r>
            <a:r>
              <a:rPr lang="en-US" sz="2000" dirty="0"/>
              <a:t> is the data type of the value the method returns. If the method does not return a value, the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returnValueType</a:t>
            </a:r>
            <a:r>
              <a:rPr lang="en-US" sz="2000" dirty="0"/>
              <a:t> is the keyword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/>
              <a:t>. For example, the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returnValueType</a:t>
            </a:r>
            <a:r>
              <a:rPr lang="en-US" sz="2000" dirty="0"/>
              <a:t> in the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2000" dirty="0"/>
              <a:t> method is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/>
              <a:t>.</a:t>
            </a:r>
          </a:p>
        </p:txBody>
      </p:sp>
      <p:pic>
        <p:nvPicPr>
          <p:cNvPr id="8" name="Picture 7" descr="An illustration shows Return value type parameters. For long description in Notes pane, press F6.">
            <a:extLst>
              <a:ext uri="{FF2B5EF4-FFF2-40B4-BE49-F238E27FC236}">
                <a16:creationId xmlns:a16="http://schemas.microsoft.com/office/drawing/2014/main" id="{F9C3ADEA-E7EF-4D68-A05A-6582542EF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581" y="3128116"/>
            <a:ext cx="8169343" cy="306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784470"/>
            <a:ext cx="7197090" cy="1073785"/>
            <a:chOff x="0" y="5784470"/>
            <a:chExt cx="7197090" cy="1073785"/>
          </a:xfrm>
        </p:grpSpPr>
        <p:sp>
          <p:nvSpPr>
            <p:cNvPr id="3" name="object 3"/>
            <p:cNvSpPr/>
            <p:nvPr/>
          </p:nvSpPr>
          <p:spPr>
            <a:xfrm>
              <a:off x="666751" y="5945191"/>
              <a:ext cx="6530340" cy="913130"/>
            </a:xfrm>
            <a:custGeom>
              <a:avLst/>
              <a:gdLst/>
              <a:ahLst/>
              <a:cxnLst/>
              <a:rect l="l" t="t" r="r" b="b"/>
              <a:pathLst>
                <a:path w="6530340" h="913129">
                  <a:moveTo>
                    <a:pt x="114057" y="21309"/>
                  </a:moveTo>
                  <a:lnTo>
                    <a:pt x="4849061" y="912808"/>
                  </a:lnTo>
                  <a:lnTo>
                    <a:pt x="6529919" y="912808"/>
                  </a:lnTo>
                  <a:lnTo>
                    <a:pt x="114057" y="21309"/>
                  </a:lnTo>
                  <a:close/>
                </a:path>
                <a:path w="6530340" h="913129">
                  <a:moveTo>
                    <a:pt x="876" y="0"/>
                  </a:moveTo>
                  <a:lnTo>
                    <a:pt x="0" y="5460"/>
                  </a:lnTo>
                  <a:lnTo>
                    <a:pt x="114057" y="21309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9FCB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700" y="5938837"/>
              <a:ext cx="4871085" cy="919480"/>
            </a:xfrm>
            <a:custGeom>
              <a:avLst/>
              <a:gdLst/>
              <a:ahLst/>
              <a:cxnLst/>
              <a:rect l="l" t="t" r="r" b="b"/>
              <a:pathLst>
                <a:path w="4871085" h="919479">
                  <a:moveTo>
                    <a:pt x="0" y="0"/>
                  </a:moveTo>
                  <a:lnTo>
                    <a:pt x="10566" y="6350"/>
                  </a:lnTo>
                  <a:lnTo>
                    <a:pt x="3826397" y="919162"/>
                  </a:lnTo>
                  <a:lnTo>
                    <a:pt x="4870775" y="919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88151"/>
              <a:ext cx="4532376" cy="10698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784470"/>
              <a:ext cx="4495193" cy="107352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1018519" y="134112"/>
            <a:ext cx="1027430" cy="417830"/>
            <a:chOff x="11018519" y="134112"/>
            <a:chExt cx="1027430" cy="4178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8519" y="134112"/>
              <a:ext cx="518159" cy="4175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74399" y="152400"/>
              <a:ext cx="406399" cy="304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63299" y="190500"/>
              <a:ext cx="228599" cy="2285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63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41"/>
                  </a:moveTo>
                  <a:lnTo>
                    <a:pt x="228483" y="0"/>
                  </a:lnTo>
                  <a:lnTo>
                    <a:pt x="228483" y="228483"/>
                  </a:lnTo>
                  <a:lnTo>
                    <a:pt x="0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74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24487" y="134112"/>
              <a:ext cx="521207" cy="4175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82399" y="152400"/>
              <a:ext cx="406399" cy="3047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71299" y="190500"/>
              <a:ext cx="228599" cy="2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671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483" y="114241"/>
                  </a:moveTo>
                  <a:lnTo>
                    <a:pt x="0" y="228483"/>
                  </a:lnTo>
                  <a:lnTo>
                    <a:pt x="0" y="0"/>
                  </a:lnTo>
                  <a:lnTo>
                    <a:pt x="228483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82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01074" y="484231"/>
            <a:ext cx="10605770" cy="1477328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algn="l" rtl="0">
              <a:buClr>
                <a:srgbClr val="007FA3"/>
              </a:buClr>
              <a:buSzPct val="66666"/>
              <a:tabLst>
                <a:tab pos="267970" algn="l"/>
              </a:tabLst>
            </a:pPr>
            <a:r>
              <a:rPr sz="3600" b="1" dirty="0">
                <a:solidFill>
                  <a:srgbClr val="007FA3"/>
                </a:solidFill>
                <a:latin typeface="+mj-lt"/>
                <a:cs typeface="Times New Roman"/>
                <a:sym typeface="Times New Roman"/>
              </a:rPr>
              <a:t>Return type</a:t>
            </a:r>
          </a:p>
          <a:p>
            <a:pPr marL="12701" marR="5080">
              <a:lnSpc>
                <a:spcPts val="3190"/>
              </a:lnSpc>
              <a:spcBef>
                <a:spcPts val="505"/>
              </a:spcBef>
              <a:buClr>
                <a:srgbClr val="2DA2BF"/>
              </a:buClr>
              <a:buSzPct val="66666"/>
              <a:tabLst>
                <a:tab pos="268605" algn="l"/>
              </a:tabLst>
            </a:pP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some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cases,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lang="da-DK" sz="27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methods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perform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task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will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not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return </a:t>
            </a:r>
            <a:r>
              <a:rPr sz="2700" dirty="0">
                <a:latin typeface="Times New Roman"/>
                <a:cs typeface="Times New Roman"/>
              </a:rPr>
              <a:t>any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information</a:t>
            </a:r>
            <a:endParaRPr sz="2700" dirty="0">
              <a:latin typeface="Times New Roman"/>
              <a:cs typeface="Times New Roman"/>
            </a:endParaRPr>
          </a:p>
          <a:p>
            <a:pPr marL="523875" lvl="1" indent="-228600">
              <a:lnSpc>
                <a:spcPct val="100000"/>
              </a:lnSpc>
              <a:spcBef>
                <a:spcPts val="185"/>
              </a:spcBef>
              <a:buClr>
                <a:srgbClr val="2DA2BF"/>
              </a:buClr>
              <a:buFont typeface="Verdana"/>
              <a:buChar char="◦"/>
              <a:tabLst>
                <a:tab pos="523875" algn="l"/>
              </a:tabLst>
            </a:pPr>
            <a:r>
              <a:rPr sz="2300" dirty="0">
                <a:latin typeface="Times New Roman"/>
                <a:cs typeface="Times New Roman"/>
              </a:rPr>
              <a:t>Such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methods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return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type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chemeClr val="accent6">
                    <a:lumMod val="75000"/>
                  </a:schemeClr>
                </a:solidFill>
                <a:latin typeface="Monaco"/>
                <a:cs typeface="Monaco"/>
              </a:rPr>
              <a:t>void</a:t>
            </a:r>
            <a:r>
              <a:rPr sz="2300" spc="-1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.</a:t>
            </a:r>
            <a:endParaRPr sz="2300" dirty="0">
              <a:solidFill>
                <a:schemeClr val="accent6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282608-F404-4151-15AC-42FF6FC4653B}"/>
              </a:ext>
            </a:extLst>
          </p:cNvPr>
          <p:cNvSpPr txBox="1"/>
          <p:nvPr/>
        </p:nvSpPr>
        <p:spPr>
          <a:xfrm>
            <a:off x="3070701" y="2163014"/>
            <a:ext cx="879687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33B3"/>
                </a:solidFill>
              </a:rPr>
              <a:t>public class </a:t>
            </a:r>
            <a:r>
              <a:rPr lang="en-US" dirty="0" err="1">
                <a:solidFill>
                  <a:srgbClr val="000000"/>
                </a:solidFill>
              </a:rPr>
              <a:t>SayHello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80808"/>
                </a:solidFill>
              </a:rPr>
              <a:t>{</a:t>
            </a:r>
            <a:br>
              <a:rPr lang="en-US" dirty="0"/>
            </a:br>
            <a:br>
              <a:rPr lang="en-US" dirty="0"/>
            </a:br>
            <a:r>
              <a:rPr lang="en-US" i="1" dirty="0">
                <a:solidFill>
                  <a:srgbClr val="8C8C8C"/>
                </a:solidFill>
              </a:rPr>
              <a:t>// Static void method</a:t>
            </a:r>
            <a:br>
              <a:rPr lang="en-US" i="1" dirty="0"/>
            </a:br>
            <a:r>
              <a:rPr lang="en-US" dirty="0">
                <a:solidFill>
                  <a:srgbClr val="0033B3"/>
                </a:solidFill>
              </a:rPr>
              <a:t>public static </a:t>
            </a:r>
            <a:r>
              <a:rPr lang="en-US" dirty="0">
                <a:solidFill>
                  <a:srgbClr val="FF0000"/>
                </a:solidFill>
              </a:rPr>
              <a:t>void</a:t>
            </a:r>
            <a:r>
              <a:rPr lang="en-US" dirty="0">
                <a:solidFill>
                  <a:srgbClr val="0033B3"/>
                </a:solidFill>
              </a:rPr>
              <a:t> </a:t>
            </a:r>
            <a:r>
              <a:rPr lang="en-US" dirty="0" err="1">
                <a:solidFill>
                  <a:srgbClr val="00627A"/>
                </a:solidFill>
              </a:rPr>
              <a:t>sayHello</a:t>
            </a:r>
            <a:r>
              <a:rPr lang="en-US" dirty="0">
                <a:solidFill>
                  <a:srgbClr val="080808"/>
                </a:solidFill>
              </a:rPr>
              <a:t>(</a:t>
            </a:r>
            <a:r>
              <a:rPr lang="en-US" dirty="0">
                <a:solidFill>
                  <a:srgbClr val="000000"/>
                </a:solidFill>
              </a:rPr>
              <a:t>String name</a:t>
            </a:r>
            <a:r>
              <a:rPr lang="en-US" dirty="0">
                <a:solidFill>
                  <a:srgbClr val="080808"/>
                </a:solidFill>
              </a:rPr>
              <a:t>) {</a:t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</a:rPr>
              <a:t>System</a:t>
            </a:r>
            <a:r>
              <a:rPr lang="en-US" dirty="0" err="1">
                <a:solidFill>
                  <a:srgbClr val="080808"/>
                </a:solidFill>
              </a:rPr>
              <a:t>.</a:t>
            </a:r>
            <a:r>
              <a:rPr lang="en-US" i="1" dirty="0" err="1">
                <a:solidFill>
                  <a:srgbClr val="871094"/>
                </a:solidFill>
              </a:rPr>
              <a:t>out</a:t>
            </a:r>
            <a:r>
              <a:rPr lang="en-US" dirty="0" err="1">
                <a:solidFill>
                  <a:srgbClr val="080808"/>
                </a:solidFill>
              </a:rPr>
              <a:t>.println</a:t>
            </a:r>
            <a:r>
              <a:rPr lang="en-US" dirty="0">
                <a:solidFill>
                  <a:srgbClr val="080808"/>
                </a:solidFill>
              </a:rPr>
              <a:t>(</a:t>
            </a:r>
            <a:r>
              <a:rPr lang="en-US" dirty="0">
                <a:solidFill>
                  <a:srgbClr val="067D17"/>
                </a:solidFill>
              </a:rPr>
              <a:t>"Hello, " </a:t>
            </a:r>
            <a:r>
              <a:rPr lang="en-US" dirty="0">
                <a:solidFill>
                  <a:srgbClr val="080808"/>
                </a:solidFill>
              </a:rPr>
              <a:t>+ </a:t>
            </a:r>
            <a:r>
              <a:rPr lang="en-US" dirty="0">
                <a:solidFill>
                  <a:srgbClr val="000000"/>
                </a:solidFill>
              </a:rPr>
              <a:t>name </a:t>
            </a:r>
            <a:r>
              <a:rPr lang="en-US" dirty="0">
                <a:solidFill>
                  <a:srgbClr val="080808"/>
                </a:solidFill>
              </a:rPr>
              <a:t>+ </a:t>
            </a:r>
            <a:r>
              <a:rPr lang="en-US" dirty="0">
                <a:solidFill>
                  <a:srgbClr val="067D17"/>
                </a:solidFill>
              </a:rPr>
              <a:t>"!"</a:t>
            </a:r>
            <a:r>
              <a:rPr lang="en-US" dirty="0">
                <a:solidFill>
                  <a:srgbClr val="080808"/>
                </a:solidFill>
              </a:rPr>
              <a:t>);</a:t>
            </a:r>
            <a:br>
              <a:rPr lang="en-US" dirty="0"/>
            </a:br>
            <a:r>
              <a:rPr lang="en-US" dirty="0">
                <a:solidFill>
                  <a:srgbClr val="080808"/>
                </a:solidFill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33B3"/>
                </a:solidFill>
              </a:rPr>
              <a:t>public static void </a:t>
            </a:r>
            <a:r>
              <a:rPr lang="en-US" dirty="0">
                <a:solidFill>
                  <a:srgbClr val="00627A"/>
                </a:solidFill>
              </a:rPr>
              <a:t>main</a:t>
            </a:r>
            <a:r>
              <a:rPr lang="en-US" dirty="0">
                <a:solidFill>
                  <a:srgbClr val="080808"/>
                </a:solidFill>
              </a:rPr>
              <a:t>(</a:t>
            </a:r>
            <a:r>
              <a:rPr lang="en-US" dirty="0">
                <a:solidFill>
                  <a:srgbClr val="000000"/>
                </a:solidFill>
              </a:rPr>
              <a:t>String</a:t>
            </a:r>
            <a:r>
              <a:rPr lang="en-US" dirty="0">
                <a:solidFill>
                  <a:srgbClr val="080808"/>
                </a:solidFill>
              </a:rPr>
              <a:t>[] </a:t>
            </a:r>
            <a:r>
              <a:rPr lang="en-US" dirty="0" err="1">
                <a:solidFill>
                  <a:srgbClr val="000000"/>
                </a:solidFill>
              </a:rPr>
              <a:t>args</a:t>
            </a:r>
            <a:r>
              <a:rPr lang="en-US" dirty="0">
                <a:solidFill>
                  <a:srgbClr val="080808"/>
                </a:solidFill>
              </a:rPr>
              <a:t>) {</a:t>
            </a:r>
            <a:br>
              <a:rPr lang="en-US" dirty="0"/>
            </a:br>
            <a:r>
              <a:rPr lang="en-US" i="1" dirty="0">
                <a:solidFill>
                  <a:srgbClr val="8C8C8C"/>
                </a:solidFill>
              </a:rPr>
              <a:t>// Call the static method directly without creating an object</a:t>
            </a:r>
            <a:br>
              <a:rPr lang="en-US" i="1" dirty="0"/>
            </a:br>
            <a:r>
              <a:rPr lang="en-US" i="1" dirty="0" err="1">
                <a:solidFill>
                  <a:srgbClr val="080808"/>
                </a:solidFill>
              </a:rPr>
              <a:t>sayHello</a:t>
            </a:r>
            <a:r>
              <a:rPr lang="en-US" dirty="0">
                <a:solidFill>
                  <a:srgbClr val="080808"/>
                </a:solidFill>
              </a:rPr>
              <a:t>(</a:t>
            </a:r>
            <a:r>
              <a:rPr lang="en-US" dirty="0">
                <a:solidFill>
                  <a:srgbClr val="067D17"/>
                </a:solidFill>
              </a:rPr>
              <a:t>"Victor"</a:t>
            </a:r>
            <a:r>
              <a:rPr lang="en-US" dirty="0">
                <a:solidFill>
                  <a:srgbClr val="080808"/>
                </a:solidFill>
              </a:rPr>
              <a:t>);</a:t>
            </a:r>
            <a:br>
              <a:rPr lang="en-US" dirty="0"/>
            </a:br>
            <a:r>
              <a:rPr lang="en-US" dirty="0">
                <a:solidFill>
                  <a:srgbClr val="080808"/>
                </a:solidFill>
              </a:rPr>
              <a:t>}</a:t>
            </a:r>
            <a:br>
              <a:rPr lang="en-US" dirty="0"/>
            </a:br>
            <a:r>
              <a:rPr lang="en-US" dirty="0">
                <a:solidFill>
                  <a:srgbClr val="080808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407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652464"/>
            <a:ext cx="9144000" cy="55514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4294967295"/>
          </p:nvPr>
        </p:nvSpPr>
        <p:spPr>
          <a:xfrm>
            <a:off x="5719127" y="6424893"/>
            <a:ext cx="31775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350" algn="r">
              <a:lnSpc>
                <a:spcPts val="1090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spc="-10" dirty="0"/>
              <a:t>1992-</a:t>
            </a:r>
            <a:r>
              <a:rPr dirty="0"/>
              <a:t>2015</a:t>
            </a:r>
            <a:r>
              <a:rPr spc="-1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15" dirty="0"/>
              <a:t> </a:t>
            </a:r>
            <a:r>
              <a:rPr dirty="0"/>
              <a:t>Education,</a:t>
            </a:r>
            <a:r>
              <a:rPr spc="-20" dirty="0"/>
              <a:t> </a:t>
            </a:r>
            <a:r>
              <a:rPr dirty="0"/>
              <a:t>Inc.</a:t>
            </a:r>
            <a:r>
              <a:rPr spc="-25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spc="-10" dirty="0"/>
              <a:t>Rights</a:t>
            </a:r>
          </a:p>
          <a:p>
            <a:pPr marR="5080" algn="r">
              <a:lnSpc>
                <a:spcPct val="100000"/>
              </a:lnSpc>
            </a:pPr>
            <a:r>
              <a:rPr spc="-10" dirty="0"/>
              <a:t>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7872D-DE68-3811-6B46-11B69FCC4B10}"/>
              </a:ext>
            </a:extLst>
          </p:cNvPr>
          <p:cNvSpPr txBox="1"/>
          <p:nvPr/>
        </p:nvSpPr>
        <p:spPr>
          <a:xfrm>
            <a:off x="1207723" y="400206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DK" dirty="0"/>
              <a:t>Math method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652464"/>
            <a:ext cx="9144000" cy="55514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4294967295"/>
          </p:nvPr>
        </p:nvSpPr>
        <p:spPr>
          <a:xfrm>
            <a:off x="5719127" y="6424893"/>
            <a:ext cx="31775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350" algn="r">
              <a:lnSpc>
                <a:spcPts val="1090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spc="-10" dirty="0"/>
              <a:t>1992-</a:t>
            </a:r>
            <a:r>
              <a:rPr dirty="0"/>
              <a:t>2015</a:t>
            </a:r>
            <a:r>
              <a:rPr spc="-1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15" dirty="0"/>
              <a:t> </a:t>
            </a:r>
            <a:r>
              <a:rPr dirty="0"/>
              <a:t>Education,</a:t>
            </a:r>
            <a:r>
              <a:rPr spc="-20" dirty="0"/>
              <a:t> </a:t>
            </a:r>
            <a:r>
              <a:rPr dirty="0"/>
              <a:t>Inc.</a:t>
            </a:r>
            <a:r>
              <a:rPr spc="-25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spc="-10" dirty="0"/>
              <a:t>Rights</a:t>
            </a:r>
          </a:p>
          <a:p>
            <a:pPr marR="5080" algn="r">
              <a:lnSpc>
                <a:spcPct val="100000"/>
              </a:lnSpc>
            </a:pPr>
            <a:r>
              <a:rPr spc="-10" dirty="0"/>
              <a:t>Reserved.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27965C2-508F-3F2A-9E03-F4A2E46F7B79}"/>
                  </a:ext>
                </a:extLst>
              </p14:cNvPr>
              <p14:cNvContentPartPr/>
              <p14:nvPr/>
            </p14:nvContentPartPr>
            <p14:xfrm>
              <a:off x="1784767" y="1602204"/>
              <a:ext cx="1141946" cy="16803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27965C2-508F-3F2A-9E03-F4A2E46F7B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0783" y="1243340"/>
                <a:ext cx="1249555" cy="73573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574944-F237-BC29-6FE0-3C2F87F5466B}"/>
              </a:ext>
            </a:extLst>
          </p:cNvPr>
          <p:cNvSpPr txBox="1"/>
          <p:nvPr/>
        </p:nvSpPr>
        <p:spPr>
          <a:xfrm>
            <a:off x="3816626" y="5771322"/>
            <a:ext cx="54333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https://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docs.oracle.com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/java/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javase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/25/docs/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api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java.base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/java/lang/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Math.html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3233E-EAEC-FBCE-460C-761B9E666998}"/>
              </a:ext>
            </a:extLst>
          </p:cNvPr>
          <p:cNvSpPr txBox="1"/>
          <p:nvPr/>
        </p:nvSpPr>
        <p:spPr>
          <a:xfrm>
            <a:off x="1982115" y="576936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F1E418-BB36-8776-6024-8F210A1B5CCF}"/>
              </a:ext>
            </a:extLst>
          </p:cNvPr>
          <p:cNvSpPr txBox="1"/>
          <p:nvPr/>
        </p:nvSpPr>
        <p:spPr>
          <a:xfrm>
            <a:off x="2922104" y="695739"/>
            <a:ext cx="603636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33B3"/>
                </a:solidFill>
              </a:rPr>
              <a:t>public class </a:t>
            </a:r>
            <a:r>
              <a:rPr lang="en-US" dirty="0" err="1">
                <a:solidFill>
                  <a:srgbClr val="000000"/>
                </a:solidFill>
              </a:rPr>
              <a:t>MaxExample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80808"/>
                </a:solidFill>
              </a:rPr>
              <a:t>{</a:t>
            </a:r>
            <a:br>
              <a:rPr lang="en-US" dirty="0">
                <a:solidFill>
                  <a:srgbClr val="080808"/>
                </a:solidFill>
              </a:rPr>
            </a:br>
            <a:r>
              <a:rPr lang="en-US" dirty="0">
                <a:solidFill>
                  <a:srgbClr val="0033B3"/>
                </a:solidFill>
              </a:rPr>
              <a:t>public static void </a:t>
            </a:r>
            <a:r>
              <a:rPr lang="en-US" dirty="0">
                <a:solidFill>
                  <a:srgbClr val="00627A"/>
                </a:solidFill>
              </a:rPr>
              <a:t>main</a:t>
            </a:r>
            <a:r>
              <a:rPr lang="en-US" dirty="0">
                <a:solidFill>
                  <a:srgbClr val="080808"/>
                </a:solidFill>
              </a:rPr>
              <a:t>(</a:t>
            </a:r>
            <a:r>
              <a:rPr lang="en-US" dirty="0">
                <a:solidFill>
                  <a:srgbClr val="000000"/>
                </a:solidFill>
              </a:rPr>
              <a:t>String</a:t>
            </a:r>
            <a:r>
              <a:rPr lang="en-US" dirty="0">
                <a:solidFill>
                  <a:srgbClr val="080808"/>
                </a:solidFill>
              </a:rPr>
              <a:t>[] </a:t>
            </a:r>
            <a:r>
              <a:rPr lang="en-US" dirty="0" err="1">
                <a:solidFill>
                  <a:srgbClr val="000000"/>
                </a:solidFill>
              </a:rPr>
              <a:t>args</a:t>
            </a:r>
            <a:r>
              <a:rPr lang="en-US" dirty="0">
                <a:solidFill>
                  <a:srgbClr val="080808"/>
                </a:solidFill>
              </a:rPr>
              <a:t>) {</a:t>
            </a:r>
            <a:br>
              <a:rPr lang="en-US" dirty="0">
                <a:solidFill>
                  <a:srgbClr val="080808"/>
                </a:solidFill>
              </a:rPr>
            </a:br>
            <a:r>
              <a:rPr lang="en-US" dirty="0">
                <a:solidFill>
                  <a:srgbClr val="0033B3"/>
                </a:solidFill>
              </a:rPr>
              <a:t>double </a:t>
            </a:r>
            <a:r>
              <a:rPr lang="en-US" dirty="0">
                <a:solidFill>
                  <a:srgbClr val="000000"/>
                </a:solidFill>
              </a:rPr>
              <a:t>num1 </a:t>
            </a:r>
            <a:r>
              <a:rPr lang="en-US" dirty="0">
                <a:solidFill>
                  <a:srgbClr val="080808"/>
                </a:solidFill>
              </a:rPr>
              <a:t>= </a:t>
            </a:r>
            <a:r>
              <a:rPr lang="en-US" dirty="0">
                <a:solidFill>
                  <a:srgbClr val="1750EB"/>
                </a:solidFill>
              </a:rPr>
              <a:t>5.7</a:t>
            </a:r>
            <a:r>
              <a:rPr lang="en-US" dirty="0">
                <a:solidFill>
                  <a:srgbClr val="080808"/>
                </a:solidFill>
              </a:rPr>
              <a:t>;</a:t>
            </a:r>
            <a:br>
              <a:rPr lang="en-US" dirty="0">
                <a:solidFill>
                  <a:srgbClr val="080808"/>
                </a:solidFill>
              </a:rPr>
            </a:br>
            <a:r>
              <a:rPr lang="en-US" dirty="0">
                <a:solidFill>
                  <a:srgbClr val="0033B3"/>
                </a:solidFill>
              </a:rPr>
              <a:t>double </a:t>
            </a:r>
            <a:r>
              <a:rPr lang="en-US" dirty="0">
                <a:solidFill>
                  <a:srgbClr val="000000"/>
                </a:solidFill>
              </a:rPr>
              <a:t>num2 </a:t>
            </a:r>
            <a:r>
              <a:rPr lang="en-US" dirty="0">
                <a:solidFill>
                  <a:srgbClr val="080808"/>
                </a:solidFill>
              </a:rPr>
              <a:t>= </a:t>
            </a:r>
            <a:r>
              <a:rPr lang="en-US" dirty="0">
                <a:solidFill>
                  <a:srgbClr val="1750EB"/>
                </a:solidFill>
              </a:rPr>
              <a:t>9.3</a:t>
            </a:r>
            <a:r>
              <a:rPr lang="en-US" dirty="0">
                <a:solidFill>
                  <a:srgbClr val="080808"/>
                </a:solidFill>
              </a:rPr>
              <a:t>;</a:t>
            </a:r>
            <a:br>
              <a:rPr lang="en-US" dirty="0">
                <a:solidFill>
                  <a:srgbClr val="080808"/>
                </a:solidFill>
              </a:rPr>
            </a:br>
            <a:br>
              <a:rPr lang="en-US" dirty="0">
                <a:solidFill>
                  <a:srgbClr val="080808"/>
                </a:solidFill>
              </a:rPr>
            </a:br>
            <a:r>
              <a:rPr lang="en-US" i="1" dirty="0">
                <a:solidFill>
                  <a:srgbClr val="8C8C8C"/>
                </a:solidFill>
              </a:rPr>
              <a:t>// Use </a:t>
            </a:r>
            <a:r>
              <a:rPr lang="en-US" i="1" dirty="0" err="1">
                <a:solidFill>
                  <a:srgbClr val="8C8C8C"/>
                </a:solidFill>
              </a:rPr>
              <a:t>Math.max</a:t>
            </a:r>
            <a:r>
              <a:rPr lang="en-US" i="1" dirty="0">
                <a:solidFill>
                  <a:srgbClr val="8C8C8C"/>
                </a:solidFill>
              </a:rPr>
              <a:t> to find the larger number</a:t>
            </a:r>
            <a:br>
              <a:rPr lang="en-US" i="1" dirty="0">
                <a:solidFill>
                  <a:srgbClr val="8C8C8C"/>
                </a:solidFill>
              </a:rPr>
            </a:br>
            <a:r>
              <a:rPr lang="en-US" dirty="0">
                <a:solidFill>
                  <a:srgbClr val="0033B3"/>
                </a:solidFill>
              </a:rPr>
              <a:t>double </a:t>
            </a:r>
            <a:r>
              <a:rPr lang="en-US" dirty="0">
                <a:solidFill>
                  <a:srgbClr val="000000"/>
                </a:solidFill>
              </a:rPr>
              <a:t>max </a:t>
            </a:r>
            <a:r>
              <a:rPr lang="en-US" dirty="0">
                <a:solidFill>
                  <a:srgbClr val="080808"/>
                </a:solidFill>
              </a:rPr>
              <a:t>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Math.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max</a:t>
            </a:r>
            <a:r>
              <a:rPr lang="en-US" dirty="0">
                <a:solidFill>
                  <a:srgbClr val="080808"/>
                </a:solidFill>
              </a:rPr>
              <a:t>(</a:t>
            </a:r>
            <a:r>
              <a:rPr lang="en-US" dirty="0">
                <a:solidFill>
                  <a:srgbClr val="000000"/>
                </a:solidFill>
              </a:rPr>
              <a:t>num1</a:t>
            </a:r>
            <a:r>
              <a:rPr lang="en-US" dirty="0">
                <a:solidFill>
                  <a:srgbClr val="080808"/>
                </a:solidFill>
              </a:rPr>
              <a:t>, </a:t>
            </a:r>
            <a:r>
              <a:rPr lang="en-US" dirty="0">
                <a:solidFill>
                  <a:srgbClr val="000000"/>
                </a:solidFill>
              </a:rPr>
              <a:t>num2</a:t>
            </a:r>
            <a:r>
              <a:rPr lang="en-US" dirty="0">
                <a:solidFill>
                  <a:srgbClr val="080808"/>
                </a:solidFill>
              </a:rPr>
              <a:t>);</a:t>
            </a:r>
            <a:br>
              <a:rPr lang="en-US" dirty="0">
                <a:solidFill>
                  <a:srgbClr val="080808"/>
                </a:solidFill>
              </a:rPr>
            </a:br>
            <a:r>
              <a:rPr lang="en-US" i="1" dirty="0">
                <a:solidFill>
                  <a:srgbClr val="8C8C8C"/>
                </a:solidFill>
              </a:rPr>
              <a:t>//choose to remove. and see all options</a:t>
            </a:r>
            <a:br>
              <a:rPr lang="en-US" i="1" dirty="0">
                <a:solidFill>
                  <a:srgbClr val="8C8C8C"/>
                </a:solidFill>
              </a:rPr>
            </a:br>
            <a:r>
              <a:rPr lang="en-US" dirty="0" err="1">
                <a:solidFill>
                  <a:srgbClr val="000000"/>
                </a:solidFill>
              </a:rPr>
              <a:t>System</a:t>
            </a:r>
            <a:r>
              <a:rPr lang="en-US" dirty="0" err="1">
                <a:solidFill>
                  <a:srgbClr val="080808"/>
                </a:solidFill>
              </a:rPr>
              <a:t>.</a:t>
            </a:r>
            <a:r>
              <a:rPr lang="en-US" i="1" dirty="0" err="1">
                <a:solidFill>
                  <a:srgbClr val="871094"/>
                </a:solidFill>
              </a:rPr>
              <a:t>out</a:t>
            </a:r>
            <a:r>
              <a:rPr lang="en-US" dirty="0" err="1">
                <a:solidFill>
                  <a:srgbClr val="080808"/>
                </a:solidFill>
              </a:rPr>
              <a:t>.println</a:t>
            </a:r>
            <a:r>
              <a:rPr lang="en-US" dirty="0">
                <a:solidFill>
                  <a:srgbClr val="080808"/>
                </a:solidFill>
              </a:rPr>
              <a:t>(</a:t>
            </a:r>
            <a:r>
              <a:rPr lang="en-US" dirty="0">
                <a:solidFill>
                  <a:srgbClr val="067D17"/>
                </a:solidFill>
              </a:rPr>
              <a:t>"The larger number is: " </a:t>
            </a:r>
            <a:r>
              <a:rPr lang="en-US" dirty="0">
                <a:solidFill>
                  <a:srgbClr val="080808"/>
                </a:solidFill>
              </a:rPr>
              <a:t>+ </a:t>
            </a:r>
            <a:r>
              <a:rPr lang="en-US" dirty="0">
                <a:solidFill>
                  <a:srgbClr val="000000"/>
                </a:solidFill>
              </a:rPr>
              <a:t>max</a:t>
            </a:r>
            <a:r>
              <a:rPr lang="en-US" dirty="0">
                <a:solidFill>
                  <a:srgbClr val="080808"/>
                </a:solidFill>
              </a:rPr>
              <a:t>);</a:t>
            </a:r>
            <a:br>
              <a:rPr lang="en-US" dirty="0">
                <a:solidFill>
                  <a:srgbClr val="080808"/>
                </a:solidFill>
              </a:rPr>
            </a:br>
            <a:r>
              <a:rPr lang="en-US" dirty="0">
                <a:solidFill>
                  <a:srgbClr val="080808"/>
                </a:solidFill>
              </a:rPr>
              <a:t>}</a:t>
            </a:r>
            <a:br>
              <a:rPr lang="en-US" dirty="0">
                <a:solidFill>
                  <a:srgbClr val="080808"/>
                </a:solidFill>
              </a:rPr>
            </a:br>
            <a:r>
              <a:rPr lang="en-US" dirty="0">
                <a:solidFill>
                  <a:srgbClr val="080808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5768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5C2BD-B3A4-3216-A215-1696C586FF47}"/>
              </a:ext>
            </a:extLst>
          </p:cNvPr>
          <p:cNvSpPr txBox="1"/>
          <p:nvPr/>
        </p:nvSpPr>
        <p:spPr>
          <a:xfrm>
            <a:off x="2667000" y="685800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K" b="1" dirty="0">
                <a:solidFill>
                  <a:schemeClr val="accent1"/>
                </a:solidFill>
              </a:rPr>
              <a:t>Instance method </a:t>
            </a:r>
            <a:r>
              <a:rPr lang="en-DK" b="1" dirty="0"/>
              <a:t>vs. </a:t>
            </a:r>
            <a:r>
              <a:rPr lang="en-DK" b="1" dirty="0">
                <a:solidFill>
                  <a:schemeClr val="accent2"/>
                </a:solidFill>
              </a:rPr>
              <a:t>static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D58FD-2543-522B-A9DB-B05C7FE3F0E8}"/>
              </a:ext>
            </a:extLst>
          </p:cNvPr>
          <p:cNvSpPr txBox="1"/>
          <p:nvPr/>
        </p:nvSpPr>
        <p:spPr>
          <a:xfrm>
            <a:off x="7162800" y="1845946"/>
            <a:ext cx="6100174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Math.sqrt(25);</a:t>
            </a: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Math.max(10, 20);</a:t>
            </a: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Math.abs(-5);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737AE-BB03-6880-0C07-AED8DB1D87AC}"/>
              </a:ext>
            </a:extLst>
          </p:cNvPr>
          <p:cNvSpPr txBox="1"/>
          <p:nvPr/>
        </p:nvSpPr>
        <p:spPr>
          <a:xfrm>
            <a:off x="681626" y="1845946"/>
            <a:ext cx="6100174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ArrayList&lt;String&gt; fruits = new ArrayList&lt;&gt;();</a:t>
            </a: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ArrayList&lt;String&gt; vegetables = new ArrayList&lt;&gt;();</a:t>
            </a:r>
          </a:p>
          <a:p>
            <a:pPr rtl="0">
              <a:buNone/>
            </a:pPr>
            <a:endParaRPr lang="en-DK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fruits.add("Apple");</a:t>
            </a: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vegetables.add("Carrot");</a:t>
            </a:r>
          </a:p>
        </p:txBody>
      </p:sp>
    </p:spTree>
    <p:extLst>
      <p:ext uri="{BB962C8B-B14F-4D97-AF65-F5344CB8AC3E}">
        <p14:creationId xmlns:p14="http://schemas.microsoft.com/office/powerpoint/2010/main" val="2450846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3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Method</a:t>
            </a:r>
            <a:r>
              <a:rPr spc="-25" dirty="0"/>
              <a:t> </a:t>
            </a:r>
            <a:r>
              <a:rPr sz="2800" spc="-10" dirty="0">
                <a:latin typeface="Arial"/>
                <a:cs typeface="Arial"/>
              </a:rPr>
              <a:t>main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700" dirty="0"/>
              <a:t>Declared</a:t>
            </a:r>
            <a:r>
              <a:rPr sz="2700" spc="-15" dirty="0"/>
              <a:t> </a:t>
            </a:r>
            <a:r>
              <a:rPr sz="2800" spc="330" dirty="0">
                <a:latin typeface="Arial"/>
                <a:cs typeface="Arial"/>
              </a:rPr>
              <a:t>static</a:t>
            </a:r>
            <a:r>
              <a:rPr sz="2700" spc="330" dirty="0"/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8605" marR="5080" indent="-255904">
              <a:lnSpc>
                <a:spcPct val="100400"/>
              </a:lnSpc>
              <a:spcBef>
                <a:spcPts val="85"/>
              </a:spcBef>
              <a:buClr>
                <a:srgbClr val="2DA2BF"/>
              </a:buClr>
              <a:buSzPct val="66666"/>
              <a:buFont typeface="Arial"/>
              <a:buChar char="►"/>
              <a:tabLst>
                <a:tab pos="268605" algn="l"/>
              </a:tabLst>
            </a:pPr>
            <a:r>
              <a:rPr dirty="0"/>
              <a:t>When</a:t>
            </a:r>
            <a:r>
              <a:rPr spc="-55" dirty="0"/>
              <a:t> </a:t>
            </a:r>
            <a:r>
              <a:rPr dirty="0"/>
              <a:t>you</a:t>
            </a:r>
            <a:r>
              <a:rPr spc="-50" dirty="0"/>
              <a:t> </a:t>
            </a:r>
            <a:r>
              <a:rPr dirty="0"/>
              <a:t>execute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Java</a:t>
            </a:r>
            <a:r>
              <a:rPr spc="-95" dirty="0"/>
              <a:t> </a:t>
            </a:r>
            <a:r>
              <a:rPr spc="-10" dirty="0"/>
              <a:t>Virtual</a:t>
            </a:r>
            <a:r>
              <a:rPr spc="-50" dirty="0"/>
              <a:t> </a:t>
            </a:r>
            <a:r>
              <a:rPr dirty="0"/>
              <a:t>Machine</a:t>
            </a:r>
            <a:r>
              <a:rPr spc="-50" dirty="0"/>
              <a:t> </a:t>
            </a:r>
            <a:r>
              <a:rPr dirty="0"/>
              <a:t>(JVM)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20" dirty="0">
                <a:latin typeface="Monaco"/>
                <a:cs typeface="Monaco"/>
              </a:rPr>
              <a:t>java </a:t>
            </a:r>
            <a:r>
              <a:rPr dirty="0"/>
              <a:t>command,</a:t>
            </a:r>
            <a:r>
              <a:rPr spc="-10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JVM</a:t>
            </a:r>
            <a:r>
              <a:rPr spc="-55" dirty="0"/>
              <a:t> </a:t>
            </a:r>
            <a:r>
              <a:rPr dirty="0"/>
              <a:t>attempts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invoke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>
                <a:latin typeface="Monaco"/>
                <a:cs typeface="Monaco"/>
              </a:rPr>
              <a:t>main</a:t>
            </a:r>
            <a:r>
              <a:rPr spc="-944" dirty="0">
                <a:latin typeface="Monaco"/>
                <a:cs typeface="Monaco"/>
              </a:rPr>
              <a:t> </a:t>
            </a:r>
            <a:r>
              <a:rPr dirty="0"/>
              <a:t>method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class</a:t>
            </a:r>
            <a:r>
              <a:rPr spc="-50" dirty="0"/>
              <a:t> </a:t>
            </a:r>
            <a:r>
              <a:rPr spc="-25" dirty="0"/>
              <a:t>you </a:t>
            </a:r>
            <a:r>
              <a:rPr spc="-10" dirty="0"/>
              <a:t>specify</a:t>
            </a:r>
          </a:p>
          <a:p>
            <a:pPr marL="268605" marR="463550" indent="-255904">
              <a:lnSpc>
                <a:spcPct val="102200"/>
              </a:lnSpc>
              <a:spcBef>
                <a:spcPts val="290"/>
              </a:spcBef>
              <a:buClr>
                <a:srgbClr val="2DA2BF"/>
              </a:buClr>
              <a:buSzPct val="66666"/>
              <a:buFont typeface="Arial"/>
              <a:buChar char="►"/>
              <a:tabLst>
                <a:tab pos="268605" algn="l"/>
              </a:tabLst>
            </a:pPr>
            <a:r>
              <a:rPr dirty="0"/>
              <a:t>Declaring</a:t>
            </a:r>
            <a:r>
              <a:rPr spc="-105" dirty="0"/>
              <a:t> </a:t>
            </a:r>
            <a:r>
              <a:rPr spc="-10" dirty="0">
                <a:latin typeface="Monaco"/>
                <a:cs typeface="Monaco"/>
              </a:rPr>
              <a:t>main</a:t>
            </a:r>
            <a:r>
              <a:rPr spc="-944" dirty="0">
                <a:latin typeface="Monaco"/>
                <a:cs typeface="Monaco"/>
              </a:rPr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spc="-10" dirty="0">
                <a:latin typeface="Monaco"/>
                <a:cs typeface="Monaco"/>
              </a:rPr>
              <a:t>static</a:t>
            </a:r>
            <a:r>
              <a:rPr spc="-950" dirty="0">
                <a:latin typeface="Monaco"/>
                <a:cs typeface="Monaco"/>
              </a:rPr>
              <a:t> </a:t>
            </a:r>
            <a:r>
              <a:rPr dirty="0"/>
              <a:t>allows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JVM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invoke</a:t>
            </a:r>
            <a:r>
              <a:rPr spc="-25" dirty="0"/>
              <a:t> </a:t>
            </a:r>
            <a:r>
              <a:rPr spc="-10" dirty="0">
                <a:latin typeface="Monaco"/>
                <a:cs typeface="Monaco"/>
              </a:rPr>
              <a:t>main</a:t>
            </a:r>
            <a:r>
              <a:rPr spc="-944" dirty="0">
                <a:latin typeface="Monaco"/>
                <a:cs typeface="Monaco"/>
              </a:rPr>
              <a:t> </a:t>
            </a:r>
            <a:r>
              <a:rPr spc="-10" dirty="0"/>
              <a:t>without </a:t>
            </a:r>
            <a:r>
              <a:rPr dirty="0"/>
              <a:t>creating</a:t>
            </a:r>
            <a:r>
              <a:rPr spc="-50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dirty="0"/>
              <a:t>object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class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5BEB17-EA62-36FE-CBFD-E2626E7B4B6A}"/>
                  </a:ext>
                </a:extLst>
              </p14:cNvPr>
              <p14:cNvContentPartPr/>
              <p14:nvPr/>
            </p14:nvContentPartPr>
            <p14:xfrm>
              <a:off x="3785576" y="3466600"/>
              <a:ext cx="1250720" cy="16803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5BEB17-EA62-36FE-CBFD-E2626E7B4B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1948" y="2906500"/>
                <a:ext cx="1358336" cy="113513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784470"/>
            <a:ext cx="7197090" cy="1073785"/>
            <a:chOff x="0" y="5784470"/>
            <a:chExt cx="7197090" cy="1073785"/>
          </a:xfrm>
        </p:grpSpPr>
        <p:sp>
          <p:nvSpPr>
            <p:cNvPr id="3" name="object 3"/>
            <p:cNvSpPr/>
            <p:nvPr/>
          </p:nvSpPr>
          <p:spPr>
            <a:xfrm>
              <a:off x="666751" y="5945191"/>
              <a:ext cx="6530340" cy="913130"/>
            </a:xfrm>
            <a:custGeom>
              <a:avLst/>
              <a:gdLst/>
              <a:ahLst/>
              <a:cxnLst/>
              <a:rect l="l" t="t" r="r" b="b"/>
              <a:pathLst>
                <a:path w="6530340" h="913129">
                  <a:moveTo>
                    <a:pt x="114057" y="21309"/>
                  </a:moveTo>
                  <a:lnTo>
                    <a:pt x="4849061" y="912808"/>
                  </a:lnTo>
                  <a:lnTo>
                    <a:pt x="6529919" y="912808"/>
                  </a:lnTo>
                  <a:lnTo>
                    <a:pt x="114057" y="21309"/>
                  </a:lnTo>
                  <a:close/>
                </a:path>
                <a:path w="6530340" h="913129">
                  <a:moveTo>
                    <a:pt x="876" y="0"/>
                  </a:moveTo>
                  <a:lnTo>
                    <a:pt x="0" y="5460"/>
                  </a:lnTo>
                  <a:lnTo>
                    <a:pt x="114057" y="21309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9FCB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700" y="5938837"/>
              <a:ext cx="4871085" cy="919480"/>
            </a:xfrm>
            <a:custGeom>
              <a:avLst/>
              <a:gdLst/>
              <a:ahLst/>
              <a:cxnLst/>
              <a:rect l="l" t="t" r="r" b="b"/>
              <a:pathLst>
                <a:path w="4871085" h="919479">
                  <a:moveTo>
                    <a:pt x="0" y="0"/>
                  </a:moveTo>
                  <a:lnTo>
                    <a:pt x="10566" y="6350"/>
                  </a:lnTo>
                  <a:lnTo>
                    <a:pt x="3826397" y="919162"/>
                  </a:lnTo>
                  <a:lnTo>
                    <a:pt x="4870775" y="919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88151"/>
              <a:ext cx="4532376" cy="10698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784470"/>
              <a:ext cx="4495193" cy="107352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1018519" y="134112"/>
            <a:ext cx="1027430" cy="417830"/>
            <a:chOff x="11018519" y="134112"/>
            <a:chExt cx="1027430" cy="4178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8519" y="134112"/>
              <a:ext cx="518159" cy="4175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74399" y="152400"/>
              <a:ext cx="406399" cy="304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63299" y="190500"/>
              <a:ext cx="228599" cy="2285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63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41"/>
                  </a:moveTo>
                  <a:lnTo>
                    <a:pt x="228483" y="0"/>
                  </a:lnTo>
                  <a:lnTo>
                    <a:pt x="228483" y="228483"/>
                  </a:lnTo>
                  <a:lnTo>
                    <a:pt x="0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74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24487" y="134112"/>
              <a:ext cx="521207" cy="4175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82399" y="152400"/>
              <a:ext cx="406399" cy="3047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71299" y="190500"/>
              <a:ext cx="228599" cy="2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671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483" y="114241"/>
                  </a:moveTo>
                  <a:lnTo>
                    <a:pt x="0" y="228483"/>
                  </a:lnTo>
                  <a:lnTo>
                    <a:pt x="0" y="0"/>
                  </a:lnTo>
                  <a:lnTo>
                    <a:pt x="228483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82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1895" y="676655"/>
            <a:ext cx="4995672" cy="48158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97559" y="1500632"/>
            <a:ext cx="10633075" cy="2219197"/>
          </a:xfrm>
          <a:prstGeom prst="rect">
            <a:avLst/>
          </a:prstGeom>
        </p:spPr>
        <p:txBody>
          <a:bodyPr vert="horz" wrap="square" lIns="0" tIns="28575" rIns="0" bIns="0" rtlCol="0" anchor="t">
            <a:spAutoFit/>
          </a:bodyPr>
          <a:lstStyle/>
          <a:p>
            <a:pPr marL="12065" marR="180975">
              <a:lnSpc>
                <a:spcPts val="3220"/>
              </a:lnSpc>
              <a:spcBef>
                <a:spcPts val="225"/>
              </a:spcBef>
              <a:buClr>
                <a:srgbClr val="2DA2BF"/>
              </a:buClr>
              <a:buSzPct val="66666"/>
              <a:tabLst>
                <a:tab pos="268605" algn="l"/>
              </a:tabLst>
            </a:pPr>
            <a:endParaRPr sz="2700" spc="-10" dirty="0">
              <a:latin typeface="Times New Roman"/>
              <a:cs typeface="Times New Roman"/>
            </a:endParaRPr>
          </a:p>
          <a:p>
            <a:pPr marL="267970" indent="-255270">
              <a:spcBef>
                <a:spcPts val="250"/>
              </a:spcBef>
              <a:buClr>
                <a:srgbClr val="2DA2BF"/>
              </a:buClr>
              <a:buSzPct val="66666"/>
              <a:buFont typeface="Arial"/>
              <a:buChar char="►"/>
              <a:tabLst>
                <a:tab pos="26797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Monaco"/>
                <a:cs typeface="Monaco"/>
              </a:rPr>
              <a:t>maximum</a:t>
            </a:r>
            <a:r>
              <a:rPr sz="2700" spc="-950" dirty="0">
                <a:latin typeface="Monaco"/>
                <a:cs typeface="Monaco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method </a:t>
            </a:r>
            <a:r>
              <a:rPr lang="en-US" sz="2700" dirty="0">
                <a:latin typeface="Times New Roman"/>
                <a:cs typeface="Times New Roman"/>
              </a:rPr>
              <a:t>(not from the math library)</a:t>
            </a:r>
            <a:r>
              <a:rPr lang="en-US"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determines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endParaRPr lang="da-DK" sz="2700" spc="-65" dirty="0">
              <a:latin typeface="Times New Roman"/>
              <a:cs typeface="Times New Roman"/>
            </a:endParaRPr>
          </a:p>
          <a:p>
            <a:pPr marL="12700">
              <a:spcBef>
                <a:spcPts val="250"/>
              </a:spcBef>
              <a:buClr>
                <a:srgbClr val="2DA2BF"/>
              </a:buClr>
              <a:buSzPct val="66666"/>
              <a:tabLst>
                <a:tab pos="267970" algn="l"/>
              </a:tabLst>
            </a:pPr>
            <a:r>
              <a:rPr sz="270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returns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largest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three double</a:t>
            </a:r>
            <a:r>
              <a:rPr lang="da-DK" sz="27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values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  <a:buClr>
                <a:srgbClr val="2DA2BF"/>
              </a:buClr>
              <a:buSzPct val="66666"/>
              <a:tabLst>
                <a:tab pos="267970" algn="l"/>
              </a:tabLst>
            </a:pPr>
            <a:endParaRPr sz="2700" spc="-10" dirty="0">
              <a:latin typeface="Times New Roman"/>
              <a:cs typeface="Times New Roman"/>
            </a:endParaRPr>
          </a:p>
          <a:p>
            <a:pPr marL="523875" lvl="1" indent="-228600">
              <a:lnSpc>
                <a:spcPct val="100000"/>
              </a:lnSpc>
              <a:spcBef>
                <a:spcPts val="254"/>
              </a:spcBef>
              <a:buClr>
                <a:srgbClr val="2DA2BF"/>
              </a:buClr>
              <a:buFont typeface="Verdana"/>
              <a:buChar char="◦"/>
              <a:tabLst>
                <a:tab pos="523875" algn="l"/>
              </a:tabLst>
            </a:pPr>
            <a:r>
              <a:rPr sz="2300" spc="-60" dirty="0">
                <a:latin typeface="Times New Roman"/>
                <a:cs typeface="Times New Roman"/>
              </a:rPr>
              <a:t>You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must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call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method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Monaco"/>
                <a:cs typeface="Monaco"/>
              </a:rPr>
              <a:t>maximum</a:t>
            </a:r>
            <a:r>
              <a:rPr sz="2300" spc="-805" dirty="0">
                <a:latin typeface="Monaco"/>
                <a:cs typeface="Monaco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explicitly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tell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perform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its</a:t>
            </a:r>
            <a:r>
              <a:rPr sz="2300" spc="-20" dirty="0">
                <a:latin typeface="Times New Roman"/>
                <a:cs typeface="Times New Roman"/>
              </a:rPr>
              <a:t> task</a:t>
            </a:r>
            <a:endParaRPr sz="2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57534" y="762000"/>
            <a:ext cx="8158218" cy="4953000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963288C4-3078-FF73-0F71-C67F779637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652464"/>
            <a:ext cx="9144000" cy="555148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A7DD78-AC27-4C78-80CD-EB3EE0301933}"/>
              </a:ext>
            </a:extLst>
          </p:cNvPr>
          <p:cNvCxnSpPr>
            <a:cxnSpLocks/>
          </p:cNvCxnSpPr>
          <p:nvPr/>
        </p:nvCxnSpPr>
        <p:spPr>
          <a:xfrm flipV="1">
            <a:off x="2514600" y="2133600"/>
            <a:ext cx="6858000" cy="228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5FDE959-113F-4D84-D554-959E4339A472}"/>
              </a:ext>
            </a:extLst>
          </p:cNvPr>
          <p:cNvSpPr txBox="1">
            <a:spLocks/>
          </p:cNvSpPr>
          <p:nvPr/>
        </p:nvSpPr>
        <p:spPr>
          <a:xfrm>
            <a:off x="457200" y="215371"/>
            <a:ext cx="8229600" cy="109727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Call Stacks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8A796-C6AE-6951-98C9-1136D83585D6}"/>
              </a:ext>
            </a:extLst>
          </p:cNvPr>
          <p:cNvSpPr txBox="1"/>
          <p:nvPr/>
        </p:nvSpPr>
        <p:spPr>
          <a:xfrm>
            <a:off x="3124200" y="1299080"/>
            <a:ext cx="61001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K" dirty="0"/>
              <a:t>A </a:t>
            </a:r>
            <a:r>
              <a:rPr lang="en-DK" b="1" dirty="0"/>
              <a:t>method call stack</a:t>
            </a:r>
            <a:r>
              <a:rPr lang="en-DK" dirty="0"/>
              <a:t> in Java is a memory structure that Java uses to keep track of </a:t>
            </a:r>
            <a:r>
              <a:rPr lang="en-DK" b="1" dirty="0"/>
              <a:t>which methods are currently running.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5359B3-33E3-2FEE-C705-8A62A5F80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974" y="2070629"/>
            <a:ext cx="7772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DE001-7EEC-B46B-E33C-8EE0FADDA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600" y="1162050"/>
            <a:ext cx="6654800" cy="45339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9355BAE-7B92-F4DF-C9AF-00947CC8B925}"/>
              </a:ext>
            </a:extLst>
          </p:cNvPr>
          <p:cNvSpPr txBox="1">
            <a:spLocks/>
          </p:cNvSpPr>
          <p:nvPr/>
        </p:nvSpPr>
        <p:spPr>
          <a:xfrm>
            <a:off x="457200" y="215371"/>
            <a:ext cx="8229600" cy="109727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Sequence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C9930-B052-6C8C-8038-750BD62DBD57}"/>
              </a:ext>
            </a:extLst>
          </p:cNvPr>
          <p:cNvSpPr txBox="1"/>
          <p:nvPr/>
        </p:nvSpPr>
        <p:spPr>
          <a:xfrm>
            <a:off x="7924800" y="480060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(dies … …)</a:t>
            </a:r>
          </a:p>
        </p:txBody>
      </p:sp>
    </p:spTree>
    <p:extLst>
      <p:ext uri="{BB962C8B-B14F-4D97-AF65-F5344CB8AC3E}">
        <p14:creationId xmlns:p14="http://schemas.microsoft.com/office/powerpoint/2010/main" val="3471230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784470"/>
            <a:ext cx="7197090" cy="1073785"/>
            <a:chOff x="0" y="5784470"/>
            <a:chExt cx="7197090" cy="1073785"/>
          </a:xfrm>
        </p:grpSpPr>
        <p:sp>
          <p:nvSpPr>
            <p:cNvPr id="3" name="object 3"/>
            <p:cNvSpPr/>
            <p:nvPr/>
          </p:nvSpPr>
          <p:spPr>
            <a:xfrm>
              <a:off x="666751" y="5945191"/>
              <a:ext cx="6530340" cy="913130"/>
            </a:xfrm>
            <a:custGeom>
              <a:avLst/>
              <a:gdLst/>
              <a:ahLst/>
              <a:cxnLst/>
              <a:rect l="l" t="t" r="r" b="b"/>
              <a:pathLst>
                <a:path w="6530340" h="913129">
                  <a:moveTo>
                    <a:pt x="114057" y="21309"/>
                  </a:moveTo>
                  <a:lnTo>
                    <a:pt x="4849061" y="912808"/>
                  </a:lnTo>
                  <a:lnTo>
                    <a:pt x="6529919" y="912808"/>
                  </a:lnTo>
                  <a:lnTo>
                    <a:pt x="114057" y="21309"/>
                  </a:lnTo>
                  <a:close/>
                </a:path>
                <a:path w="6530340" h="913129">
                  <a:moveTo>
                    <a:pt x="876" y="0"/>
                  </a:moveTo>
                  <a:lnTo>
                    <a:pt x="0" y="5460"/>
                  </a:lnTo>
                  <a:lnTo>
                    <a:pt x="114057" y="21309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9FCB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700" y="5938837"/>
              <a:ext cx="4871085" cy="919480"/>
            </a:xfrm>
            <a:custGeom>
              <a:avLst/>
              <a:gdLst/>
              <a:ahLst/>
              <a:cxnLst/>
              <a:rect l="l" t="t" r="r" b="b"/>
              <a:pathLst>
                <a:path w="4871085" h="919479">
                  <a:moveTo>
                    <a:pt x="0" y="0"/>
                  </a:moveTo>
                  <a:lnTo>
                    <a:pt x="10566" y="6350"/>
                  </a:lnTo>
                  <a:lnTo>
                    <a:pt x="3826397" y="919162"/>
                  </a:lnTo>
                  <a:lnTo>
                    <a:pt x="4870775" y="919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88151"/>
              <a:ext cx="4532376" cy="10698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784470"/>
              <a:ext cx="4495193" cy="107352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1018519" y="134112"/>
            <a:ext cx="1027430" cy="417830"/>
            <a:chOff x="11018519" y="134112"/>
            <a:chExt cx="1027430" cy="4178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8519" y="134112"/>
              <a:ext cx="518159" cy="4175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74399" y="152400"/>
              <a:ext cx="406399" cy="304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63299" y="190500"/>
              <a:ext cx="228599" cy="2285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63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41"/>
                  </a:moveTo>
                  <a:lnTo>
                    <a:pt x="228483" y="0"/>
                  </a:lnTo>
                  <a:lnTo>
                    <a:pt x="228483" y="228483"/>
                  </a:lnTo>
                  <a:lnTo>
                    <a:pt x="0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74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24487" y="134112"/>
              <a:ext cx="521207" cy="4175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82399" y="152400"/>
              <a:ext cx="406399" cy="3047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71299" y="190500"/>
              <a:ext cx="228599" cy="2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671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483" y="114241"/>
                  </a:moveTo>
                  <a:lnTo>
                    <a:pt x="0" y="228483"/>
                  </a:lnTo>
                  <a:lnTo>
                    <a:pt x="0" y="0"/>
                  </a:lnTo>
                  <a:lnTo>
                    <a:pt x="228483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82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1895" y="688848"/>
            <a:ext cx="10162032" cy="43586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97559" y="1462023"/>
            <a:ext cx="10652760" cy="18300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67970" marR="371475" indent="-255904">
              <a:lnSpc>
                <a:spcPts val="2710"/>
              </a:lnSpc>
              <a:spcBef>
                <a:spcPts val="430"/>
              </a:spcBef>
              <a:buClr>
                <a:srgbClr val="2DA2BF"/>
              </a:buClr>
              <a:buSzPct val="68000"/>
              <a:buFont typeface="Arial"/>
              <a:buChar char="►"/>
              <a:tabLst>
                <a:tab pos="267970" algn="l"/>
              </a:tabLst>
            </a:pPr>
            <a:r>
              <a:rPr sz="2500" dirty="0">
                <a:latin typeface="Times New Roman"/>
                <a:cs typeface="Times New Roman"/>
              </a:rPr>
              <a:t>If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truly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random</a:t>
            </a:r>
            <a:r>
              <a:rPr sz="2500" dirty="0">
                <a:latin typeface="Times New Roman"/>
                <a:cs typeface="Times New Roman"/>
              </a:rPr>
              <a:t>,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then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every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value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range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should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have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equal</a:t>
            </a:r>
            <a:r>
              <a:rPr sz="2500" i="1" spc="-3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chance</a:t>
            </a:r>
            <a:r>
              <a:rPr sz="2500" i="1" spc="-3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(or </a:t>
            </a:r>
            <a:r>
              <a:rPr sz="2500" dirty="0">
                <a:latin typeface="Times New Roman"/>
                <a:cs typeface="Times New Roman"/>
              </a:rPr>
              <a:t>probability)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being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chosen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each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time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Monaco"/>
                <a:cs typeface="Monaco"/>
              </a:rPr>
              <a:t>nextInt</a:t>
            </a:r>
            <a:r>
              <a:rPr sz="2500" spc="-869" dirty="0">
                <a:latin typeface="Monaco"/>
                <a:cs typeface="Monaco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called</a:t>
            </a:r>
            <a:endParaRPr sz="2500">
              <a:latin typeface="Times New Roman"/>
              <a:cs typeface="Times New Roman"/>
            </a:endParaRPr>
          </a:p>
          <a:p>
            <a:pPr marL="267970" marR="5080" indent="-255904">
              <a:lnSpc>
                <a:spcPct val="90000"/>
              </a:lnSpc>
              <a:spcBef>
                <a:spcPts val="355"/>
              </a:spcBef>
              <a:buClr>
                <a:srgbClr val="2DA2BF"/>
              </a:buClr>
              <a:buSzPct val="68000"/>
              <a:buFont typeface="Arial"/>
              <a:buChar char="►"/>
              <a:tabLst>
                <a:tab pos="267970" algn="l"/>
              </a:tabLst>
            </a:pPr>
            <a:r>
              <a:rPr sz="2500" dirty="0">
                <a:latin typeface="Times New Roman"/>
                <a:cs typeface="Times New Roman"/>
              </a:rPr>
              <a:t>Class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Monaco"/>
                <a:cs typeface="Monaco"/>
              </a:rPr>
              <a:t>Random</a:t>
            </a:r>
            <a:r>
              <a:rPr sz="2500" spc="-869" dirty="0">
                <a:latin typeface="Monaco"/>
                <a:cs typeface="Monaco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provides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another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version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method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Monaco"/>
                <a:cs typeface="Monaco"/>
              </a:rPr>
              <a:t>nextInt</a:t>
            </a:r>
            <a:r>
              <a:rPr sz="2500" spc="-875" dirty="0">
                <a:latin typeface="Monaco"/>
                <a:cs typeface="Monaco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receives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an </a:t>
            </a:r>
            <a:r>
              <a:rPr sz="2500" dirty="0">
                <a:latin typeface="Monaco"/>
                <a:cs typeface="Monaco"/>
              </a:rPr>
              <a:t>int</a:t>
            </a:r>
            <a:r>
              <a:rPr sz="2500" spc="-869" dirty="0">
                <a:latin typeface="Monaco"/>
                <a:cs typeface="Monaco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argument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returns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value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from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0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up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not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including,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argument’s value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E994B6-000E-530B-B816-1C298FEE0DC2}"/>
              </a:ext>
            </a:extLst>
          </p:cNvPr>
          <p:cNvSpPr txBox="1"/>
          <p:nvPr/>
        </p:nvSpPr>
        <p:spPr>
          <a:xfrm>
            <a:off x="1828800" y="457200"/>
            <a:ext cx="667657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r>
              <a:rPr lang="en-US" sz="3600" dirty="0" err="1">
                <a:latin typeface="+mj-lt"/>
                <a:ea typeface="+mj-ea"/>
                <a:cs typeface="+mj-cs"/>
              </a:rPr>
              <a:t>SecureRandom</a:t>
            </a:r>
            <a:r>
              <a:rPr lang="en-US" sz="3600" dirty="0">
                <a:latin typeface="+mj-lt"/>
                <a:ea typeface="+mj-ea"/>
                <a:cs typeface="+mj-cs"/>
              </a:rPr>
              <a:t> class</a:t>
            </a:r>
          </a:p>
          <a:p>
            <a:endParaRPr lang="en-US" dirty="0"/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Part of </a:t>
            </a:r>
            <a:r>
              <a:rPr lang="en-US" b="1" dirty="0" err="1"/>
              <a:t>java.security.SecureRandom</a:t>
            </a:r>
            <a:r>
              <a:rPr lang="en-US" dirty="0"/>
              <a:t>, so you </a:t>
            </a:r>
            <a:r>
              <a:rPr lang="en-US" b="1" dirty="0"/>
              <a:t>must </a:t>
            </a:r>
            <a:r>
              <a:rPr lang="en-US" b="1" dirty="0">
                <a:solidFill>
                  <a:srgbClr val="FF0000"/>
                </a:solidFill>
              </a:rPr>
              <a:t>import</a:t>
            </a:r>
            <a:r>
              <a:rPr lang="en-US" b="1" dirty="0"/>
              <a:t> </a:t>
            </a:r>
          </a:p>
          <a:p>
            <a:pPr marL="228600" indent="-228600">
              <a:buFont typeface=""/>
              <a:buChar char="•"/>
            </a:pPr>
            <a:endParaRPr lang="en-US" b="1" dirty="0"/>
          </a:p>
          <a:p>
            <a:pPr marL="228600" indent="-228600">
              <a:buFont typeface=""/>
              <a:buChar char="•"/>
            </a:pPr>
            <a:r>
              <a:rPr lang="en-US" dirty="0"/>
              <a:t>Generates </a:t>
            </a:r>
            <a:r>
              <a:rPr lang="en-US" b="1" dirty="0"/>
              <a:t>cryptographically strong random numbers</a:t>
            </a:r>
            <a:r>
              <a:rPr lang="en-US" dirty="0"/>
              <a:t>,  </a:t>
            </a:r>
          </a:p>
          <a:p>
            <a:r>
              <a:rPr lang="en-US" dirty="0"/>
              <a:t>Used for </a:t>
            </a:r>
            <a:r>
              <a:rPr lang="en-US" b="1" dirty="0"/>
              <a:t>security-sensitive applications</a:t>
            </a:r>
            <a:r>
              <a:rPr lang="en-US" dirty="0"/>
              <a:t>, like: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lvl="1" indent="-228600">
              <a:buFont typeface=""/>
              <a:buChar char="•"/>
            </a:pPr>
            <a:r>
              <a:rPr lang="en-US" dirty="0"/>
              <a:t>Password generation</a:t>
            </a:r>
          </a:p>
          <a:p>
            <a:pPr marL="228600" lvl="1" indent="-228600">
              <a:buFont typeface=""/>
              <a:buChar char="•"/>
            </a:pPr>
            <a:r>
              <a:rPr lang="en-US" dirty="0"/>
              <a:t>Tokens for authentication</a:t>
            </a:r>
          </a:p>
          <a:p>
            <a:pPr marL="228600" lvl="1" indent="-228600">
              <a:buFont typeface=""/>
              <a:buChar char="•"/>
            </a:pPr>
            <a:r>
              <a:rPr lang="en-US" dirty="0"/>
              <a:t>Encryption keys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772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652464"/>
            <a:ext cx="9144000" cy="555148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652464"/>
            <a:ext cx="9144000" cy="55514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784470"/>
            <a:ext cx="7197090" cy="1073785"/>
            <a:chOff x="0" y="5784470"/>
            <a:chExt cx="7197090" cy="1073785"/>
          </a:xfrm>
        </p:grpSpPr>
        <p:sp>
          <p:nvSpPr>
            <p:cNvPr id="3" name="object 3"/>
            <p:cNvSpPr/>
            <p:nvPr/>
          </p:nvSpPr>
          <p:spPr>
            <a:xfrm>
              <a:off x="666751" y="5945191"/>
              <a:ext cx="6530340" cy="913130"/>
            </a:xfrm>
            <a:custGeom>
              <a:avLst/>
              <a:gdLst/>
              <a:ahLst/>
              <a:cxnLst/>
              <a:rect l="l" t="t" r="r" b="b"/>
              <a:pathLst>
                <a:path w="6530340" h="913129">
                  <a:moveTo>
                    <a:pt x="114057" y="21309"/>
                  </a:moveTo>
                  <a:lnTo>
                    <a:pt x="4849061" y="912808"/>
                  </a:lnTo>
                  <a:lnTo>
                    <a:pt x="6529919" y="912808"/>
                  </a:lnTo>
                  <a:lnTo>
                    <a:pt x="114057" y="21309"/>
                  </a:lnTo>
                  <a:close/>
                </a:path>
                <a:path w="6530340" h="913129">
                  <a:moveTo>
                    <a:pt x="876" y="0"/>
                  </a:moveTo>
                  <a:lnTo>
                    <a:pt x="0" y="5460"/>
                  </a:lnTo>
                  <a:lnTo>
                    <a:pt x="114057" y="21309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9FCB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700" y="5938837"/>
              <a:ext cx="4871085" cy="919480"/>
            </a:xfrm>
            <a:custGeom>
              <a:avLst/>
              <a:gdLst/>
              <a:ahLst/>
              <a:cxnLst/>
              <a:rect l="l" t="t" r="r" b="b"/>
              <a:pathLst>
                <a:path w="4871085" h="919479">
                  <a:moveTo>
                    <a:pt x="0" y="0"/>
                  </a:moveTo>
                  <a:lnTo>
                    <a:pt x="10566" y="6350"/>
                  </a:lnTo>
                  <a:lnTo>
                    <a:pt x="3826397" y="919162"/>
                  </a:lnTo>
                  <a:lnTo>
                    <a:pt x="4870775" y="919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88151"/>
              <a:ext cx="4532376" cy="10698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784470"/>
              <a:ext cx="4495193" cy="107352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1018519" y="134112"/>
            <a:ext cx="1027430" cy="417830"/>
            <a:chOff x="11018519" y="134112"/>
            <a:chExt cx="1027430" cy="4178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8519" y="134112"/>
              <a:ext cx="518159" cy="4175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74399" y="152400"/>
              <a:ext cx="406399" cy="304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63299" y="190500"/>
              <a:ext cx="228599" cy="2285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63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41"/>
                  </a:moveTo>
                  <a:lnTo>
                    <a:pt x="228483" y="0"/>
                  </a:lnTo>
                  <a:lnTo>
                    <a:pt x="228483" y="228483"/>
                  </a:lnTo>
                  <a:lnTo>
                    <a:pt x="0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74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24487" y="134112"/>
              <a:ext cx="521207" cy="4175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82399" y="152400"/>
              <a:ext cx="406399" cy="3047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71299" y="190500"/>
              <a:ext cx="228599" cy="2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671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483" y="114241"/>
                  </a:moveTo>
                  <a:lnTo>
                    <a:pt x="0" y="228483"/>
                  </a:lnTo>
                  <a:lnTo>
                    <a:pt x="0" y="0"/>
                  </a:lnTo>
                  <a:lnTo>
                    <a:pt x="228483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82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1895" y="670559"/>
            <a:ext cx="5934456" cy="48158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97559" y="1500632"/>
            <a:ext cx="10670540" cy="21894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68605" marR="139065" indent="-255904">
              <a:lnSpc>
                <a:spcPts val="3220"/>
              </a:lnSpc>
              <a:spcBef>
                <a:spcPts val="225"/>
              </a:spcBef>
              <a:buClr>
                <a:srgbClr val="2DA2BF"/>
              </a:buClr>
              <a:buSzPct val="66666"/>
              <a:buFont typeface="Arial"/>
              <a:buChar char="►"/>
              <a:tabLst>
                <a:tab pos="268605" algn="l"/>
              </a:tabLst>
            </a:pPr>
            <a:r>
              <a:rPr sz="2700" spc="-10" dirty="0">
                <a:latin typeface="Times New Roman"/>
                <a:cs typeface="Times New Roman"/>
              </a:rPr>
              <a:t>Declarations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introduce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names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used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refer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classes,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methods, </a:t>
            </a:r>
            <a:r>
              <a:rPr sz="2700" dirty="0">
                <a:latin typeface="Times New Roman"/>
                <a:cs typeface="Times New Roman"/>
              </a:rPr>
              <a:t>variables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parameters</a:t>
            </a:r>
            <a:endParaRPr sz="2700">
              <a:latin typeface="Times New Roman"/>
              <a:cs typeface="Times New Roman"/>
            </a:endParaRPr>
          </a:p>
          <a:p>
            <a:pPr marL="268605" marR="5080" indent="-255904">
              <a:lnSpc>
                <a:spcPts val="3190"/>
              </a:lnSpc>
              <a:spcBef>
                <a:spcPts val="495"/>
              </a:spcBef>
              <a:buClr>
                <a:srgbClr val="2DA2BF"/>
              </a:buClr>
              <a:buSzPct val="66666"/>
              <a:buFont typeface="Arial"/>
              <a:buChar char="►"/>
              <a:tabLst>
                <a:tab pos="268605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00FF"/>
                </a:solidFill>
                <a:latin typeface="Times New Roman"/>
                <a:cs typeface="Times New Roman"/>
              </a:rPr>
              <a:t>scope</a:t>
            </a:r>
            <a:r>
              <a:rPr sz="2700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declaration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portion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program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refer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the </a:t>
            </a:r>
            <a:r>
              <a:rPr sz="2700" dirty="0">
                <a:latin typeface="Times New Roman"/>
                <a:cs typeface="Times New Roman"/>
              </a:rPr>
              <a:t>declared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entity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by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name</a:t>
            </a:r>
            <a:endParaRPr sz="2700">
              <a:latin typeface="Times New Roman"/>
              <a:cs typeface="Times New Roman"/>
            </a:endParaRPr>
          </a:p>
          <a:p>
            <a:pPr marL="267970" indent="-255270">
              <a:lnSpc>
                <a:spcPct val="100000"/>
              </a:lnSpc>
              <a:spcBef>
                <a:spcPts val="360"/>
              </a:spcBef>
              <a:buClr>
                <a:srgbClr val="2DA2BF"/>
              </a:buClr>
              <a:buSzPct val="66666"/>
              <a:buFont typeface="Arial"/>
              <a:buChar char="►"/>
              <a:tabLst>
                <a:tab pos="267970" algn="l"/>
              </a:tabLst>
            </a:pPr>
            <a:r>
              <a:rPr sz="2700" dirty="0">
                <a:latin typeface="Times New Roman"/>
                <a:cs typeface="Times New Roman"/>
              </a:rPr>
              <a:t>Such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entity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said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“in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scope”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portion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program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784470"/>
            <a:ext cx="7197090" cy="1073785"/>
            <a:chOff x="0" y="5784470"/>
            <a:chExt cx="7197090" cy="1073785"/>
          </a:xfrm>
        </p:grpSpPr>
        <p:sp>
          <p:nvSpPr>
            <p:cNvPr id="3" name="object 3"/>
            <p:cNvSpPr/>
            <p:nvPr/>
          </p:nvSpPr>
          <p:spPr>
            <a:xfrm>
              <a:off x="666751" y="5945191"/>
              <a:ext cx="6530340" cy="913130"/>
            </a:xfrm>
            <a:custGeom>
              <a:avLst/>
              <a:gdLst/>
              <a:ahLst/>
              <a:cxnLst/>
              <a:rect l="l" t="t" r="r" b="b"/>
              <a:pathLst>
                <a:path w="6530340" h="913129">
                  <a:moveTo>
                    <a:pt x="114057" y="21309"/>
                  </a:moveTo>
                  <a:lnTo>
                    <a:pt x="4849061" y="912808"/>
                  </a:lnTo>
                  <a:lnTo>
                    <a:pt x="6529919" y="912808"/>
                  </a:lnTo>
                  <a:lnTo>
                    <a:pt x="114057" y="21309"/>
                  </a:lnTo>
                  <a:close/>
                </a:path>
                <a:path w="6530340" h="913129">
                  <a:moveTo>
                    <a:pt x="876" y="0"/>
                  </a:moveTo>
                  <a:lnTo>
                    <a:pt x="0" y="5460"/>
                  </a:lnTo>
                  <a:lnTo>
                    <a:pt x="114057" y="21309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9FCB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700" y="5938837"/>
              <a:ext cx="4871085" cy="919480"/>
            </a:xfrm>
            <a:custGeom>
              <a:avLst/>
              <a:gdLst/>
              <a:ahLst/>
              <a:cxnLst/>
              <a:rect l="l" t="t" r="r" b="b"/>
              <a:pathLst>
                <a:path w="4871085" h="919479">
                  <a:moveTo>
                    <a:pt x="0" y="0"/>
                  </a:moveTo>
                  <a:lnTo>
                    <a:pt x="10566" y="6350"/>
                  </a:lnTo>
                  <a:lnTo>
                    <a:pt x="3826397" y="919162"/>
                  </a:lnTo>
                  <a:lnTo>
                    <a:pt x="4870775" y="919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88151"/>
              <a:ext cx="4532376" cy="10698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784470"/>
              <a:ext cx="4495193" cy="107352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1018519" y="134112"/>
            <a:ext cx="1027430" cy="417830"/>
            <a:chOff x="11018519" y="134112"/>
            <a:chExt cx="1027430" cy="4178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8519" y="134112"/>
              <a:ext cx="518159" cy="4175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74399" y="152400"/>
              <a:ext cx="406399" cy="304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63299" y="190500"/>
              <a:ext cx="228599" cy="2285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63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41"/>
                  </a:moveTo>
                  <a:lnTo>
                    <a:pt x="228483" y="0"/>
                  </a:lnTo>
                  <a:lnTo>
                    <a:pt x="228483" y="228483"/>
                  </a:lnTo>
                  <a:lnTo>
                    <a:pt x="0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74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24487" y="134112"/>
              <a:ext cx="521207" cy="4175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82399" y="152400"/>
              <a:ext cx="406399" cy="3047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71299" y="190500"/>
              <a:ext cx="228599" cy="2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671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483" y="114241"/>
                  </a:moveTo>
                  <a:lnTo>
                    <a:pt x="0" y="228483"/>
                  </a:lnTo>
                  <a:lnTo>
                    <a:pt x="0" y="0"/>
                  </a:lnTo>
                  <a:lnTo>
                    <a:pt x="228483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82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DAFCA0C-B17E-2C03-3281-E0A012567A1A}"/>
              </a:ext>
            </a:extLst>
          </p:cNvPr>
          <p:cNvSpPr txBox="1"/>
          <p:nvPr/>
        </p:nvSpPr>
        <p:spPr>
          <a:xfrm>
            <a:off x="3543909" y="321129"/>
            <a:ext cx="830580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33B3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public class Main {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public static void main(String[] </a:t>
            </a:r>
            <a:r>
              <a:rPr lang="en-US" dirty="0" err="1">
                <a:solidFill>
                  <a:schemeClr val="tx1"/>
                </a:solidFill>
              </a:rPr>
              <a:t>args</a:t>
            </a:r>
            <a:r>
              <a:rPr lang="en-US" dirty="0">
                <a:solidFill>
                  <a:schemeClr val="tx1"/>
                </a:solidFill>
              </a:rPr>
              <a:t>) {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calculateSum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// This would cause an error:</a:t>
            </a:r>
          </a:p>
          <a:p>
            <a:r>
              <a:rPr lang="en-US" dirty="0">
                <a:solidFill>
                  <a:schemeClr val="accent2"/>
                </a:solidFill>
              </a:rPr>
              <a:t>        // </a:t>
            </a:r>
            <a:r>
              <a:rPr lang="en-US" dirty="0" err="1">
                <a:solidFill>
                  <a:schemeClr val="accent2"/>
                </a:solidFill>
              </a:rPr>
              <a:t>System.out.println</a:t>
            </a:r>
            <a:r>
              <a:rPr lang="en-US" dirty="0">
                <a:solidFill>
                  <a:schemeClr val="accent2"/>
                </a:solidFill>
              </a:rPr>
              <a:t>(sum);</a:t>
            </a:r>
          </a:p>
          <a:p>
            <a:r>
              <a:rPr lang="en-US" dirty="0">
                <a:solidFill>
                  <a:schemeClr val="tx1"/>
                </a:solidFill>
              </a:rPr>
              <a:t>    }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public static void </a:t>
            </a:r>
            <a:r>
              <a:rPr lang="en-US" dirty="0" err="1">
                <a:solidFill>
                  <a:schemeClr val="tx1"/>
                </a:solidFill>
              </a:rPr>
              <a:t>calculateSum</a:t>
            </a:r>
            <a:r>
              <a:rPr lang="en-US" dirty="0">
                <a:solidFill>
                  <a:schemeClr val="tx1"/>
                </a:solidFill>
              </a:rPr>
              <a:t>() {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int number1 = 10;</a:t>
            </a:r>
          </a:p>
          <a:p>
            <a:r>
              <a:rPr lang="en-US" dirty="0">
                <a:solidFill>
                  <a:schemeClr val="tx1"/>
                </a:solidFill>
              </a:rPr>
              <a:t>        int number2 = 20;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int sum = number1 + number2;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("The sum is: " + sum);</a:t>
            </a:r>
          </a:p>
          <a:p>
            <a:r>
              <a:rPr lang="en-US" dirty="0">
                <a:solidFill>
                  <a:schemeClr val="tx1"/>
                </a:solidFill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784470"/>
            <a:ext cx="7197090" cy="1073785"/>
            <a:chOff x="0" y="5784470"/>
            <a:chExt cx="7197090" cy="1073785"/>
          </a:xfrm>
        </p:grpSpPr>
        <p:sp>
          <p:nvSpPr>
            <p:cNvPr id="3" name="object 3"/>
            <p:cNvSpPr/>
            <p:nvPr/>
          </p:nvSpPr>
          <p:spPr>
            <a:xfrm>
              <a:off x="666751" y="5945191"/>
              <a:ext cx="6530340" cy="913130"/>
            </a:xfrm>
            <a:custGeom>
              <a:avLst/>
              <a:gdLst/>
              <a:ahLst/>
              <a:cxnLst/>
              <a:rect l="l" t="t" r="r" b="b"/>
              <a:pathLst>
                <a:path w="6530340" h="913129">
                  <a:moveTo>
                    <a:pt x="114057" y="21309"/>
                  </a:moveTo>
                  <a:lnTo>
                    <a:pt x="4849061" y="912808"/>
                  </a:lnTo>
                  <a:lnTo>
                    <a:pt x="6529919" y="912808"/>
                  </a:lnTo>
                  <a:lnTo>
                    <a:pt x="114057" y="21309"/>
                  </a:lnTo>
                  <a:close/>
                </a:path>
                <a:path w="6530340" h="913129">
                  <a:moveTo>
                    <a:pt x="876" y="0"/>
                  </a:moveTo>
                  <a:lnTo>
                    <a:pt x="0" y="5460"/>
                  </a:lnTo>
                  <a:lnTo>
                    <a:pt x="114057" y="21309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9FCB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700" y="5938837"/>
              <a:ext cx="4871085" cy="919480"/>
            </a:xfrm>
            <a:custGeom>
              <a:avLst/>
              <a:gdLst/>
              <a:ahLst/>
              <a:cxnLst/>
              <a:rect l="l" t="t" r="r" b="b"/>
              <a:pathLst>
                <a:path w="4871085" h="919479">
                  <a:moveTo>
                    <a:pt x="0" y="0"/>
                  </a:moveTo>
                  <a:lnTo>
                    <a:pt x="10566" y="6350"/>
                  </a:lnTo>
                  <a:lnTo>
                    <a:pt x="3826397" y="919162"/>
                  </a:lnTo>
                  <a:lnTo>
                    <a:pt x="4870775" y="919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88151"/>
              <a:ext cx="4532376" cy="10698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784470"/>
              <a:ext cx="4495193" cy="107352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1018519" y="134112"/>
            <a:ext cx="1027430" cy="417830"/>
            <a:chOff x="11018519" y="134112"/>
            <a:chExt cx="1027430" cy="4178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8519" y="134112"/>
              <a:ext cx="518159" cy="4175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74399" y="152400"/>
              <a:ext cx="406399" cy="304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63299" y="190500"/>
              <a:ext cx="228599" cy="2285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63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41"/>
                  </a:moveTo>
                  <a:lnTo>
                    <a:pt x="228483" y="0"/>
                  </a:lnTo>
                  <a:lnTo>
                    <a:pt x="228483" y="228483"/>
                  </a:lnTo>
                  <a:lnTo>
                    <a:pt x="0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74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24487" y="134112"/>
              <a:ext cx="521207" cy="4175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82399" y="152400"/>
              <a:ext cx="406399" cy="3047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71299" y="190500"/>
              <a:ext cx="228599" cy="2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671254" y="1904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483" y="114241"/>
                  </a:moveTo>
                  <a:lnTo>
                    <a:pt x="0" y="228483"/>
                  </a:lnTo>
                  <a:lnTo>
                    <a:pt x="0" y="0"/>
                  </a:lnTo>
                  <a:lnTo>
                    <a:pt x="228483" y="114241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82399" y="152400"/>
              <a:ext cx="406400" cy="304800"/>
            </a:xfrm>
            <a:custGeom>
              <a:avLst/>
              <a:gdLst/>
              <a:ahLst/>
              <a:cxnLst/>
              <a:rect l="l" t="t" r="r" b="b"/>
              <a:pathLst>
                <a:path w="406400" h="304800">
                  <a:moveTo>
                    <a:pt x="0" y="0"/>
                  </a:moveTo>
                  <a:lnTo>
                    <a:pt x="406192" y="0"/>
                  </a:lnTo>
                  <a:lnTo>
                    <a:pt x="406192" y="304644"/>
                  </a:lnTo>
                  <a:lnTo>
                    <a:pt x="0" y="304644"/>
                  </a:lnTo>
                  <a:lnTo>
                    <a:pt x="0" y="0"/>
                  </a:lnTo>
                  <a:close/>
                </a:path>
              </a:pathLst>
            </a:custGeom>
            <a:ln w="9520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1895" y="670559"/>
            <a:ext cx="5571744" cy="48767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97559" y="1425447"/>
            <a:ext cx="10686415" cy="3267561"/>
          </a:xfrm>
          <a:prstGeom prst="rect">
            <a:avLst/>
          </a:prstGeom>
        </p:spPr>
        <p:txBody>
          <a:bodyPr vert="horz" wrap="square" lIns="0" tIns="86360" rIns="0" bIns="0" rtlCol="0" anchor="t">
            <a:spAutoFit/>
          </a:bodyPr>
          <a:lstStyle/>
          <a:p>
            <a:pPr marL="268605" marR="659130" indent="-255270">
              <a:lnSpc>
                <a:spcPts val="2400"/>
              </a:lnSpc>
              <a:spcBef>
                <a:spcPts val="680"/>
              </a:spcBef>
              <a:buClr>
                <a:srgbClr val="2DA2BF"/>
              </a:buClr>
              <a:buSzPct val="68000"/>
              <a:buFont typeface="Arial"/>
              <a:buChar char="►"/>
              <a:tabLst>
                <a:tab pos="268605" algn="l"/>
              </a:tabLst>
            </a:pPr>
            <a:r>
              <a:rPr sz="2500" dirty="0">
                <a:latin typeface="Times New Roman"/>
                <a:cs typeface="Times New Roman"/>
              </a:rPr>
              <a:t>Methods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same</a:t>
            </a:r>
            <a:r>
              <a:rPr sz="2500" i="1" spc="-35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name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can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declared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same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class,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long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they </a:t>
            </a:r>
            <a:r>
              <a:rPr sz="2500" dirty="0">
                <a:latin typeface="Times New Roman"/>
                <a:cs typeface="Times New Roman"/>
              </a:rPr>
              <a:t>have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i="1" spc="-10" dirty="0">
                <a:latin typeface="Times New Roman"/>
                <a:cs typeface="Times New Roman"/>
              </a:rPr>
              <a:t>different</a:t>
            </a:r>
            <a:r>
              <a:rPr sz="2500" i="1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sets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parameters</a:t>
            </a:r>
            <a:endParaRPr sz="2500" dirty="0">
              <a:latin typeface="Times New Roman"/>
              <a:cs typeface="Times New Roman"/>
            </a:endParaRPr>
          </a:p>
          <a:p>
            <a:pPr marL="523240" lvl="1" indent="-227965">
              <a:lnSpc>
                <a:spcPts val="2230"/>
              </a:lnSpc>
              <a:buClr>
                <a:srgbClr val="2DA2BF"/>
              </a:buClr>
              <a:buFont typeface="Verdana"/>
              <a:buChar char="◦"/>
              <a:tabLst>
                <a:tab pos="523240" algn="l"/>
              </a:tabLst>
            </a:pPr>
            <a:r>
              <a:rPr sz="2100" dirty="0">
                <a:latin typeface="Times New Roman"/>
                <a:cs typeface="Times New Roman"/>
              </a:rPr>
              <a:t>Called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method</a:t>
            </a:r>
            <a:r>
              <a:rPr sz="21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0000FF"/>
                </a:solidFill>
                <a:latin typeface="Times New Roman"/>
                <a:cs typeface="Times New Roman"/>
              </a:rPr>
              <a:t>overloading</a:t>
            </a:r>
            <a:endParaRPr sz="2100" dirty="0">
              <a:latin typeface="Times New Roman"/>
              <a:cs typeface="Times New Roman"/>
            </a:endParaRPr>
          </a:p>
          <a:p>
            <a:pPr marL="267970" indent="-255270">
              <a:lnSpc>
                <a:spcPts val="2790"/>
              </a:lnSpc>
              <a:buClr>
                <a:srgbClr val="2DA2BF"/>
              </a:buClr>
              <a:buSzPct val="68000"/>
              <a:buFont typeface="Arial"/>
              <a:buChar char="►"/>
              <a:tabLst>
                <a:tab pos="267970" algn="l"/>
              </a:tabLst>
            </a:pPr>
            <a:endParaRPr lang="da-DK" sz="2500" dirty="0">
              <a:latin typeface="Monaco"/>
              <a:cs typeface="Monaco"/>
            </a:endParaRPr>
          </a:p>
          <a:p>
            <a:pPr marL="267970" indent="-255270">
              <a:lnSpc>
                <a:spcPts val="2790"/>
              </a:lnSpc>
              <a:buClr>
                <a:srgbClr val="2DA2BF"/>
              </a:buClr>
              <a:buSzPct val="68000"/>
              <a:buFont typeface="Arial"/>
              <a:buChar char="►"/>
              <a:tabLst>
                <a:tab pos="267970" algn="l"/>
              </a:tabLst>
            </a:pPr>
            <a:endParaRPr lang="en-DK" sz="2500" dirty="0">
              <a:latin typeface="Monaco"/>
              <a:cs typeface="Monaco"/>
            </a:endParaRPr>
          </a:p>
          <a:p>
            <a:pPr marL="267970" indent="-255270">
              <a:lnSpc>
                <a:spcPts val="2790"/>
              </a:lnSpc>
              <a:buClr>
                <a:srgbClr val="2DA2BF"/>
              </a:buClr>
              <a:buSzPct val="68000"/>
              <a:buFont typeface="Arial"/>
              <a:buChar char="►"/>
              <a:tabLst>
                <a:tab pos="267970" algn="l"/>
              </a:tabLst>
            </a:pPr>
            <a:r>
              <a:rPr sz="2500" dirty="0">
                <a:latin typeface="Monaco"/>
                <a:cs typeface="Monaco"/>
              </a:rPr>
              <a:t>Math</a:t>
            </a:r>
            <a:r>
              <a:rPr sz="2500" spc="-869" dirty="0">
                <a:latin typeface="Monaco"/>
                <a:cs typeface="Monaco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methods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Monaco"/>
                <a:cs typeface="Monaco"/>
              </a:rPr>
              <a:t>abs</a:t>
            </a:r>
            <a:r>
              <a:rPr sz="2500" dirty="0">
                <a:latin typeface="Times New Roman"/>
                <a:cs typeface="Times New Roman"/>
              </a:rPr>
              <a:t>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Monaco"/>
                <a:cs typeface="Monaco"/>
              </a:rPr>
              <a:t>min</a:t>
            </a:r>
            <a:r>
              <a:rPr sz="2500" spc="-869" dirty="0">
                <a:latin typeface="Monaco"/>
                <a:cs typeface="Monaco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Monaco"/>
                <a:cs typeface="Monaco"/>
              </a:rPr>
              <a:t>max</a:t>
            </a:r>
            <a:r>
              <a:rPr sz="2500" spc="-869" dirty="0">
                <a:latin typeface="Monaco"/>
                <a:cs typeface="Monaco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overloaded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with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four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versions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each:</a:t>
            </a:r>
            <a:endParaRPr sz="2500" dirty="0">
              <a:latin typeface="Times New Roman"/>
              <a:cs typeface="Times New Roman"/>
            </a:endParaRPr>
          </a:p>
          <a:p>
            <a:pPr marL="523240" lvl="1" indent="-227965">
              <a:lnSpc>
                <a:spcPts val="2360"/>
              </a:lnSpc>
              <a:buClr>
                <a:srgbClr val="2DA2BF"/>
              </a:buClr>
              <a:buFont typeface="Verdana"/>
              <a:buChar char="◦"/>
              <a:tabLst>
                <a:tab pos="523240" algn="l"/>
              </a:tabLst>
            </a:pPr>
            <a:r>
              <a:rPr sz="2100" dirty="0">
                <a:latin typeface="Times New Roman"/>
                <a:cs typeface="Times New Roman"/>
              </a:rPr>
              <a:t>One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two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Monaco"/>
                <a:cs typeface="Monaco"/>
              </a:rPr>
              <a:t>double</a:t>
            </a:r>
            <a:r>
              <a:rPr sz="2100" spc="-740" dirty="0">
                <a:latin typeface="Monaco"/>
                <a:cs typeface="Monaco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parameters</a:t>
            </a:r>
            <a:endParaRPr sz="2100" dirty="0">
              <a:latin typeface="Times New Roman"/>
              <a:cs typeface="Times New Roman"/>
            </a:endParaRPr>
          </a:p>
          <a:p>
            <a:pPr marL="523240" lvl="1" indent="-227965">
              <a:lnSpc>
                <a:spcPts val="2305"/>
              </a:lnSpc>
              <a:buClr>
                <a:srgbClr val="2DA2BF"/>
              </a:buClr>
              <a:buFont typeface="Verdana"/>
              <a:buChar char="◦"/>
              <a:tabLst>
                <a:tab pos="523240" algn="l"/>
              </a:tabLst>
            </a:pPr>
            <a:r>
              <a:rPr sz="2100" dirty="0">
                <a:latin typeface="Times New Roman"/>
                <a:cs typeface="Times New Roman"/>
              </a:rPr>
              <a:t>One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two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Monaco"/>
                <a:cs typeface="Monaco"/>
              </a:rPr>
              <a:t>float</a:t>
            </a:r>
            <a:r>
              <a:rPr sz="2100" spc="-740" dirty="0">
                <a:latin typeface="Monaco"/>
                <a:cs typeface="Monaco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parameters</a:t>
            </a:r>
            <a:endParaRPr sz="2100" dirty="0">
              <a:latin typeface="Times New Roman"/>
              <a:cs typeface="Times New Roman"/>
            </a:endParaRPr>
          </a:p>
          <a:p>
            <a:pPr marL="523240" lvl="1" indent="-227965">
              <a:lnSpc>
                <a:spcPts val="2305"/>
              </a:lnSpc>
              <a:buClr>
                <a:srgbClr val="2DA2BF"/>
              </a:buClr>
              <a:buFont typeface="Verdana"/>
              <a:buChar char="◦"/>
              <a:tabLst>
                <a:tab pos="523240" algn="l"/>
              </a:tabLst>
            </a:pPr>
            <a:r>
              <a:rPr sz="2100" dirty="0">
                <a:latin typeface="Times New Roman"/>
                <a:cs typeface="Times New Roman"/>
              </a:rPr>
              <a:t>One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two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Monaco"/>
                <a:cs typeface="Monaco"/>
              </a:rPr>
              <a:t>int</a:t>
            </a:r>
            <a:r>
              <a:rPr sz="2100" spc="-740" dirty="0">
                <a:latin typeface="Monaco"/>
                <a:cs typeface="Monaco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parameters</a:t>
            </a:r>
            <a:endParaRPr sz="2100" dirty="0">
              <a:latin typeface="Times New Roman"/>
              <a:cs typeface="Times New Roman"/>
            </a:endParaRPr>
          </a:p>
          <a:p>
            <a:pPr marL="523240" lvl="1" indent="-227965">
              <a:lnSpc>
                <a:spcPts val="2410"/>
              </a:lnSpc>
              <a:buClr>
                <a:srgbClr val="2DA2BF"/>
              </a:buClr>
              <a:buFont typeface="Verdana"/>
              <a:buChar char="◦"/>
              <a:tabLst>
                <a:tab pos="523240" algn="l"/>
              </a:tabLst>
            </a:pPr>
            <a:r>
              <a:rPr sz="2100" dirty="0">
                <a:latin typeface="Times New Roman"/>
                <a:cs typeface="Times New Roman"/>
              </a:rPr>
              <a:t>One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two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Monaco"/>
                <a:cs typeface="Monaco"/>
              </a:rPr>
              <a:t>long</a:t>
            </a:r>
            <a:r>
              <a:rPr sz="2100" spc="-740" dirty="0">
                <a:latin typeface="Monaco"/>
                <a:cs typeface="Monaco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parameters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4294967295"/>
          </p:nvPr>
        </p:nvSpPr>
        <p:spPr>
          <a:xfrm>
            <a:off x="5719127" y="6424893"/>
            <a:ext cx="31775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350" algn="r">
              <a:lnSpc>
                <a:spcPts val="1090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spc="-10" dirty="0"/>
              <a:t>1992-</a:t>
            </a:r>
            <a:r>
              <a:rPr dirty="0"/>
              <a:t>2015</a:t>
            </a:r>
            <a:r>
              <a:rPr spc="-1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15" dirty="0"/>
              <a:t> </a:t>
            </a:r>
            <a:r>
              <a:rPr dirty="0"/>
              <a:t>Education,</a:t>
            </a:r>
            <a:r>
              <a:rPr spc="-20" dirty="0"/>
              <a:t> </a:t>
            </a:r>
            <a:r>
              <a:rPr dirty="0"/>
              <a:t>Inc.</a:t>
            </a:r>
            <a:r>
              <a:rPr spc="-25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spc="-10" dirty="0"/>
              <a:t>Rights</a:t>
            </a:r>
          </a:p>
          <a:p>
            <a:pPr marR="5080" algn="r">
              <a:lnSpc>
                <a:spcPct val="100000"/>
              </a:lnSpc>
            </a:pP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652464"/>
            <a:ext cx="9144000" cy="55514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4294967295"/>
          </p:nvPr>
        </p:nvSpPr>
        <p:spPr>
          <a:xfrm>
            <a:off x="5719127" y="6424893"/>
            <a:ext cx="31775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350" algn="r">
              <a:lnSpc>
                <a:spcPts val="1090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spc="-10" dirty="0"/>
              <a:t>1992-</a:t>
            </a:r>
            <a:r>
              <a:rPr dirty="0"/>
              <a:t>2015</a:t>
            </a:r>
            <a:r>
              <a:rPr spc="-1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15" dirty="0"/>
              <a:t> </a:t>
            </a:r>
            <a:r>
              <a:rPr dirty="0"/>
              <a:t>Education,</a:t>
            </a:r>
            <a:r>
              <a:rPr spc="-20" dirty="0"/>
              <a:t> </a:t>
            </a:r>
            <a:r>
              <a:rPr dirty="0"/>
              <a:t>Inc.</a:t>
            </a:r>
            <a:r>
              <a:rPr spc="-25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spc="-10" dirty="0"/>
              <a:t>Rights</a:t>
            </a:r>
          </a:p>
          <a:p>
            <a:pPr marR="5080" algn="r">
              <a:lnSpc>
                <a:spcPct val="100000"/>
              </a:lnSpc>
            </a:pP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652464"/>
            <a:ext cx="9144000" cy="55514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4294967295"/>
          </p:nvPr>
        </p:nvSpPr>
        <p:spPr>
          <a:xfrm>
            <a:off x="5719127" y="6424893"/>
            <a:ext cx="31775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350" algn="r">
              <a:lnSpc>
                <a:spcPts val="1090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spc="-10" dirty="0"/>
              <a:t>1992-</a:t>
            </a:r>
            <a:r>
              <a:rPr dirty="0"/>
              <a:t>2015</a:t>
            </a:r>
            <a:r>
              <a:rPr spc="-1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15" dirty="0"/>
              <a:t> </a:t>
            </a:r>
            <a:r>
              <a:rPr dirty="0"/>
              <a:t>Education,</a:t>
            </a:r>
            <a:r>
              <a:rPr spc="-20" dirty="0"/>
              <a:t> </a:t>
            </a:r>
            <a:r>
              <a:rPr dirty="0"/>
              <a:t>Inc.</a:t>
            </a:r>
            <a:r>
              <a:rPr spc="-25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spc="-10" dirty="0"/>
              <a:t>Rights</a:t>
            </a:r>
          </a:p>
          <a:p>
            <a:pPr marR="5080" algn="r">
              <a:lnSpc>
                <a:spcPct val="100000"/>
              </a:lnSpc>
            </a:pP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7D341C545B0A44A26A103333756E90" ma:contentTypeVersion="3" ma:contentTypeDescription="Create a new document." ma:contentTypeScope="" ma:versionID="a6ec9fbdc07486795f51e30fe74f98ab">
  <xsd:schema xmlns:xsd="http://www.w3.org/2001/XMLSchema" xmlns:xs="http://www.w3.org/2001/XMLSchema" xmlns:p="http://schemas.microsoft.com/office/2006/metadata/properties" xmlns:ns2="324ab4a6-501d-4b19-a031-862034374e5f" targetNamespace="http://schemas.microsoft.com/office/2006/metadata/properties" ma:root="true" ma:fieldsID="af1894268a3b1d0258822da1f8692495" ns2:_="">
    <xsd:import namespace="324ab4a6-501d-4b19-a031-862034374e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ab4a6-501d-4b19-a031-862034374e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78CEFF-4CCC-4D40-9A4E-C1EC787B773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DE6B9E4-807E-4E65-A9E3-F5658398E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DFBA59-BFB4-4504-961D-5E0BCB25B6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4ab4a6-501d-4b19-a031-862034374e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1827</Words>
  <Application>Microsoft Macintosh PowerPoint</Application>
  <PresentationFormat>Widescreen</PresentationFormat>
  <Paragraphs>172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-apple-system</vt:lpstr>
      <vt:lpstr>Arial</vt:lpstr>
      <vt:lpstr>Calibri</vt:lpstr>
      <vt:lpstr>Courier New</vt:lpstr>
      <vt:lpstr>Lucida Grande</vt:lpstr>
      <vt:lpstr>Monaco</vt:lpstr>
      <vt:lpstr>Times New Roman</vt:lpstr>
      <vt:lpstr>Verdana</vt:lpstr>
      <vt:lpstr>Office Theme</vt:lpstr>
      <vt:lpstr>PowerPoint Presentation</vt:lpstr>
      <vt:lpstr>Problem</vt:lpstr>
      <vt:lpstr>Solution</vt:lpstr>
      <vt:lpstr>PowerPoint Presentation</vt:lpstr>
      <vt:lpstr>Defining Methods (1 of 2)</vt:lpstr>
      <vt:lpstr>Defining Methods (2 of 2)</vt:lpstr>
      <vt:lpstr>Method Signature</vt:lpstr>
      <vt:lpstr>Return Value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Is Method main Declared static?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81</cp:revision>
  <dcterms:created xsi:type="dcterms:W3CDTF">2025-09-19T05:48:38Z</dcterms:created>
  <dcterms:modified xsi:type="dcterms:W3CDTF">2026-09-25T12:18:45Z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2022-09-21T00:00:00Z</vt:filetime>
  </property>
  <property fmtid="{D5CDD505-2E9C-101B-9397-08002B2CF9AE}" pid="3" name="LastSaved">
    <vt:filetime>2025-09-19T00:00:00Z</vt:filetime>
  </property>
  <property fmtid="{D5CDD505-2E9C-101B-9397-08002B2CF9AE}" pid="4" name="Producer">
    <vt:lpwstr>macOS Version 12.6 (Build 21G115) Quartz PDFContext</vt:lpwstr>
  </property>
  <property fmtid="{D5CDD505-2E9C-101B-9397-08002B2CF9AE}" pid="5" name="ContentTypeId">
    <vt:lpwstr>0x010100E57D341C545B0A44A26A103333756E90</vt:lpwstr>
  </property>
</Properties>
</file>