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4"/>
  </p:sldMasterIdLst>
  <p:notesMasterIdLst>
    <p:notesMasterId r:id="rId27"/>
  </p:notesMasterIdLst>
  <p:sldIdLst>
    <p:sldId id="256" r:id="rId5"/>
    <p:sldId id="257" r:id="rId6"/>
    <p:sldId id="259" r:id="rId7"/>
    <p:sldId id="260" r:id="rId8"/>
    <p:sldId id="261" r:id="rId9"/>
    <p:sldId id="262" r:id="rId10"/>
    <p:sldId id="263" r:id="rId11"/>
    <p:sldId id="264" r:id="rId12"/>
    <p:sldId id="279" r:id="rId13"/>
    <p:sldId id="266" r:id="rId14"/>
    <p:sldId id="267" r:id="rId15"/>
    <p:sldId id="265" r:id="rId16"/>
    <p:sldId id="268" r:id="rId17"/>
    <p:sldId id="269" r:id="rId18"/>
    <p:sldId id="270" r:id="rId19"/>
    <p:sldId id="275" r:id="rId20"/>
    <p:sldId id="271" r:id="rId21"/>
    <p:sldId id="272" r:id="rId22"/>
    <p:sldId id="274" r:id="rId23"/>
    <p:sldId id="276" r:id="rId24"/>
    <p:sldId id="280" r:id="rId25"/>
    <p:sldId id="277" r:id="rId26"/>
  </p:sldIdLst>
  <p:sldSz cx="9144000" cy="5143500" type="screen16x9"/>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8F19AF-4810-5B18-2B82-FDC1918DCCC6}" v="35" dt="2026-08-14T08:40:33.781"/>
    <p1510:client id="{6D496B5D-F7B2-2EA7-9432-D5AD6FF6E563}" v="33" dt="2026-08-14T09:22:58.902"/>
    <p1510:client id="{D4047645-261C-DD95-D9D5-E9E0B8F8B96F}" v="1" dt="2026-08-14T07:49:39.652"/>
    <p1510:client id="{F1767F32-BB86-4F41-8B81-975C25167A37}" v="167" dt="2026-08-14T08:41:08.3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iaolei Bi" userId="4defdd0b-eb6b-464a-acc0-49fc44ef47a7" providerId="ADAL" clId="{3FB07F69-1CA4-57F7-8160-47F43BC6880D}"/>
    <pc:docChg chg="undo custSel addSld delSld modSld sldOrd">
      <pc:chgData name="Xiaolei Bi" userId="4defdd0b-eb6b-464a-acc0-49fc44ef47a7" providerId="ADAL" clId="{3FB07F69-1CA4-57F7-8160-47F43BC6880D}" dt="2026-08-14T08:41:08.317" v="362" actId="20577"/>
      <pc:docMkLst>
        <pc:docMk/>
      </pc:docMkLst>
      <pc:sldChg chg="addSp delSp modSp mod">
        <pc:chgData name="Xiaolei Bi" userId="4defdd0b-eb6b-464a-acc0-49fc44ef47a7" providerId="ADAL" clId="{3FB07F69-1CA4-57F7-8160-47F43BC6880D}" dt="2026-08-14T07:55:20.035" v="3" actId="22"/>
        <pc:sldMkLst>
          <pc:docMk/>
          <pc:sldMk cId="0" sldId="256"/>
        </pc:sldMkLst>
        <pc:spChg chg="del mod">
          <ac:chgData name="Xiaolei Bi" userId="4defdd0b-eb6b-464a-acc0-49fc44ef47a7" providerId="ADAL" clId="{3FB07F69-1CA4-57F7-8160-47F43BC6880D}" dt="2026-08-14T07:55:09.196" v="1" actId="478"/>
          <ac:spMkLst>
            <pc:docMk/>
            <pc:sldMk cId="0" sldId="256"/>
            <ac:spMk id="3" creationId="{00000000-0000-0000-0000-000000000000}"/>
          </ac:spMkLst>
        </pc:spChg>
        <pc:spChg chg="add">
          <ac:chgData name="Xiaolei Bi" userId="4defdd0b-eb6b-464a-acc0-49fc44ef47a7" providerId="ADAL" clId="{3FB07F69-1CA4-57F7-8160-47F43BC6880D}" dt="2026-08-14T07:55:20.035" v="3" actId="22"/>
          <ac:spMkLst>
            <pc:docMk/>
            <pc:sldMk cId="0" sldId="256"/>
            <ac:spMk id="6" creationId="{4893D9DC-91B0-75F4-823D-D449CBC77609}"/>
          </ac:spMkLst>
        </pc:spChg>
      </pc:sldChg>
      <pc:sldChg chg="modSp del mod">
        <pc:chgData name="Xiaolei Bi" userId="4defdd0b-eb6b-464a-acc0-49fc44ef47a7" providerId="ADAL" clId="{3FB07F69-1CA4-57F7-8160-47F43BC6880D}" dt="2026-08-14T07:55:22.201" v="4" actId="2696"/>
        <pc:sldMkLst>
          <pc:docMk/>
          <pc:sldMk cId="0" sldId="258"/>
        </pc:sldMkLst>
        <pc:spChg chg="mod">
          <ac:chgData name="Xiaolei Bi" userId="4defdd0b-eb6b-464a-acc0-49fc44ef47a7" providerId="ADAL" clId="{3FB07F69-1CA4-57F7-8160-47F43BC6880D}" dt="2026-08-14T07:55:17.789" v="2" actId="21"/>
          <ac:spMkLst>
            <pc:docMk/>
            <pc:sldMk cId="0" sldId="258"/>
            <ac:spMk id="9" creationId="{00000000-0000-0000-0000-000000000000}"/>
          </ac:spMkLst>
        </pc:spChg>
      </pc:sldChg>
      <pc:sldChg chg="delSp modSp mod">
        <pc:chgData name="Xiaolei Bi" userId="4defdd0b-eb6b-464a-acc0-49fc44ef47a7" providerId="ADAL" clId="{3FB07F69-1CA4-57F7-8160-47F43BC6880D}" dt="2026-08-14T08:03:07.990" v="33" actId="478"/>
        <pc:sldMkLst>
          <pc:docMk/>
          <pc:sldMk cId="0" sldId="259"/>
        </pc:sldMkLst>
        <pc:spChg chg="del mod">
          <ac:chgData name="Xiaolei Bi" userId="4defdd0b-eb6b-464a-acc0-49fc44ef47a7" providerId="ADAL" clId="{3FB07F69-1CA4-57F7-8160-47F43BC6880D}" dt="2026-08-14T08:03:07.990" v="33" actId="478"/>
          <ac:spMkLst>
            <pc:docMk/>
            <pc:sldMk cId="0" sldId="259"/>
            <ac:spMk id="10" creationId="{00000000-0000-0000-0000-000000000000}"/>
          </ac:spMkLst>
        </pc:spChg>
        <pc:spChg chg="mod">
          <ac:chgData name="Xiaolei Bi" userId="4defdd0b-eb6b-464a-acc0-49fc44ef47a7" providerId="ADAL" clId="{3FB07F69-1CA4-57F7-8160-47F43BC6880D}" dt="2026-08-14T07:59:54.335" v="25"/>
          <ac:spMkLst>
            <pc:docMk/>
            <pc:sldMk cId="0" sldId="259"/>
            <ac:spMk id="11" creationId="{00000000-0000-0000-0000-000000000000}"/>
          </ac:spMkLst>
        </pc:spChg>
      </pc:sldChg>
      <pc:sldChg chg="delSp modSp mod">
        <pc:chgData name="Xiaolei Bi" userId="4defdd0b-eb6b-464a-acc0-49fc44ef47a7" providerId="ADAL" clId="{3FB07F69-1CA4-57F7-8160-47F43BC6880D}" dt="2026-08-14T08:00:40.173" v="29" actId="1076"/>
        <pc:sldMkLst>
          <pc:docMk/>
          <pc:sldMk cId="0" sldId="261"/>
        </pc:sldMkLst>
        <pc:spChg chg="del">
          <ac:chgData name="Xiaolei Bi" userId="4defdd0b-eb6b-464a-acc0-49fc44ef47a7" providerId="ADAL" clId="{3FB07F69-1CA4-57F7-8160-47F43BC6880D}" dt="2026-08-14T08:00:36.396" v="27" actId="478"/>
          <ac:spMkLst>
            <pc:docMk/>
            <pc:sldMk cId="0" sldId="261"/>
            <ac:spMk id="2" creationId="{00000000-0000-0000-0000-000000000000}"/>
          </ac:spMkLst>
        </pc:spChg>
        <pc:picChg chg="del">
          <ac:chgData name="Xiaolei Bi" userId="4defdd0b-eb6b-464a-acc0-49fc44ef47a7" providerId="ADAL" clId="{3FB07F69-1CA4-57F7-8160-47F43BC6880D}" dt="2026-08-14T08:00:37.736" v="28" actId="478"/>
          <ac:picMkLst>
            <pc:docMk/>
            <pc:sldMk cId="0" sldId="261"/>
            <ac:picMk id="3" creationId="{00000000-0000-0000-0000-000000000000}"/>
          </ac:picMkLst>
        </pc:picChg>
        <pc:picChg chg="del">
          <ac:chgData name="Xiaolei Bi" userId="4defdd0b-eb6b-464a-acc0-49fc44ef47a7" providerId="ADAL" clId="{3FB07F69-1CA4-57F7-8160-47F43BC6880D}" dt="2026-08-14T08:00:32.787" v="26" actId="478"/>
          <ac:picMkLst>
            <pc:docMk/>
            <pc:sldMk cId="0" sldId="261"/>
            <ac:picMk id="12" creationId="{00000000-0000-0000-0000-000000000000}"/>
          </ac:picMkLst>
        </pc:picChg>
        <pc:picChg chg="mod">
          <ac:chgData name="Xiaolei Bi" userId="4defdd0b-eb6b-464a-acc0-49fc44ef47a7" providerId="ADAL" clId="{3FB07F69-1CA4-57F7-8160-47F43BC6880D}" dt="2026-08-14T08:00:40.173" v="29" actId="1076"/>
          <ac:picMkLst>
            <pc:docMk/>
            <pc:sldMk cId="0" sldId="261"/>
            <ac:picMk id="13" creationId="{00000000-0000-0000-0000-000000000000}"/>
          </ac:picMkLst>
        </pc:picChg>
      </pc:sldChg>
      <pc:sldChg chg="delSp modSp mod">
        <pc:chgData name="Xiaolei Bi" userId="4defdd0b-eb6b-464a-acc0-49fc44ef47a7" providerId="ADAL" clId="{3FB07F69-1CA4-57F7-8160-47F43BC6880D}" dt="2026-08-14T08:03:31.973" v="35" actId="20577"/>
        <pc:sldMkLst>
          <pc:docMk/>
          <pc:sldMk cId="0" sldId="262"/>
        </pc:sldMkLst>
        <pc:spChg chg="mod">
          <ac:chgData name="Xiaolei Bi" userId="4defdd0b-eb6b-464a-acc0-49fc44ef47a7" providerId="ADAL" clId="{3FB07F69-1CA4-57F7-8160-47F43BC6880D}" dt="2026-08-14T08:03:31.973" v="35" actId="20577"/>
          <ac:spMkLst>
            <pc:docMk/>
            <pc:sldMk cId="0" sldId="262"/>
            <ac:spMk id="7" creationId="{00000000-0000-0000-0000-000000000000}"/>
          </ac:spMkLst>
        </pc:spChg>
        <pc:picChg chg="del">
          <ac:chgData name="Xiaolei Bi" userId="4defdd0b-eb6b-464a-acc0-49fc44ef47a7" providerId="ADAL" clId="{3FB07F69-1CA4-57F7-8160-47F43BC6880D}" dt="2026-08-14T08:02:53.704" v="30" actId="478"/>
          <ac:picMkLst>
            <pc:docMk/>
            <pc:sldMk cId="0" sldId="262"/>
            <ac:picMk id="6" creationId="{00000000-0000-0000-0000-000000000000}"/>
          </ac:picMkLst>
        </pc:picChg>
      </pc:sldChg>
      <pc:sldChg chg="modSp mod">
        <pc:chgData name="Xiaolei Bi" userId="4defdd0b-eb6b-464a-acc0-49fc44ef47a7" providerId="ADAL" clId="{3FB07F69-1CA4-57F7-8160-47F43BC6880D}" dt="2026-08-14T08:03:58.710" v="36" actId="113"/>
        <pc:sldMkLst>
          <pc:docMk/>
          <pc:sldMk cId="0" sldId="264"/>
        </pc:sldMkLst>
        <pc:spChg chg="mod">
          <ac:chgData name="Xiaolei Bi" userId="4defdd0b-eb6b-464a-acc0-49fc44ef47a7" providerId="ADAL" clId="{3FB07F69-1CA4-57F7-8160-47F43BC6880D}" dt="2026-08-14T08:03:58.710" v="36" actId="113"/>
          <ac:spMkLst>
            <pc:docMk/>
            <pc:sldMk cId="0" sldId="264"/>
            <ac:spMk id="19" creationId="{00000000-0000-0000-0000-000000000000}"/>
          </ac:spMkLst>
        </pc:spChg>
      </pc:sldChg>
      <pc:sldChg chg="modSp mod ord">
        <pc:chgData name="Xiaolei Bi" userId="4defdd0b-eb6b-464a-acc0-49fc44ef47a7" providerId="ADAL" clId="{3FB07F69-1CA4-57F7-8160-47F43BC6880D}" dt="2026-08-14T08:07:48.059" v="104" actId="20578"/>
        <pc:sldMkLst>
          <pc:docMk/>
          <pc:sldMk cId="0" sldId="265"/>
        </pc:sldMkLst>
        <pc:spChg chg="mod">
          <ac:chgData name="Xiaolei Bi" userId="4defdd0b-eb6b-464a-acc0-49fc44ef47a7" providerId="ADAL" clId="{3FB07F69-1CA4-57F7-8160-47F43BC6880D}" dt="2026-08-14T08:05:52.937" v="65" actId="20577"/>
          <ac:spMkLst>
            <pc:docMk/>
            <pc:sldMk cId="0" sldId="265"/>
            <ac:spMk id="9" creationId="{00000000-0000-0000-0000-000000000000}"/>
          </ac:spMkLst>
        </pc:spChg>
        <pc:spChg chg="mod">
          <ac:chgData name="Xiaolei Bi" userId="4defdd0b-eb6b-464a-acc0-49fc44ef47a7" providerId="ADAL" clId="{3FB07F69-1CA4-57F7-8160-47F43BC6880D}" dt="2026-08-14T08:06:12.820" v="73" actId="20577"/>
          <ac:spMkLst>
            <pc:docMk/>
            <pc:sldMk cId="0" sldId="265"/>
            <ac:spMk id="11" creationId="{00000000-0000-0000-0000-000000000000}"/>
          </ac:spMkLst>
        </pc:spChg>
        <pc:spChg chg="mod">
          <ac:chgData name="Xiaolei Bi" userId="4defdd0b-eb6b-464a-acc0-49fc44ef47a7" providerId="ADAL" clId="{3FB07F69-1CA4-57F7-8160-47F43BC6880D}" dt="2026-08-14T08:07:24.923" v="101" actId="20577"/>
          <ac:spMkLst>
            <pc:docMk/>
            <pc:sldMk cId="0" sldId="265"/>
            <ac:spMk id="12" creationId="{00000000-0000-0000-0000-000000000000}"/>
          </ac:spMkLst>
        </pc:spChg>
      </pc:sldChg>
      <pc:sldChg chg="delSp modSp mod">
        <pc:chgData name="Xiaolei Bi" userId="4defdd0b-eb6b-464a-acc0-49fc44ef47a7" providerId="ADAL" clId="{3FB07F69-1CA4-57F7-8160-47F43BC6880D}" dt="2026-08-14T08:07:37.153" v="103" actId="478"/>
        <pc:sldMkLst>
          <pc:docMk/>
          <pc:sldMk cId="0" sldId="266"/>
        </pc:sldMkLst>
        <pc:spChg chg="mod">
          <ac:chgData name="Xiaolei Bi" userId="4defdd0b-eb6b-464a-acc0-49fc44ef47a7" providerId="ADAL" clId="{3FB07F69-1CA4-57F7-8160-47F43BC6880D}" dt="2026-08-14T08:07:35.213" v="102" actId="20577"/>
          <ac:spMkLst>
            <pc:docMk/>
            <pc:sldMk cId="0" sldId="266"/>
            <ac:spMk id="8" creationId="{00000000-0000-0000-0000-000000000000}"/>
          </ac:spMkLst>
        </pc:spChg>
        <pc:picChg chg="del">
          <ac:chgData name="Xiaolei Bi" userId="4defdd0b-eb6b-464a-acc0-49fc44ef47a7" providerId="ADAL" clId="{3FB07F69-1CA4-57F7-8160-47F43BC6880D}" dt="2026-08-14T08:07:37.153" v="103" actId="478"/>
          <ac:picMkLst>
            <pc:docMk/>
            <pc:sldMk cId="0" sldId="266"/>
            <ac:picMk id="7" creationId="{00000000-0000-0000-0000-000000000000}"/>
          </ac:picMkLst>
        </pc:picChg>
      </pc:sldChg>
      <pc:sldChg chg="addSp modSp mod">
        <pc:chgData name="Xiaolei Bi" userId="4defdd0b-eb6b-464a-acc0-49fc44ef47a7" providerId="ADAL" clId="{3FB07F69-1CA4-57F7-8160-47F43BC6880D}" dt="2026-08-14T08:10:32.069" v="113"/>
        <pc:sldMkLst>
          <pc:docMk/>
          <pc:sldMk cId="0" sldId="268"/>
        </pc:sldMkLst>
        <pc:spChg chg="mod">
          <ac:chgData name="Xiaolei Bi" userId="4defdd0b-eb6b-464a-acc0-49fc44ef47a7" providerId="ADAL" clId="{3FB07F69-1CA4-57F7-8160-47F43BC6880D}" dt="2026-08-14T08:08:37.669" v="106" actId="20577"/>
          <ac:spMkLst>
            <pc:docMk/>
            <pc:sldMk cId="0" sldId="268"/>
            <ac:spMk id="12" creationId="{00000000-0000-0000-0000-000000000000}"/>
          </ac:spMkLst>
        </pc:spChg>
        <pc:picChg chg="add mod">
          <ac:chgData name="Xiaolei Bi" userId="4defdd0b-eb6b-464a-acc0-49fc44ef47a7" providerId="ADAL" clId="{3FB07F69-1CA4-57F7-8160-47F43BC6880D}" dt="2026-08-14T08:10:32.069" v="113"/>
          <ac:picMkLst>
            <pc:docMk/>
            <pc:sldMk cId="0" sldId="268"/>
            <ac:picMk id="13" creationId="{145141DF-018D-E5C5-AA99-6D6095911266}"/>
          </ac:picMkLst>
        </pc:picChg>
      </pc:sldChg>
      <pc:sldChg chg="addSp delSp modSp mod">
        <pc:chgData name="Xiaolei Bi" userId="4defdd0b-eb6b-464a-acc0-49fc44ef47a7" providerId="ADAL" clId="{3FB07F69-1CA4-57F7-8160-47F43BC6880D}" dt="2026-08-14T08:10:58.173" v="118" actId="14100"/>
        <pc:sldMkLst>
          <pc:docMk/>
          <pc:sldMk cId="0" sldId="269"/>
        </pc:sldMkLst>
        <pc:spChg chg="del">
          <ac:chgData name="Xiaolei Bi" userId="4defdd0b-eb6b-464a-acc0-49fc44ef47a7" providerId="ADAL" clId="{3FB07F69-1CA4-57F7-8160-47F43BC6880D}" dt="2026-08-14T08:10:39.777" v="114" actId="478"/>
          <ac:spMkLst>
            <pc:docMk/>
            <pc:sldMk cId="0" sldId="269"/>
            <ac:spMk id="10" creationId="{00000000-0000-0000-0000-000000000000}"/>
          </ac:spMkLst>
        </pc:spChg>
        <pc:spChg chg="del">
          <ac:chgData name="Xiaolei Bi" userId="4defdd0b-eb6b-464a-acc0-49fc44ef47a7" providerId="ADAL" clId="{3FB07F69-1CA4-57F7-8160-47F43BC6880D}" dt="2026-08-14T08:10:41.709" v="115" actId="478"/>
          <ac:spMkLst>
            <pc:docMk/>
            <pc:sldMk cId="0" sldId="269"/>
            <ac:spMk id="11" creationId="{00000000-0000-0000-0000-000000000000}"/>
          </ac:spMkLst>
        </pc:spChg>
        <pc:spChg chg="del">
          <ac:chgData name="Xiaolei Bi" userId="4defdd0b-eb6b-464a-acc0-49fc44ef47a7" providerId="ADAL" clId="{3FB07F69-1CA4-57F7-8160-47F43BC6880D}" dt="2026-08-14T08:10:43.529" v="116" actId="478"/>
          <ac:spMkLst>
            <pc:docMk/>
            <pc:sldMk cId="0" sldId="269"/>
            <ac:spMk id="12" creationId="{00000000-0000-0000-0000-000000000000}"/>
          </ac:spMkLst>
        </pc:spChg>
        <pc:spChg chg="del">
          <ac:chgData name="Xiaolei Bi" userId="4defdd0b-eb6b-464a-acc0-49fc44ef47a7" providerId="ADAL" clId="{3FB07F69-1CA4-57F7-8160-47F43BC6880D}" dt="2026-08-14T08:09:39.478" v="107" actId="478"/>
          <ac:spMkLst>
            <pc:docMk/>
            <pc:sldMk cId="0" sldId="269"/>
            <ac:spMk id="13" creationId="{00000000-0000-0000-0000-000000000000}"/>
          </ac:spMkLst>
        </pc:spChg>
        <pc:spChg chg="del">
          <ac:chgData name="Xiaolei Bi" userId="4defdd0b-eb6b-464a-acc0-49fc44ef47a7" providerId="ADAL" clId="{3FB07F69-1CA4-57F7-8160-47F43BC6880D}" dt="2026-08-14T08:09:42.870" v="108" actId="478"/>
          <ac:spMkLst>
            <pc:docMk/>
            <pc:sldMk cId="0" sldId="269"/>
            <ac:spMk id="14" creationId="{00000000-0000-0000-0000-000000000000}"/>
          </ac:spMkLst>
        </pc:spChg>
        <pc:spChg chg="del">
          <ac:chgData name="Xiaolei Bi" userId="4defdd0b-eb6b-464a-acc0-49fc44ef47a7" providerId="ADAL" clId="{3FB07F69-1CA4-57F7-8160-47F43BC6880D}" dt="2026-08-14T08:09:45.970" v="110" actId="478"/>
          <ac:spMkLst>
            <pc:docMk/>
            <pc:sldMk cId="0" sldId="269"/>
            <ac:spMk id="15" creationId="{00000000-0000-0000-0000-000000000000}"/>
          </ac:spMkLst>
        </pc:spChg>
        <pc:spChg chg="del">
          <ac:chgData name="Xiaolei Bi" userId="4defdd0b-eb6b-464a-acc0-49fc44ef47a7" providerId="ADAL" clId="{3FB07F69-1CA4-57F7-8160-47F43BC6880D}" dt="2026-08-14T08:09:45.164" v="109" actId="478"/>
          <ac:spMkLst>
            <pc:docMk/>
            <pc:sldMk cId="0" sldId="269"/>
            <ac:spMk id="16" creationId="{00000000-0000-0000-0000-000000000000}"/>
          </ac:spMkLst>
        </pc:spChg>
        <pc:spChg chg="del">
          <ac:chgData name="Xiaolei Bi" userId="4defdd0b-eb6b-464a-acc0-49fc44ef47a7" providerId="ADAL" clId="{3FB07F69-1CA4-57F7-8160-47F43BC6880D}" dt="2026-08-14T08:09:49.302" v="112" actId="478"/>
          <ac:spMkLst>
            <pc:docMk/>
            <pc:sldMk cId="0" sldId="269"/>
            <ac:spMk id="17" creationId="{00000000-0000-0000-0000-000000000000}"/>
          </ac:spMkLst>
        </pc:spChg>
        <pc:spChg chg="del">
          <ac:chgData name="Xiaolei Bi" userId="4defdd0b-eb6b-464a-acc0-49fc44ef47a7" providerId="ADAL" clId="{3FB07F69-1CA4-57F7-8160-47F43BC6880D}" dt="2026-08-14T08:09:48.517" v="111" actId="478"/>
          <ac:spMkLst>
            <pc:docMk/>
            <pc:sldMk cId="0" sldId="269"/>
            <ac:spMk id="18" creationId="{00000000-0000-0000-0000-000000000000}"/>
          </ac:spMkLst>
        </pc:spChg>
        <pc:picChg chg="add mod">
          <ac:chgData name="Xiaolei Bi" userId="4defdd0b-eb6b-464a-acc0-49fc44ef47a7" providerId="ADAL" clId="{3FB07F69-1CA4-57F7-8160-47F43BC6880D}" dt="2026-08-14T08:10:58.173" v="118" actId="14100"/>
          <ac:picMkLst>
            <pc:docMk/>
            <pc:sldMk cId="0" sldId="269"/>
            <ac:picMk id="19" creationId="{56F9564A-DA40-D483-3C9A-EFEA7244505E}"/>
          </ac:picMkLst>
        </pc:picChg>
      </pc:sldChg>
      <pc:sldChg chg="delSp modSp mod">
        <pc:chgData name="Xiaolei Bi" userId="4defdd0b-eb6b-464a-acc0-49fc44ef47a7" providerId="ADAL" clId="{3FB07F69-1CA4-57F7-8160-47F43BC6880D}" dt="2026-08-14T08:11:42.707" v="125" actId="1076"/>
        <pc:sldMkLst>
          <pc:docMk/>
          <pc:sldMk cId="0" sldId="270"/>
        </pc:sldMkLst>
        <pc:spChg chg="del">
          <ac:chgData name="Xiaolei Bi" userId="4defdd0b-eb6b-464a-acc0-49fc44ef47a7" providerId="ADAL" clId="{3FB07F69-1CA4-57F7-8160-47F43BC6880D}" dt="2026-08-14T08:11:20.972" v="119" actId="478"/>
          <ac:spMkLst>
            <pc:docMk/>
            <pc:sldMk cId="0" sldId="270"/>
            <ac:spMk id="10" creationId="{00000000-0000-0000-0000-000000000000}"/>
          </ac:spMkLst>
        </pc:spChg>
        <pc:spChg chg="del">
          <ac:chgData name="Xiaolei Bi" userId="4defdd0b-eb6b-464a-acc0-49fc44ef47a7" providerId="ADAL" clId="{3FB07F69-1CA4-57F7-8160-47F43BC6880D}" dt="2026-08-14T08:11:24.090" v="121" actId="478"/>
          <ac:spMkLst>
            <pc:docMk/>
            <pc:sldMk cId="0" sldId="270"/>
            <ac:spMk id="11" creationId="{00000000-0000-0000-0000-000000000000}"/>
          </ac:spMkLst>
        </pc:spChg>
        <pc:spChg chg="mod">
          <ac:chgData name="Xiaolei Bi" userId="4defdd0b-eb6b-464a-acc0-49fc44ef47a7" providerId="ADAL" clId="{3FB07F69-1CA4-57F7-8160-47F43BC6880D}" dt="2026-08-14T08:11:40.738" v="124" actId="1076"/>
          <ac:spMkLst>
            <pc:docMk/>
            <pc:sldMk cId="0" sldId="270"/>
            <ac:spMk id="12" creationId="{00000000-0000-0000-0000-000000000000}"/>
          </ac:spMkLst>
        </pc:spChg>
        <pc:picChg chg="del">
          <ac:chgData name="Xiaolei Bi" userId="4defdd0b-eb6b-464a-acc0-49fc44ef47a7" providerId="ADAL" clId="{3FB07F69-1CA4-57F7-8160-47F43BC6880D}" dt="2026-08-14T08:11:24.970" v="122" actId="478"/>
          <ac:picMkLst>
            <pc:docMk/>
            <pc:sldMk cId="0" sldId="270"/>
            <ac:picMk id="13" creationId="{00000000-0000-0000-0000-000000000000}"/>
          </ac:picMkLst>
        </pc:picChg>
        <pc:picChg chg="mod">
          <ac:chgData name="Xiaolei Bi" userId="4defdd0b-eb6b-464a-acc0-49fc44ef47a7" providerId="ADAL" clId="{3FB07F69-1CA4-57F7-8160-47F43BC6880D}" dt="2026-08-14T08:11:42.707" v="125" actId="1076"/>
          <ac:picMkLst>
            <pc:docMk/>
            <pc:sldMk cId="0" sldId="270"/>
            <ac:picMk id="14" creationId="{00000000-0000-0000-0000-000000000000}"/>
          </ac:picMkLst>
        </pc:picChg>
        <pc:picChg chg="del">
          <ac:chgData name="Xiaolei Bi" userId="4defdd0b-eb6b-464a-acc0-49fc44ef47a7" providerId="ADAL" clId="{3FB07F69-1CA4-57F7-8160-47F43BC6880D}" dt="2026-08-14T08:11:21.851" v="120" actId="478"/>
          <ac:picMkLst>
            <pc:docMk/>
            <pc:sldMk cId="0" sldId="270"/>
            <ac:picMk id="15" creationId="{00000000-0000-0000-0000-000000000000}"/>
          </ac:picMkLst>
        </pc:picChg>
      </pc:sldChg>
      <pc:sldChg chg="delSp modSp mod">
        <pc:chgData name="Xiaolei Bi" userId="4defdd0b-eb6b-464a-acc0-49fc44ef47a7" providerId="ADAL" clId="{3FB07F69-1CA4-57F7-8160-47F43BC6880D}" dt="2026-08-14T08:11:56.258" v="127" actId="20577"/>
        <pc:sldMkLst>
          <pc:docMk/>
          <pc:sldMk cId="0" sldId="271"/>
        </pc:sldMkLst>
        <pc:spChg chg="mod">
          <ac:chgData name="Xiaolei Bi" userId="4defdd0b-eb6b-464a-acc0-49fc44ef47a7" providerId="ADAL" clId="{3FB07F69-1CA4-57F7-8160-47F43BC6880D}" dt="2026-08-14T08:11:56.258" v="127" actId="20577"/>
          <ac:spMkLst>
            <pc:docMk/>
            <pc:sldMk cId="0" sldId="271"/>
            <ac:spMk id="8" creationId="{00000000-0000-0000-0000-000000000000}"/>
          </ac:spMkLst>
        </pc:spChg>
        <pc:picChg chg="del">
          <ac:chgData name="Xiaolei Bi" userId="4defdd0b-eb6b-464a-acc0-49fc44ef47a7" providerId="ADAL" clId="{3FB07F69-1CA4-57F7-8160-47F43BC6880D}" dt="2026-08-14T08:11:51.580" v="126" actId="478"/>
          <ac:picMkLst>
            <pc:docMk/>
            <pc:sldMk cId="0" sldId="271"/>
            <ac:picMk id="7" creationId="{00000000-0000-0000-0000-000000000000}"/>
          </ac:picMkLst>
        </pc:picChg>
      </pc:sldChg>
      <pc:sldChg chg="modSp mod">
        <pc:chgData name="Xiaolei Bi" userId="4defdd0b-eb6b-464a-acc0-49fc44ef47a7" providerId="ADAL" clId="{3FB07F69-1CA4-57F7-8160-47F43BC6880D}" dt="2026-08-14T08:13:24.008" v="146" actId="20577"/>
        <pc:sldMkLst>
          <pc:docMk/>
          <pc:sldMk cId="0" sldId="272"/>
        </pc:sldMkLst>
        <pc:spChg chg="mod">
          <ac:chgData name="Xiaolei Bi" userId="4defdd0b-eb6b-464a-acc0-49fc44ef47a7" providerId="ADAL" clId="{3FB07F69-1CA4-57F7-8160-47F43BC6880D}" dt="2026-08-14T08:12:32.540" v="145" actId="14100"/>
          <ac:spMkLst>
            <pc:docMk/>
            <pc:sldMk cId="0" sldId="272"/>
            <ac:spMk id="9" creationId="{00000000-0000-0000-0000-000000000000}"/>
          </ac:spMkLst>
        </pc:spChg>
        <pc:spChg chg="mod">
          <ac:chgData name="Xiaolei Bi" userId="4defdd0b-eb6b-464a-acc0-49fc44ef47a7" providerId="ADAL" clId="{3FB07F69-1CA4-57F7-8160-47F43BC6880D}" dt="2026-08-14T08:13:24.008" v="146" actId="20577"/>
          <ac:spMkLst>
            <pc:docMk/>
            <pc:sldMk cId="0" sldId="272"/>
            <ac:spMk id="12" creationId="{00000000-0000-0000-0000-000000000000}"/>
          </ac:spMkLst>
        </pc:spChg>
      </pc:sldChg>
      <pc:sldChg chg="del">
        <pc:chgData name="Xiaolei Bi" userId="4defdd0b-eb6b-464a-acc0-49fc44ef47a7" providerId="ADAL" clId="{3FB07F69-1CA4-57F7-8160-47F43BC6880D}" dt="2026-08-14T08:13:39.991" v="147" actId="2696"/>
        <pc:sldMkLst>
          <pc:docMk/>
          <pc:sldMk cId="0" sldId="273"/>
        </pc:sldMkLst>
      </pc:sldChg>
      <pc:sldChg chg="addSp modSp mod modNotes">
        <pc:chgData name="Xiaolei Bi" userId="4defdd0b-eb6b-464a-acc0-49fc44ef47a7" providerId="ADAL" clId="{3FB07F69-1CA4-57F7-8160-47F43BC6880D}" dt="2026-08-14T08:16:57.334" v="182" actId="20577"/>
        <pc:sldMkLst>
          <pc:docMk/>
          <pc:sldMk cId="0" sldId="274"/>
        </pc:sldMkLst>
        <pc:spChg chg="mod">
          <ac:chgData name="Xiaolei Bi" userId="4defdd0b-eb6b-464a-acc0-49fc44ef47a7" providerId="ADAL" clId="{3FB07F69-1CA4-57F7-8160-47F43BC6880D}" dt="2026-08-14T08:16:12.972" v="151" actId="5793"/>
          <ac:spMkLst>
            <pc:docMk/>
            <pc:sldMk cId="0" sldId="274"/>
            <ac:spMk id="9" creationId="{00000000-0000-0000-0000-000000000000}"/>
          </ac:spMkLst>
        </pc:spChg>
        <pc:graphicFrameChg chg="add mod modGraphic">
          <ac:chgData name="Xiaolei Bi" userId="4defdd0b-eb6b-464a-acc0-49fc44ef47a7" providerId="ADAL" clId="{3FB07F69-1CA4-57F7-8160-47F43BC6880D}" dt="2026-08-14T08:16:57.334" v="182" actId="20577"/>
          <ac:graphicFrameMkLst>
            <pc:docMk/>
            <pc:sldMk cId="0" sldId="274"/>
            <ac:graphicFrameMk id="10" creationId="{7F0E15C3-B82C-93FA-5D46-F27007422603}"/>
          </ac:graphicFrameMkLst>
        </pc:graphicFrameChg>
      </pc:sldChg>
      <pc:sldChg chg="del">
        <pc:chgData name="Xiaolei Bi" userId="4defdd0b-eb6b-464a-acc0-49fc44ef47a7" providerId="ADAL" clId="{3FB07F69-1CA4-57F7-8160-47F43BC6880D}" dt="2026-08-14T08:17:32.299" v="183" actId="2696"/>
        <pc:sldMkLst>
          <pc:docMk/>
          <pc:sldMk cId="0" sldId="275"/>
        </pc:sldMkLst>
      </pc:sldChg>
      <pc:sldChg chg="add setBg modNotes">
        <pc:chgData name="Xiaolei Bi" userId="4defdd0b-eb6b-464a-acc0-49fc44ef47a7" providerId="ADAL" clId="{3FB07F69-1CA4-57F7-8160-47F43BC6880D}" dt="2026-08-14T08:17:51.864" v="184"/>
        <pc:sldMkLst>
          <pc:docMk/>
          <pc:sldMk cId="943439062" sldId="275"/>
        </pc:sldMkLst>
      </pc:sldChg>
      <pc:sldChg chg="delSp modSp mod">
        <pc:chgData name="Xiaolei Bi" userId="4defdd0b-eb6b-464a-acc0-49fc44ef47a7" providerId="ADAL" clId="{3FB07F69-1CA4-57F7-8160-47F43BC6880D}" dt="2026-08-14T08:33:09.521" v="352" actId="1076"/>
        <pc:sldMkLst>
          <pc:docMk/>
          <pc:sldMk cId="0" sldId="276"/>
        </pc:sldMkLst>
        <pc:spChg chg="del">
          <ac:chgData name="Xiaolei Bi" userId="4defdd0b-eb6b-464a-acc0-49fc44ef47a7" providerId="ADAL" clId="{3FB07F69-1CA4-57F7-8160-47F43BC6880D}" dt="2026-08-14T08:33:03.289" v="349" actId="478"/>
          <ac:spMkLst>
            <pc:docMk/>
            <pc:sldMk cId="0" sldId="276"/>
            <ac:spMk id="4" creationId="{00000000-0000-0000-0000-000000000000}"/>
          </ac:spMkLst>
        </pc:spChg>
        <pc:spChg chg="del">
          <ac:chgData name="Xiaolei Bi" userId="4defdd0b-eb6b-464a-acc0-49fc44ef47a7" providerId="ADAL" clId="{3FB07F69-1CA4-57F7-8160-47F43BC6880D}" dt="2026-08-14T08:32:46.585" v="347" actId="478"/>
          <ac:spMkLst>
            <pc:docMk/>
            <pc:sldMk cId="0" sldId="276"/>
            <ac:spMk id="10" creationId="{00000000-0000-0000-0000-000000000000}"/>
          </ac:spMkLst>
        </pc:spChg>
        <pc:spChg chg="mod">
          <ac:chgData name="Xiaolei Bi" userId="4defdd0b-eb6b-464a-acc0-49fc44ef47a7" providerId="ADAL" clId="{3FB07F69-1CA4-57F7-8160-47F43BC6880D}" dt="2026-08-14T08:33:09.521" v="352" actId="1076"/>
          <ac:spMkLst>
            <pc:docMk/>
            <pc:sldMk cId="0" sldId="276"/>
            <ac:spMk id="11" creationId="{00000000-0000-0000-0000-000000000000}"/>
          </ac:spMkLst>
        </pc:spChg>
        <pc:picChg chg="del">
          <ac:chgData name="Xiaolei Bi" userId="4defdd0b-eb6b-464a-acc0-49fc44ef47a7" providerId="ADAL" clId="{3FB07F69-1CA4-57F7-8160-47F43BC6880D}" dt="2026-08-14T08:33:04.518" v="350" actId="478"/>
          <ac:picMkLst>
            <pc:docMk/>
            <pc:sldMk cId="0" sldId="276"/>
            <ac:picMk id="5" creationId="{00000000-0000-0000-0000-000000000000}"/>
          </ac:picMkLst>
        </pc:picChg>
      </pc:sldChg>
      <pc:sldChg chg="delSp modSp mod">
        <pc:chgData name="Xiaolei Bi" userId="4defdd0b-eb6b-464a-acc0-49fc44ef47a7" providerId="ADAL" clId="{3FB07F69-1CA4-57F7-8160-47F43BC6880D}" dt="2026-08-14T08:32:37.470" v="346" actId="1076"/>
        <pc:sldMkLst>
          <pc:docMk/>
          <pc:sldMk cId="0" sldId="277"/>
        </pc:sldMkLst>
        <pc:spChg chg="mod">
          <ac:chgData name="Xiaolei Bi" userId="4defdd0b-eb6b-464a-acc0-49fc44ef47a7" providerId="ADAL" clId="{3FB07F69-1CA4-57F7-8160-47F43BC6880D}" dt="2026-08-14T08:26:27.277" v="314" actId="20577"/>
          <ac:spMkLst>
            <pc:docMk/>
            <pc:sldMk cId="0" sldId="277"/>
            <ac:spMk id="12" creationId="{00000000-0000-0000-0000-000000000000}"/>
          </ac:spMkLst>
        </pc:spChg>
        <pc:spChg chg="mod">
          <ac:chgData name="Xiaolei Bi" userId="4defdd0b-eb6b-464a-acc0-49fc44ef47a7" providerId="ADAL" clId="{3FB07F69-1CA4-57F7-8160-47F43BC6880D}" dt="2026-08-14T08:32:37.470" v="346" actId="1076"/>
          <ac:spMkLst>
            <pc:docMk/>
            <pc:sldMk cId="0" sldId="277"/>
            <ac:spMk id="21" creationId="{00000000-0000-0000-0000-000000000000}"/>
          </ac:spMkLst>
        </pc:spChg>
        <pc:spChg chg="mod">
          <ac:chgData name="Xiaolei Bi" userId="4defdd0b-eb6b-464a-acc0-49fc44ef47a7" providerId="ADAL" clId="{3FB07F69-1CA4-57F7-8160-47F43BC6880D}" dt="2026-08-14T08:32:34.156" v="345" actId="108"/>
          <ac:spMkLst>
            <pc:docMk/>
            <pc:sldMk cId="0" sldId="277"/>
            <ac:spMk id="24" creationId="{00000000-0000-0000-0000-000000000000}"/>
          </ac:spMkLst>
        </pc:spChg>
        <pc:picChg chg="del">
          <ac:chgData name="Xiaolei Bi" userId="4defdd0b-eb6b-464a-acc0-49fc44ef47a7" providerId="ADAL" clId="{3FB07F69-1CA4-57F7-8160-47F43BC6880D}" dt="2026-08-14T08:26:31.805" v="315" actId="478"/>
          <ac:picMkLst>
            <pc:docMk/>
            <pc:sldMk cId="0" sldId="277"/>
            <ac:picMk id="17" creationId="{00000000-0000-0000-0000-000000000000}"/>
          </ac:picMkLst>
        </pc:picChg>
      </pc:sldChg>
      <pc:sldChg chg="del">
        <pc:chgData name="Xiaolei Bi" userId="4defdd0b-eb6b-464a-acc0-49fc44ef47a7" providerId="ADAL" clId="{3FB07F69-1CA4-57F7-8160-47F43BC6880D}" dt="2026-08-14T08:21:22.452" v="272" actId="2696"/>
        <pc:sldMkLst>
          <pc:docMk/>
          <pc:sldMk cId="0" sldId="278"/>
        </pc:sldMkLst>
      </pc:sldChg>
      <pc:sldChg chg="addSp modSp new mod ord">
        <pc:chgData name="Xiaolei Bi" userId="4defdd0b-eb6b-464a-acc0-49fc44ef47a7" providerId="ADAL" clId="{3FB07F69-1CA4-57F7-8160-47F43BC6880D}" dt="2026-08-14T08:07:00.543" v="90" actId="20578"/>
        <pc:sldMkLst>
          <pc:docMk/>
          <pc:sldMk cId="3066119564" sldId="279"/>
        </pc:sldMkLst>
        <pc:spChg chg="add mod">
          <ac:chgData name="Xiaolei Bi" userId="4defdd0b-eb6b-464a-acc0-49fc44ef47a7" providerId="ADAL" clId="{3FB07F69-1CA4-57F7-8160-47F43BC6880D}" dt="2026-08-14T08:04:44.616" v="60" actId="20577"/>
          <ac:spMkLst>
            <pc:docMk/>
            <pc:sldMk cId="3066119564" sldId="279"/>
            <ac:spMk id="2" creationId="{026E5B4F-B299-935B-3101-BD79555B9CC1}"/>
          </ac:spMkLst>
        </pc:spChg>
        <pc:spChg chg="add mod">
          <ac:chgData name="Xiaolei Bi" userId="4defdd0b-eb6b-464a-acc0-49fc44ef47a7" providerId="ADAL" clId="{3FB07F69-1CA4-57F7-8160-47F43BC6880D}" dt="2026-08-14T08:05:40.624" v="62" actId="1076"/>
          <ac:spMkLst>
            <pc:docMk/>
            <pc:sldMk cId="3066119564" sldId="279"/>
            <ac:spMk id="4" creationId="{9F31C7CD-79F9-1B2D-63A7-79ABA47069F9}"/>
          </ac:spMkLst>
        </pc:spChg>
      </pc:sldChg>
      <pc:sldChg chg="new del">
        <pc:chgData name="Xiaolei Bi" userId="4defdd0b-eb6b-464a-acc0-49fc44ef47a7" providerId="ADAL" clId="{3FB07F69-1CA4-57F7-8160-47F43BC6880D}" dt="2026-08-14T08:03:28.317" v="34" actId="2696"/>
        <pc:sldMkLst>
          <pc:docMk/>
          <pc:sldMk cId="3233246113" sldId="279"/>
        </pc:sldMkLst>
      </pc:sldChg>
      <pc:sldChg chg="modNotesTx">
        <pc:chgData name="Xiaolei Bi" userId="4defdd0b-eb6b-464a-acc0-49fc44ef47a7" providerId="ADAL" clId="{3FB07F69-1CA4-57F7-8160-47F43BC6880D}" dt="2026-08-14T08:41:08.317" v="362" actId="20577"/>
        <pc:sldMkLst>
          <pc:docMk/>
          <pc:sldMk cId="372273102" sldId="280"/>
        </pc:sldMkLst>
      </pc:sldChg>
      <pc:sldChg chg="addSp modSp new del mod">
        <pc:chgData name="Xiaolei Bi" userId="4defdd0b-eb6b-464a-acc0-49fc44ef47a7" providerId="ADAL" clId="{3FB07F69-1CA4-57F7-8160-47F43BC6880D}" dt="2026-08-14T08:17:54.093" v="185" actId="2696"/>
        <pc:sldMkLst>
          <pc:docMk/>
          <pc:sldMk cId="895970084" sldId="280"/>
        </pc:sldMkLst>
        <pc:spChg chg="add mod">
          <ac:chgData name="Xiaolei Bi" userId="4defdd0b-eb6b-464a-acc0-49fc44ef47a7" providerId="ADAL" clId="{3FB07F69-1CA4-57F7-8160-47F43BC6880D}" dt="2026-08-14T08:12:14.368" v="144" actId="20577"/>
          <ac:spMkLst>
            <pc:docMk/>
            <pc:sldMk cId="895970084" sldId="280"/>
            <ac:spMk id="2" creationId="{523566FC-489D-CF83-C24C-7D3BCE113317}"/>
          </ac:spMkLst>
        </pc:spChg>
      </pc:sldChg>
      <pc:sldChg chg="new del">
        <pc:chgData name="Xiaolei Bi" userId="4defdd0b-eb6b-464a-acc0-49fc44ef47a7" providerId="ADAL" clId="{3FB07F69-1CA4-57F7-8160-47F43BC6880D}" dt="2026-08-14T08:22:20.482" v="274" actId="2696"/>
        <pc:sldMkLst>
          <pc:docMk/>
          <pc:sldMk cId="2584691806" sldId="280"/>
        </pc:sldMkLst>
      </pc:sldChg>
    </pc:docChg>
  </pc:docChgLst>
  <pc:docChgLst>
    <pc:chgData name="Xiaolei Bi" userId="S::xbi@eamv.dk::4defdd0b-eb6b-464a-acc0-49fc44ef47a7" providerId="AD" clId="Web-{668F19AF-4810-5B18-2B82-FDC1918DCCC6}"/>
    <pc:docChg chg="modSld">
      <pc:chgData name="Xiaolei Bi" userId="S::xbi@eamv.dk::4defdd0b-eb6b-464a-acc0-49fc44ef47a7" providerId="AD" clId="Web-{668F19AF-4810-5B18-2B82-FDC1918DCCC6}" dt="2026-08-14T08:40:33.531" v="39" actId="20577"/>
      <pc:docMkLst>
        <pc:docMk/>
      </pc:docMkLst>
      <pc:sldChg chg="modSp">
        <pc:chgData name="Xiaolei Bi" userId="S::xbi@eamv.dk::4defdd0b-eb6b-464a-acc0-49fc44ef47a7" providerId="AD" clId="Web-{668F19AF-4810-5B18-2B82-FDC1918DCCC6}" dt="2026-08-14T08:40:33.531" v="39" actId="20577"/>
        <pc:sldMkLst>
          <pc:docMk/>
          <pc:sldMk cId="0" sldId="269"/>
        </pc:sldMkLst>
        <pc:spChg chg="mod">
          <ac:chgData name="Xiaolei Bi" userId="S::xbi@eamv.dk::4defdd0b-eb6b-464a-acc0-49fc44ef47a7" providerId="AD" clId="Web-{668F19AF-4810-5B18-2B82-FDC1918DCCC6}" dt="2026-08-14T08:40:33.531" v="39" actId="20577"/>
          <ac:spMkLst>
            <pc:docMk/>
            <pc:sldMk cId="0" sldId="269"/>
            <ac:spMk id="9" creationId="{00000000-0000-0000-0000-000000000000}"/>
          </ac:spMkLst>
        </pc:spChg>
      </pc:sldChg>
      <pc:sldChg chg="addSp delSp modSp mod modShow modNotes">
        <pc:chgData name="Xiaolei Bi" userId="S::xbi@eamv.dk::4defdd0b-eb6b-464a-acc0-49fc44ef47a7" providerId="AD" clId="Web-{668F19AF-4810-5B18-2B82-FDC1918DCCC6}" dt="2026-08-14T08:40:18.749" v="37"/>
        <pc:sldMkLst>
          <pc:docMk/>
          <pc:sldMk cId="372273102" sldId="280"/>
        </pc:sldMkLst>
        <pc:spChg chg="add mod">
          <ac:chgData name="Xiaolei Bi" userId="S::xbi@eamv.dk::4defdd0b-eb6b-464a-acc0-49fc44ef47a7" providerId="AD" clId="Web-{668F19AF-4810-5B18-2B82-FDC1918DCCC6}" dt="2026-08-14T08:39:37.264" v="18" actId="1076"/>
          <ac:spMkLst>
            <pc:docMk/>
            <pc:sldMk cId="372273102" sldId="280"/>
            <ac:spMk id="3" creationId="{2E29A9BF-D235-4F34-84CE-B2CA03A1685D}"/>
          </ac:spMkLst>
        </pc:spChg>
        <pc:spChg chg="add del mod">
          <ac:chgData name="Xiaolei Bi" userId="S::xbi@eamv.dk::4defdd0b-eb6b-464a-acc0-49fc44ef47a7" providerId="AD" clId="Web-{668F19AF-4810-5B18-2B82-FDC1918DCCC6}" dt="2026-08-14T08:37:44.229" v="8"/>
          <ac:spMkLst>
            <pc:docMk/>
            <pc:sldMk cId="372273102" sldId="280"/>
            <ac:spMk id="4" creationId="{747EF042-D58B-90A4-6A81-34B162B58C38}"/>
          </ac:spMkLst>
        </pc:spChg>
        <pc:graphicFrameChg chg="add mod modGraphic">
          <ac:chgData name="Xiaolei Bi" userId="S::xbi@eamv.dk::4defdd0b-eb6b-464a-acc0-49fc44ef47a7" providerId="AD" clId="Web-{668F19AF-4810-5B18-2B82-FDC1918DCCC6}" dt="2026-08-14T08:40:18.749" v="37"/>
          <ac:graphicFrameMkLst>
            <pc:docMk/>
            <pc:sldMk cId="372273102" sldId="280"/>
            <ac:graphicFrameMk id="6" creationId="{3A23368C-D23E-8105-D1FA-EF5F8F6E7040}"/>
          </ac:graphicFrameMkLst>
        </pc:graphicFrameChg>
      </pc:sldChg>
    </pc:docChg>
  </pc:docChgLst>
  <pc:docChgLst>
    <pc:chgData name="Xiaolei Bi" userId="S::xbi@eamv.dk::4defdd0b-eb6b-464a-acc0-49fc44ef47a7" providerId="AD" clId="Web-{D4047645-261C-DD95-D9D5-E9E0B8F8B96F}"/>
    <pc:docChg chg="modSld">
      <pc:chgData name="Xiaolei Bi" userId="S::xbi@eamv.dk::4defdd0b-eb6b-464a-acc0-49fc44ef47a7" providerId="AD" clId="Web-{D4047645-261C-DD95-D9D5-E9E0B8F8B96F}" dt="2026-08-14T07:49:39.652" v="0"/>
      <pc:docMkLst>
        <pc:docMk/>
      </pc:docMkLst>
      <pc:sldChg chg="delSp">
        <pc:chgData name="Xiaolei Bi" userId="S::xbi@eamv.dk::4defdd0b-eb6b-464a-acc0-49fc44ef47a7" providerId="AD" clId="Web-{D4047645-261C-DD95-D9D5-E9E0B8F8B96F}" dt="2026-08-14T07:49:39.652" v="0"/>
        <pc:sldMkLst>
          <pc:docMk/>
          <pc:sldMk cId="0" sldId="256"/>
        </pc:sldMkLst>
        <pc:picChg chg="del">
          <ac:chgData name="Xiaolei Bi" userId="S::xbi@eamv.dk::4defdd0b-eb6b-464a-acc0-49fc44ef47a7" providerId="AD" clId="Web-{D4047645-261C-DD95-D9D5-E9E0B8F8B96F}" dt="2026-08-14T07:49:39.652" v="0"/>
          <ac:picMkLst>
            <pc:docMk/>
            <pc:sldMk cId="0" sldId="256"/>
            <ac:picMk id="5" creationId="{00000000-0000-0000-0000-000000000000}"/>
          </ac:picMkLst>
        </pc:picChg>
      </pc:sldChg>
    </pc:docChg>
  </pc:docChgLst>
  <pc:docChgLst>
    <pc:chgData name="Xiaolei Bi" userId="S::xbi@eamv.dk::4defdd0b-eb6b-464a-acc0-49fc44ef47a7" providerId="AD" clId="Web-{6D496B5D-F7B2-2EA7-9432-D5AD6FF6E563}"/>
    <pc:docChg chg="addSld modSld">
      <pc:chgData name="Xiaolei Bi" userId="S::xbi@eamv.dk::4defdd0b-eb6b-464a-acc0-49fc44ef47a7" providerId="AD" clId="Web-{6D496B5D-F7B2-2EA7-9432-D5AD6FF6E563}" dt="2026-08-14T09:22:58.902" v="25"/>
      <pc:docMkLst>
        <pc:docMk/>
      </pc:docMkLst>
      <pc:sldChg chg="addSp modSp new">
        <pc:chgData name="Xiaolei Bi" userId="S::xbi@eamv.dk::4defdd0b-eb6b-464a-acc0-49fc44ef47a7" providerId="AD" clId="Web-{6D496B5D-F7B2-2EA7-9432-D5AD6FF6E563}" dt="2026-08-14T09:22:58.902" v="25"/>
        <pc:sldMkLst>
          <pc:docMk/>
          <pc:sldMk cId="372273102" sldId="280"/>
        </pc:sldMkLst>
        <pc:spChg chg="add mod">
          <ac:chgData name="Xiaolei Bi" userId="S::xbi@eamv.dk::4defdd0b-eb6b-464a-acc0-49fc44ef47a7" providerId="AD" clId="Web-{6D496B5D-F7B2-2EA7-9432-D5AD6FF6E563}" dt="2026-08-14T08:35:25.278" v="9" actId="20577"/>
          <ac:spMkLst>
            <pc:docMk/>
            <pc:sldMk cId="372273102" sldId="280"/>
            <ac:spMk id="2" creationId="{49941B85-CBEC-D619-7DDF-4C40CEB87C75}"/>
          </ac:spMkLst>
        </pc:spChg>
        <pc:graphicFrameChg chg="mod modGraphic">
          <ac:chgData name="Xiaolei Bi" userId="S::xbi@eamv.dk::4defdd0b-eb6b-464a-acc0-49fc44ef47a7" providerId="AD" clId="Web-{6D496B5D-F7B2-2EA7-9432-D5AD6FF6E563}" dt="2026-08-14T09:22:58.902" v="25"/>
          <ac:graphicFrameMkLst>
            <pc:docMk/>
            <pc:sldMk cId="372273102" sldId="280"/>
            <ac:graphicFrameMk id="6" creationId="{3A23368C-D23E-8105-D1FA-EF5F8F6E704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14.08.2026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‹nr.›</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Velkommen til kurset om Algoritmer! I løbet af de næste tre timer vil vi dykke ned i, hvad algoritmer er, hvorfor de er vigtige, og hvordan man konstruerer dem. Vi vil starte med en introduktion, derefter gå i dybden med konstruktionsteknikker og kontrolstrukturer, og til sidst opsummere og lave nogle øvelser. Forbered jer på en spændende rejse ind i verden af algoritmer!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Før vi starter, er det vigtigt at vi alle er enige om, hvad vi håber at opnå med dette kursus. Vores hovedmål er at give dig en solid forståelse af, hvad en algoritme er og hvordan man arbejder med dem. Til sidst af sessionen, håber vi, at du kan definere en algoritme, forklare princippet om nedbrydning, genkende de vigtigste kontrolstrukturer, og endda selv skrive en algoritme til en simpel opgave.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For at illustrere tankegangen bag algoritmer, lad os høre en anekdote om en ingeniør og en datalog. Både den ene og den anden konfronteres med en brand. Ingeniøren tager den pragmatiske vej: han tager en tom spand, fylder den og slukker branden. Datalogen imidlertid, finder en spand fyldt med vand, men da hans algoritme kræver en tom spand, tømmer han den først. Denne historie viser, at en algoritme er en fastsæt fremgangsmåde, som man følger uanset om det er den mest optimale i en given situation.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Der er en vigtig forskel mellem en algoritme og et program. Når vi taler om algoritmer, fokuserer vi på selve løsningsmetoden, som er uafhængig af, hvilket programmeringssprog vi bruger. Det er en abstrakt beskrivelse. Et program er derimod en konkret implementering af denne algoritme i et specifikt sprog som Python eller Java. Altså er algoritmen den "idé", og programmet er "udførelsen".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Vidste du, at ordet "algoritme" har en fascinerende historie? Det stammer ikke fra latin, men fra en arabisk matematiker fra det 9. århundrede ved navn Abu Jafar Muhammad Ibn Musa Al-Khowarizmi. Det er fra den sidste del af hans navn, "Al-Khowarizmi", at vi har fået ordet "algoritme". Det er en hyldest til ham og hans indflydelse på matematikken og videnskaben.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Nu går vi i dybden med Modul 2: Grundlæggende Konstruktionsteknikker. Her vil vi lære om to afgørende principper: nedbrydning og tilstand. Disse principper er essentielle for at kunne bygge komplekse algoritmer.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Det grundlæggende princip i algoritmekonstruktion er nedbrydning. Ideen er simpel: man tager et stort, skræmmende problem og bryder det ned i mindre, mere håndterbare delproblemer. Dette gør problemet forståeligt, uanset om det er en person eller en computer, der skal løse det. Man fortsætter med at bryde ned, indtil hvert skridt er så simpelt at det kan udføres uden yderligere instruktion.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Lad os tage et (kærligt) eksempel på nedbrydning: "Udsmidnings"-algoritmen. En løs beskrivelse ville være: en pedel fanger en studerende, støber ham i cement og sætter ham i en container. Vi kan bryde dette ned i to hovedskridt: støb i cement og anbring i container. Hvert af disse skridt kan igen brydes ned i endnu mere specifikke handlinger, som "få fat i studerende" og "lav en cementblanding". Dette viser, hvordan man fra en abstrakt idé kommer til konkrete handlinger.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I Modul 3 vil vi se på kontrolstrukturer. Disse strukturer styrer, i hvilken rækkefølge delalgoritmerne udføres. Uden dem ville vi kun kunne udføre algoritmer sekventielt, en efter en, hvilket er meget begrænsende. Vi vil lære om tre typer: sekventiel eksekvering, valg og gentagelse.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Kontrolstrukturer er, hvad der gør algoritmer kraftfulde. De styrer, hvordan og i hvilken rækkefølge skridtene i en algoritme udføres. De tre grundlæggende typer er sekventiel eksekvering, hvor tingene bare køres en efter en, valg, hvor vi kan tage forskellige veje baseret på en betingelse, og gentagelse, hvor vi kan gentage en handling flere gange.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Et andet vigtigt koncept er "tilstand". En algoritme udføres altid mod baggrund af en bestemt tilstand, f.eks. en tom balje eller en spand fyldt med vand. En delalgoritme kan kræve, at en bestemt tilstand er til stede for at virke, og den ændrer tilstanden, når den er udført. Som i vores cementblanding: vi starter med en tom balje, efter at have tilføjet vand, er tilstanden "balje med vand", og så videre.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Den enkleste kontrolstruktur er sekventiel eksekvering. Det betyder simpelthen, at skridtene udføres i den præcise rækkefølge, de er skrevet i. Som perler på en snor. Dette er netop, hvad datalogen i vores anekdote gjorde: han fulgte en fast sekvens, selvom det ikke var den mest logiske i situationen.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Næste kontrolstruktur er valg, også kendt som If-Strukturen. Denne gør det muligt at tage forskellige veje i algoritmen baseret på en betingelse. Strukturen ser ud som: HVIS en bestemt betingelse er sand, SÅ gør vi dette, ELLERS gør vi det andet. For eksempel: HVIS spanden er tom, SÅ fyld den, ELLERS brug den som den 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Den tredje kontrolstruktur er gentagelse, eller While-Strukturen. Denne bruges til at gentage en handling så længe en bestemt betingelse er sand. Strukturen ser ud som: SÅ LÆNGE betingelsen er sand, GØR dette. Et klassisk eksempel er at slukke et brand: SÅ LÆNGE ilden brænder, GØR: smid en spand vand på ilden.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Nu til den praktiske del! I skal nu selv prøve kræfter med at konstruere en algoritme. Dette er en af de bedste måder at forstå, hvad vi har talt om.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167587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Nu, hvor vi har set på, hvordan man bygger algoritmer, er det tid til at give dem en formel definition og se på deres nøgleegenskaber. Dette er det, vi kigger på i Modul 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Så hvad er en algoritme rent formelt? En algoritme er en beskrivelse af en fremgangsmåde, der er opdelt i veldefinerede skridt og som garanteret stopper efter et endeligt antal skridt. De vigtigste egenskaber er altså, at skridtene er klare, at algoritmen stopper (terminerer), og at vi bryder ned til et niveau, hvor handlingerne er trivielle at udføre.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Lad os starte med at gennemgå, hvad vi har lært. Her er et par spørgsmål til at jogge hukommelsen. Hvorfra stammer ordet "algoritme"? Hvad er forskellen mellem en algoritme og et program? Hvad er nedbrydning? Disse spørgsmål dækker de centrale punkter fra kurset.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Opgaven er simpel: lav en algoritme for, hvordan man laver en peanutbutter-sandwich. Jeg vil bede jer om at diskutere i små grupper og skrive jeres algoritme ned. Derefter vil hver gruppe få mulighed for at præsentere sin algoritme for resten af klassen. Dette vil illustrere, hvor vigtigt det er med klare og veldefinerede skridt for at en algoritme virker som forventet.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290763" y="512763"/>
            <a:ext cx="4562475" cy="2566987"/>
          </a:xfrm>
        </p:spPr>
      </p:sp>
      <p:sp>
        <p:nvSpPr>
          <p:cNvPr id="3" name="Pladsholder til noter 2"/>
          <p:cNvSpPr>
            <a:spLocks noGrp="1"/>
          </p:cNvSpPr>
          <p:nvPr>
            <p:ph type="body" idx="1"/>
          </p:nvPr>
        </p:nvSpPr>
        <p:spPr/>
        <p:txBody>
          <a:bodyPr/>
          <a:lstStyle/>
          <a:p>
            <a:r>
              <a:rPr lang="en-US">
                <a:latin typeface="Calibri"/>
                <a:ea typeface="Calibri"/>
                <a:cs typeface="Calibri"/>
              </a:rPr>
              <a:t>indivule</a:t>
            </a:r>
            <a:endParaRPr lang="en-US" err="1">
              <a:latin typeface="Calibri"/>
              <a:ea typeface="Calibri"/>
              <a:cs typeface="Calibri"/>
            </a:endParaRPr>
          </a:p>
        </p:txBody>
      </p:sp>
      <p:sp>
        <p:nvSpPr>
          <p:cNvPr id="4" name="Pladsholder til slidenummer 3"/>
          <p:cNvSpPr>
            <a:spLocks noGrp="1"/>
          </p:cNvSpPr>
          <p:nvPr>
            <p:ph type="sldNum" sz="quarter" idx="5"/>
          </p:nvPr>
        </p:nvSpPr>
        <p:spPr/>
        <p:txBody>
          <a:bodyPr/>
          <a:lstStyle/>
          <a:p>
            <a:fld id="{871B2431-D351-4C6E-A3CF-9DFAC0E3E050}" type="slidenum">
              <a:rPr lang="cs-CZ" smtClean="0"/>
              <a:t>21</a:t>
            </a:fld>
            <a:endParaRPr lang="cs-CZ"/>
          </a:p>
        </p:txBody>
      </p:sp>
    </p:spTree>
    <p:extLst>
      <p:ext uri="{BB962C8B-B14F-4D97-AF65-F5344CB8AC3E}">
        <p14:creationId xmlns:p14="http://schemas.microsoft.com/office/powerpoint/2010/main" val="269903975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latin typeface="Arial"/>
                <a:ea typeface="Arial"/>
                <a:cs typeface="Arial"/>
                <a:sym typeface="Arial"/>
              </a:rPr>
              <a:t>Til slut, her er et overblik over de centrale koncepter, vi har dækket i dag. En algoritme er en trinvis fremgangsmåde. Vi bruger nedbrydning til at håndtere komplekse problemer. Vi arbejder med tilstande, og vi bruger kontrolstrukturer som sekventiel eksekvering, valg og gentagelse til at styre udførelsen. Og vigtigst af alt: en algoritme skal altid terminere.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0.svg"/><Relationship Id="rId4" Type="http://schemas.openxmlformats.org/officeDocument/2006/relationships/image" Target="../media/image9.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hyperlink" Target="https://scratch.mit.edu/projects/1368477528" TargetMode="External"/><Relationship Id="rId4" Type="http://schemas.openxmlformats.org/officeDocument/2006/relationships/hyperlink" Target="https://scratch.mit.edu/projects/1368477162/"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https://scratch.mit.edu/projects/729448378"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6A62D9">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17500" y="901700"/>
            <a:ext cx="8521700" cy="850900"/>
          </a:xfrm>
          <a:prstGeom prst="rect">
            <a:avLst/>
          </a:prstGeom>
          <a:noFill/>
          <a:ln w="9525" cap="flat" cmpd="sng">
            <a:noFill/>
            <a:prstDash val="solid"/>
            <a:round/>
          </a:ln>
        </p:spPr>
        <p:txBody>
          <a:bodyPr vert="horz" wrap="square" lIns="88900" tIns="88900" rIns="88900" bIns="88900" rtlCol="0" anchor="ctr" anchorCtr="0"/>
          <a:lstStyle/>
          <a:p>
            <a:pPr marL="0" indent="0" algn="ctr">
              <a:lnSpc>
                <a:spcPct val="100000"/>
              </a:lnSpc>
              <a:defRPr/>
            </a:pPr>
            <a:r>
              <a:rPr lang="en-US" sz="3400" b="1" i="0" u="none" strike="noStrike">
                <a:solidFill>
                  <a:srgbClr val="FFFFFF"/>
                </a:solidFill>
                <a:latin typeface="Geist"/>
                <a:ea typeface="Geist"/>
                <a:cs typeface="Geist"/>
                <a:sym typeface="Geist"/>
              </a:rPr>
              <a:t>Algoritmer - Grundlæggende Programmering</a:t>
            </a:r>
            <a:endParaRPr lang="en-US" sz="1100"/>
          </a:p>
        </p:txBody>
      </p:sp>
      <p:sp>
        <p:nvSpPr>
          <p:cNvPr id="4" name="AutoShape 4"/>
          <p:cNvSpPr/>
          <p:nvPr/>
        </p:nvSpPr>
        <p:spPr>
          <a:xfrm>
            <a:off x="2489200" y="4279900"/>
            <a:ext cx="4013200" cy="4064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00000"/>
              </a:lnSpc>
              <a:defRPr/>
            </a:pPr>
            <a:r>
              <a:rPr lang="en-US" sz="1900" b="0" i="0" u="none" strike="noStrike">
                <a:solidFill>
                  <a:srgbClr val="FFFFFF"/>
                </a:solidFill>
                <a:latin typeface="Geist"/>
                <a:ea typeface="Geist"/>
                <a:cs typeface="Geist"/>
                <a:sym typeface="Geist"/>
              </a:rPr>
              <a:t>En 3-timers kursus</a:t>
            </a:r>
            <a:endParaRPr lang="en-US" sz="1100"/>
          </a:p>
        </p:txBody>
      </p:sp>
      <p:sp>
        <p:nvSpPr>
          <p:cNvPr id="6" name="TextBox 5">
            <a:extLst>
              <a:ext uri="{FF2B5EF4-FFF2-40B4-BE49-F238E27FC236}">
                <a16:creationId xmlns:a16="http://schemas.microsoft.com/office/drawing/2014/main" id="{4893D9DC-91B0-75F4-823D-D449CBC77609}"/>
              </a:ext>
            </a:extLst>
          </p:cNvPr>
          <p:cNvSpPr txBox="1"/>
          <p:nvPr/>
        </p:nvSpPr>
        <p:spPr>
          <a:xfrm>
            <a:off x="2286000" y="2108034"/>
            <a:ext cx="4572000" cy="927433"/>
          </a:xfrm>
          <a:prstGeom prst="rect">
            <a:avLst/>
          </a:prstGeom>
          <a:noFill/>
        </p:spPr>
        <p:txBody>
          <a:bodyPr wrap="square">
            <a:spAutoFit/>
          </a:bodyPr>
          <a:lstStyle/>
          <a:p>
            <a:pPr marL="0" indent="0" algn="ctr">
              <a:lnSpc>
                <a:spcPct val="116666"/>
              </a:lnSpc>
              <a:spcAft>
                <a:spcPts val="1600"/>
              </a:spcAft>
              <a:defRPr/>
            </a:pPr>
            <a:r>
              <a:rPr lang="en-US" sz="2400" b="0" i="0" u="none" strike="noStrike" err="1">
                <a:solidFill>
                  <a:srgbClr val="FFFFFF"/>
                </a:solidFill>
                <a:latin typeface="Geist"/>
                <a:ea typeface="Geist"/>
                <a:cs typeface="Geist"/>
                <a:sym typeface="Geist"/>
              </a:rPr>
              <a:t>Forstå</a:t>
            </a:r>
            <a:r>
              <a:rPr lang="en-US" sz="2400" b="0" i="0" u="none" strike="noStrike">
                <a:solidFill>
                  <a:srgbClr val="FFFFFF"/>
                </a:solidFill>
                <a:latin typeface="Geist"/>
                <a:ea typeface="Geist"/>
                <a:cs typeface="Geist"/>
                <a:sym typeface="Geist"/>
              </a:rPr>
              <a:t> </a:t>
            </a:r>
            <a:r>
              <a:rPr lang="en-US" sz="2400" b="0" i="0" u="none" strike="noStrike" err="1">
                <a:solidFill>
                  <a:srgbClr val="FFFFFF"/>
                </a:solidFill>
                <a:latin typeface="Geist"/>
                <a:ea typeface="Geist"/>
                <a:cs typeface="Geist"/>
                <a:sym typeface="Geist"/>
              </a:rPr>
              <a:t>definitionen</a:t>
            </a:r>
            <a:r>
              <a:rPr lang="en-US" sz="2400" b="0" i="0" u="none" strike="noStrike">
                <a:solidFill>
                  <a:srgbClr val="FFFFFF"/>
                </a:solidFill>
                <a:latin typeface="Geist"/>
                <a:ea typeface="Geist"/>
                <a:cs typeface="Geist"/>
                <a:sym typeface="Geist"/>
              </a:rPr>
              <a:t>, </a:t>
            </a:r>
            <a:r>
              <a:rPr lang="en-US" sz="2400" b="0" i="0" u="none" strike="noStrike" err="1">
                <a:solidFill>
                  <a:srgbClr val="FFFFFF"/>
                </a:solidFill>
                <a:latin typeface="Geist"/>
                <a:ea typeface="Geist"/>
                <a:cs typeface="Geist"/>
                <a:sym typeface="Geist"/>
              </a:rPr>
              <a:t>historien</a:t>
            </a:r>
            <a:r>
              <a:rPr lang="en-US" sz="2400" b="0" i="0" u="none" strike="noStrike">
                <a:solidFill>
                  <a:srgbClr val="FFFFFF"/>
                </a:solidFill>
                <a:latin typeface="Geist"/>
                <a:ea typeface="Geist"/>
                <a:cs typeface="Geist"/>
                <a:sym typeface="Geist"/>
              </a:rPr>
              <a:t> </a:t>
            </a:r>
            <a:r>
              <a:rPr lang="en-US" sz="2400" b="0" i="0" u="none" strike="noStrike" err="1">
                <a:solidFill>
                  <a:srgbClr val="FFFFFF"/>
                </a:solidFill>
                <a:latin typeface="Geist"/>
                <a:ea typeface="Geist"/>
                <a:cs typeface="Geist"/>
                <a:sym typeface="Geist"/>
              </a:rPr>
              <a:t>og</a:t>
            </a:r>
            <a:r>
              <a:rPr lang="en-US" sz="2400" b="0" i="0" u="none" strike="noStrike">
                <a:solidFill>
                  <a:srgbClr val="FFFFFF"/>
                </a:solidFill>
                <a:latin typeface="Geist"/>
                <a:ea typeface="Geist"/>
                <a:cs typeface="Geist"/>
                <a:sym typeface="Geist"/>
              </a:rPr>
              <a:t> </a:t>
            </a:r>
            <a:r>
              <a:rPr lang="en-US" sz="2400" b="0" i="0" u="none" strike="noStrike" err="1">
                <a:solidFill>
                  <a:srgbClr val="FFFFFF"/>
                </a:solidFill>
                <a:latin typeface="Geist"/>
                <a:ea typeface="Geist"/>
                <a:cs typeface="Geist"/>
                <a:sym typeface="Geist"/>
              </a:rPr>
              <a:t>anvendelsen</a:t>
            </a:r>
            <a:r>
              <a:rPr lang="en-US" sz="2400" b="0" i="0" u="none" strike="noStrike">
                <a:solidFill>
                  <a:srgbClr val="FFFFFF"/>
                </a:solidFill>
                <a:latin typeface="Geist"/>
                <a:ea typeface="Geist"/>
                <a:cs typeface="Geist"/>
                <a:sym typeface="Geist"/>
              </a:rPr>
              <a:t> </a:t>
            </a:r>
            <a:r>
              <a:rPr lang="en-US" sz="2400" b="0" i="0" u="none" strike="noStrike" err="1">
                <a:solidFill>
                  <a:srgbClr val="FFFFFF"/>
                </a:solidFill>
                <a:latin typeface="Geist"/>
                <a:ea typeface="Geist"/>
                <a:cs typeface="Geist"/>
                <a:sym typeface="Geist"/>
              </a:rPr>
              <a:t>af</a:t>
            </a:r>
            <a:r>
              <a:rPr lang="en-US" sz="2400" b="0" i="0" u="none" strike="noStrike">
                <a:solidFill>
                  <a:srgbClr val="FFFFFF"/>
                </a:solidFill>
                <a:latin typeface="Geist"/>
                <a:ea typeface="Geist"/>
                <a:cs typeface="Geist"/>
                <a:sym typeface="Geist"/>
              </a:rPr>
              <a:t> </a:t>
            </a:r>
            <a:r>
              <a:rPr lang="en-US" sz="2400" b="0" i="0" u="none" strike="noStrike" err="1">
                <a:solidFill>
                  <a:srgbClr val="FFFFFF"/>
                </a:solidFill>
                <a:latin typeface="Geist"/>
                <a:ea typeface="Geist"/>
                <a:cs typeface="Geist"/>
                <a:sym typeface="Geist"/>
              </a:rPr>
              <a:t>algoritmer</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3"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 y="-12700"/>
            <a:ext cx="9156700" cy="3429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7503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3947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Algoritmer</a:t>
            </a:r>
            <a:r>
              <a:rPr lang="en-US" sz="1300" b="0" i="0" u="none" strike="noStrike">
                <a:solidFill>
                  <a:srgbClr val="FFFFFF"/>
                </a:solidFill>
                <a:latin typeface="Geist"/>
                <a:ea typeface="Geist"/>
                <a:cs typeface="Geist"/>
                <a:sym typeface="Geist"/>
              </a:rPr>
              <a:t>| Grundlæggende Forståelse &amp; Opgave</a:t>
            </a:r>
            <a:endParaRPr lang="en-US" sz="1100"/>
          </a:p>
        </p:txBody>
      </p:sp>
      <p:sp>
        <p:nvSpPr>
          <p:cNvPr id="9" name="AutoShape 9"/>
          <p:cNvSpPr/>
          <p:nvPr/>
        </p:nvSpPr>
        <p:spPr>
          <a:xfrm>
            <a:off x="914400" y="635000"/>
            <a:ext cx="3810000" cy="6350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3000" b="1" i="0" u="none" strike="noStrike">
                <a:solidFill>
                  <a:srgbClr val="000000"/>
                </a:solidFill>
                <a:latin typeface="Poppins"/>
                <a:ea typeface="Poppins"/>
                <a:cs typeface="Poppins"/>
                <a:sym typeface="Poppins"/>
              </a:rPr>
              <a:t>Mål &amp; Opgave</a:t>
            </a:r>
            <a:endParaRPr lang="en-US" sz="1100"/>
          </a:p>
        </p:txBody>
      </p:sp>
      <p:pic>
        <p:nvPicPr>
          <p:cNvPr id="10" name="Picture 10"/>
          <p:cNvPicPr>
            <a:picLocks noChangeAspect="1"/>
          </p:cNvPicPr>
          <p:nvPr/>
        </p:nvPicPr>
        <p:blipFill>
          <a:blip r:embed="rId4"/>
          <a:srcRect/>
          <a:stretch>
            <a:fillRect/>
          </a:stretch>
        </p:blipFill>
        <p:spPr>
          <a:xfrm>
            <a:off x="508000" y="812800"/>
            <a:ext cx="368300" cy="317500"/>
          </a:xfrm>
          <a:prstGeom prst="rect">
            <a:avLst/>
          </a:prstGeom>
          <a:noFill/>
          <a:ln w="25400" cap="flat" cmpd="sng">
            <a:noFill/>
            <a:prstDash val="solid"/>
            <a:round/>
          </a:ln>
        </p:spPr>
      </p:pic>
      <p:sp>
        <p:nvSpPr>
          <p:cNvPr id="11" name="AutoShape 11"/>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82600" y="1333500"/>
            <a:ext cx="8204200" cy="3175000"/>
          </a:xfrm>
          <a:prstGeom prst="rect">
            <a:avLst/>
          </a:prstGeom>
          <a:noFill/>
          <a:ln w="9525" cap="flat" cmpd="sng">
            <a:noFill/>
            <a:prstDash val="solid"/>
            <a:round/>
          </a:ln>
        </p:spPr>
        <p:txBody>
          <a:bodyPr vert="horz" wrap="square" lIns="88900" tIns="88900" rIns="88900" bIns="88900" rtlCol="0" anchor="t" anchorCtr="0"/>
          <a:lstStyle>
            <a:lvl1pPr marL="711200" indent="-254000"/>
            <a:lvl2pPr marL="1168400" indent="-254000"/>
            <a:lvl3pPr marL="1625600" indent="-254000"/>
            <a:lvl4pPr marL="2082800" indent="-254000"/>
            <a:lvl5pPr marL="2540000" indent="-254000"/>
            <a:lvl6pPr marL="2997200" indent="-254000"/>
            <a:lvl7pPr marL="3454400" indent="-254000"/>
            <a:lvl8pPr marL="3911600" indent="-254000"/>
            <a:lvl9pPr marL="4368800" indent="-254000"/>
          </a:lstStyle>
          <a:p>
            <a:pPr marL="457200" indent="-406400" algn="l">
              <a:lnSpc>
                <a:spcPct val="108333"/>
              </a:lnSpc>
              <a:buClr>
                <a:srgbClr val="000000"/>
              </a:buClr>
              <a:buChar char="●"/>
              <a:defRPr/>
            </a:pPr>
            <a:r>
              <a:rPr lang="en-US" sz="2000" b="1" i="0" u="none" strike="noStrike">
                <a:solidFill>
                  <a:srgbClr val="000000"/>
                </a:solidFill>
                <a:latin typeface="Geist"/>
                <a:ea typeface="Geist"/>
                <a:cs typeface="Geist"/>
                <a:sym typeface="Geist"/>
              </a:rPr>
              <a:t>Kursus Mål:</a:t>
            </a:r>
            <a:r>
              <a:rPr lang="en-US" sz="1800" b="0" i="0" u="none" strike="noStrike">
                <a:solidFill>
                  <a:srgbClr val="000000"/>
                </a:solidFill>
                <a:latin typeface="Geist"/>
                <a:ea typeface="Geist"/>
                <a:cs typeface="Geist"/>
                <a:sym typeface="Geist"/>
              </a:rPr>
              <a:t>Forstå definitionen af en algoritme, dens rolle i datalogi og principperne bag konstruktion af en logisk, trinvis løsning til en given opgave.</a:t>
            </a:r>
            <a:endParaRPr lang="en-US" sz="1100"/>
          </a:p>
          <a:p>
            <a:pPr marL="457200" indent="-406400" algn="l">
              <a:lnSpc>
                <a:spcPct val="108333"/>
              </a:lnSpc>
              <a:spcBef>
                <a:spcPts val="1200"/>
              </a:spcBef>
              <a:buClr>
                <a:srgbClr val="000000"/>
              </a:buClr>
              <a:buChar char="●"/>
            </a:pPr>
            <a:r>
              <a:rPr lang="en-US" sz="2000" b="1" i="0" u="none" strike="noStrike">
                <a:solidFill>
                  <a:srgbClr val="000000"/>
                </a:solidFill>
                <a:latin typeface="Geist"/>
                <a:ea typeface="Geist"/>
                <a:cs typeface="Geist"/>
                <a:sym typeface="Geist"/>
              </a:rPr>
              <a:t>Læringsmål efter sessionen:</a:t>
            </a:r>
          </a:p>
          <a:p>
            <a:pPr marL="304800" indent="0" algn="l">
              <a:lnSpc>
                <a:spcPct val="116666"/>
              </a:lnSpc>
            </a:pPr>
            <a:r>
              <a:rPr lang="en-US" sz="1700" b="0" i="0" u="none" strike="noStrike">
                <a:solidFill>
                  <a:srgbClr val="000000"/>
                </a:solidFill>
                <a:latin typeface="Geist"/>
                <a:ea typeface="Geist"/>
                <a:cs typeface="Geist"/>
                <a:sym typeface="Geist"/>
              </a:rPr>
              <a:t>1. Definere hvad en algoritme er og give eksempler fra hverdagen.</a:t>
            </a:r>
            <a:br>
              <a:rPr lang="en-US" sz="1800" b="0" i="0" u="none" strike="noStrike">
                <a:solidFill>
                  <a:srgbClr val="000000"/>
                </a:solidFill>
                <a:latin typeface="Geist"/>
                <a:ea typeface="Geist"/>
                <a:cs typeface="Geist"/>
                <a:sym typeface="Geist"/>
              </a:rPr>
            </a:br>
            <a:r>
              <a:rPr lang="en-US" sz="1700" b="0" i="0" u="none" strike="noStrike">
                <a:solidFill>
                  <a:srgbClr val="000000"/>
                </a:solidFill>
                <a:latin typeface="Geist"/>
                <a:ea typeface="Geist"/>
                <a:cs typeface="Geist"/>
                <a:sym typeface="Geist"/>
              </a:rPr>
              <a:t>2. Forklare princippet om</a:t>
            </a:r>
            <a:r>
              <a:rPr lang="en-US" sz="1700" b="1" i="0" u="none" strike="noStrike">
                <a:solidFill>
                  <a:srgbClr val="000000"/>
                </a:solidFill>
                <a:latin typeface="Geist"/>
                <a:ea typeface="Geist"/>
                <a:cs typeface="Geist"/>
                <a:sym typeface="Geist"/>
              </a:rPr>
              <a:t>nedbrydning</a:t>
            </a:r>
            <a:r>
              <a:rPr lang="en-US" sz="1700" b="0" i="0" u="none" strike="noStrike">
                <a:solidFill>
                  <a:srgbClr val="000000"/>
                </a:solidFill>
                <a:latin typeface="Geist"/>
                <a:ea typeface="Geist"/>
                <a:cs typeface="Geist"/>
                <a:sym typeface="Geist"/>
              </a:rPr>
              <a:t>(at bryde store problemer ned i mindre delopgaver).</a:t>
            </a:r>
            <a:br>
              <a:rPr lang="en-US" sz="1800" b="0" i="0" u="none" strike="noStrike">
                <a:solidFill>
                  <a:srgbClr val="000000"/>
                </a:solidFill>
                <a:latin typeface="Geist"/>
                <a:ea typeface="Geist"/>
                <a:cs typeface="Geist"/>
                <a:sym typeface="Geist"/>
              </a:rPr>
            </a:br>
            <a:r>
              <a:rPr lang="en-US" sz="1700" b="0" i="0" u="none" strike="noStrike">
                <a:solidFill>
                  <a:srgbClr val="000000"/>
                </a:solidFill>
                <a:latin typeface="Geist"/>
                <a:ea typeface="Geist"/>
                <a:cs typeface="Geist"/>
                <a:sym typeface="Geist"/>
              </a:rPr>
              <a:t>3. Genkende de tre grundlæggende kontrolstrukturer: sekvens, valg og gentagelse.</a:t>
            </a:r>
            <a:br>
              <a:rPr lang="en-US" sz="1800" b="0" i="0" u="none" strike="noStrike">
                <a:solidFill>
                  <a:srgbClr val="000000"/>
                </a:solidFill>
                <a:latin typeface="Geist"/>
                <a:ea typeface="Geist"/>
                <a:cs typeface="Geist"/>
                <a:sym typeface="Geist"/>
              </a:rPr>
            </a:br>
            <a:r>
              <a:rPr lang="en-US" sz="1700" b="0" i="0" u="none" strike="noStrike">
                <a:solidFill>
                  <a:srgbClr val="000000"/>
                </a:solidFill>
                <a:latin typeface="Geist"/>
                <a:ea typeface="Geist"/>
                <a:cs typeface="Geist"/>
                <a:sym typeface="Geist"/>
              </a:rPr>
              <a:t>4. Skrive en trinvise algoritme til en simpel opgave (f.eks. at beregne gennemsnittet af tal).</a:t>
            </a:r>
          </a:p>
        </p:txBody>
      </p:sp>
      <p:sp>
        <p:nvSpPr>
          <p:cNvPr id="13" name="AutoShape 13"/>
          <p:cNvSpPr/>
          <p:nvPr/>
        </p:nvSpPr>
        <p:spPr>
          <a:xfrm>
            <a:off x="88900" y="4826000"/>
            <a:ext cx="228600" cy="228600"/>
          </a:xfrm>
          <a:prstGeom prst="ellipse">
            <a:avLst/>
          </a:prstGeom>
          <a:solidFill>
            <a:srgbClr val="FFFFFF">
              <a:alpha val="100000"/>
            </a:srgbClr>
          </a:solidFill>
          <a:ln w="12700" cap="flat" cmpd="sng">
            <a:solidFill>
              <a:srgbClr val="FFA400">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39700" y="4787900"/>
            <a:ext cx="228600" cy="228600"/>
          </a:xfrm>
          <a:prstGeom prst="ellipse">
            <a:avLst/>
          </a:prstGeom>
          <a:solidFill>
            <a:srgbClr val="FFFFFF">
              <a:alpha val="100000"/>
            </a:srgbClr>
          </a:solidFill>
          <a:ln w="12700" cap="flat" cmpd="sng">
            <a:solidFill>
              <a:srgbClr val="FFA400">
                <a:alpha val="10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177800" y="4737100"/>
            <a:ext cx="228600" cy="228600"/>
          </a:xfrm>
          <a:prstGeom prst="ellipse">
            <a:avLst/>
          </a:prstGeom>
          <a:solidFill>
            <a:srgbClr val="FFFFFF">
              <a:alpha val="100000"/>
            </a:srgbClr>
          </a:solidFill>
          <a:ln w="12700" cap="flat" cmpd="sng">
            <a:solidFill>
              <a:srgbClr val="FFA400">
                <a:alpha val="100000"/>
              </a:srgbClr>
            </a:solid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3"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812800" y="685800"/>
            <a:ext cx="6350000" cy="6477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16666"/>
              </a:lnSpc>
              <a:spcAft>
                <a:spcPts val="1600"/>
              </a:spcAft>
              <a:defRPr/>
            </a:pPr>
            <a:r>
              <a:rPr lang="en-US" sz="3000" b="0" i="0" u="none" strike="noStrike">
                <a:solidFill>
                  <a:srgbClr val="000000"/>
                </a:solidFill>
                <a:latin typeface="Geist ExtraBold"/>
                <a:ea typeface="Geist ExtraBold"/>
                <a:cs typeface="Geist ExtraBold"/>
                <a:sym typeface="Geist ExtraBold"/>
              </a:rPr>
              <a:t>En </a:t>
            </a:r>
            <a:r>
              <a:rPr lang="en-US" sz="3000" b="0" i="0" u="none" strike="noStrike" err="1">
                <a:solidFill>
                  <a:srgbClr val="000000"/>
                </a:solidFill>
                <a:latin typeface="Geist ExtraBold"/>
                <a:ea typeface="Geist ExtraBold"/>
                <a:cs typeface="Geist ExtraBold"/>
                <a:sym typeface="Geist ExtraBold"/>
              </a:rPr>
              <a:t>Anekdote</a:t>
            </a:r>
            <a:r>
              <a:rPr lang="en-US" sz="3000" b="0" i="0" u="none" strike="noStrike">
                <a:solidFill>
                  <a:srgbClr val="000000"/>
                </a:solidFill>
                <a:latin typeface="Geist ExtraBold"/>
                <a:ea typeface="Geist ExtraBold"/>
                <a:cs typeface="Geist ExtraBold"/>
                <a:sym typeface="Geist ExtraBold"/>
              </a:rPr>
              <a:t>: </a:t>
            </a:r>
            <a:r>
              <a:rPr lang="en-US" sz="3000" b="0" i="0" u="none" strike="noStrike" err="1">
                <a:solidFill>
                  <a:srgbClr val="000000"/>
                </a:solidFill>
                <a:latin typeface="Geist ExtraBold"/>
                <a:ea typeface="Geist ExtraBold"/>
                <a:cs typeface="Geist ExtraBold"/>
                <a:sym typeface="Geist ExtraBold"/>
              </a:rPr>
              <a:t>Ingeniør</a:t>
            </a:r>
            <a:r>
              <a:rPr lang="en-US" sz="3000" b="0" i="0" u="none" strike="noStrike">
                <a:solidFill>
                  <a:srgbClr val="000000"/>
                </a:solidFill>
                <a:latin typeface="Geist ExtraBold"/>
                <a:ea typeface="Geist ExtraBold"/>
                <a:cs typeface="Geist ExtraBold"/>
                <a:sym typeface="Geist ExtraBold"/>
              </a:rPr>
              <a:t> &amp; </a:t>
            </a:r>
            <a:r>
              <a:rPr lang="en-US" sz="3000" b="0" i="0" u="none" strike="noStrike" err="1">
                <a:solidFill>
                  <a:srgbClr val="000000"/>
                </a:solidFill>
                <a:latin typeface="Geist ExtraBold"/>
                <a:ea typeface="Geist ExtraBold"/>
                <a:cs typeface="Geist ExtraBold"/>
                <a:sym typeface="Geist ExtraBold"/>
              </a:rPr>
              <a:t>Datalog</a:t>
            </a:r>
            <a:endParaRPr lang="en-US" sz="1100"/>
          </a:p>
        </p:txBody>
      </p:sp>
      <p:pic>
        <p:nvPicPr>
          <p:cNvPr id="5" name="Picture 5"/>
          <p:cNvPicPr>
            <a:picLocks noChangeAspect="1"/>
          </p:cNvPicPr>
          <p:nvPr/>
        </p:nvPicPr>
        <p:blipFill>
          <a:blip r:embed="rId4"/>
          <a:srcRect/>
          <a:stretch>
            <a:fillRect/>
          </a:stretch>
        </p:blipFill>
        <p:spPr>
          <a:xfrm>
            <a:off x="508000" y="825500"/>
            <a:ext cx="317500" cy="368300"/>
          </a:xfrm>
          <a:prstGeom prst="rect">
            <a:avLst/>
          </a:prstGeom>
          <a:noFill/>
          <a:ln w="25400" cap="flat" cmpd="sng">
            <a:noFill/>
            <a:prstDash val="solid"/>
            <a:round/>
          </a:ln>
        </p:spPr>
      </p:pic>
      <p:sp>
        <p:nvSpPr>
          <p:cNvPr id="6" name="AutoShape 6"/>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7503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95300" y="1473200"/>
            <a:ext cx="7759700" cy="3048000"/>
          </a:xfrm>
          <a:prstGeom prst="rect">
            <a:avLst/>
          </a:prstGeom>
          <a:noFill/>
          <a:ln w="9525" cap="flat" cmpd="sng">
            <a:noFill/>
            <a:prstDash val="solid"/>
            <a:round/>
          </a:ln>
        </p:spPr>
        <p:txBody>
          <a:bodyPr vert="horz" wrap="square" lIns="88900" tIns="88900" rIns="88900" bIns="88900" rtlCol="0" anchor="t" anchorCtr="0"/>
          <a:lstStyle/>
          <a:p>
            <a:pPr>
              <a:lnSpc>
                <a:spcPct val="116666"/>
              </a:lnSpc>
              <a:defRPr/>
            </a:pPr>
            <a:r>
              <a:rPr lang="en-US" sz="2000">
                <a:solidFill>
                  <a:srgbClr val="1F2329"/>
                </a:solidFill>
                <a:latin typeface="Geist"/>
                <a:ea typeface="Geist"/>
                <a:cs typeface="Geist"/>
                <a:sym typeface="Geist"/>
              </a:rPr>
              <a:t>brand </a:t>
            </a:r>
            <a:r>
              <a:rPr lang="en-US" sz="2000" err="1">
                <a:solidFill>
                  <a:srgbClr val="1F2329"/>
                </a:solidFill>
                <a:latin typeface="Geist"/>
                <a:ea typeface="Geist"/>
                <a:cs typeface="Geist"/>
                <a:sym typeface="Geist"/>
              </a:rPr>
              <a:t>udbrød</a:t>
            </a:r>
            <a:r>
              <a:rPr lang="en-US" sz="2000">
                <a:solidFill>
                  <a:srgbClr val="1F2329"/>
                </a:solidFill>
                <a:latin typeface="Geist"/>
                <a:ea typeface="Geist"/>
                <a:cs typeface="Geist"/>
                <a:sym typeface="Geist"/>
              </a:rPr>
              <a:t> </a:t>
            </a:r>
            <a:r>
              <a:rPr lang="en-US" sz="2000" err="1">
                <a:solidFill>
                  <a:srgbClr val="1F2329"/>
                </a:solidFill>
                <a:latin typeface="Geist"/>
                <a:ea typeface="Geist"/>
                <a:cs typeface="Geist"/>
                <a:sym typeface="Geist"/>
              </a:rPr>
              <a:t>i</a:t>
            </a:r>
            <a:r>
              <a:rPr lang="en-US" sz="2000">
                <a:solidFill>
                  <a:srgbClr val="1F2329"/>
                </a:solidFill>
                <a:latin typeface="Geist"/>
                <a:ea typeface="Geist"/>
                <a:cs typeface="Geist"/>
                <a:sym typeface="Geist"/>
              </a:rPr>
              <a:t> </a:t>
            </a:r>
            <a:r>
              <a:rPr lang="en-US" sz="2000" err="1">
                <a:solidFill>
                  <a:srgbClr val="1F2329"/>
                </a:solidFill>
                <a:latin typeface="Geist"/>
                <a:ea typeface="Geist"/>
                <a:cs typeface="Geist"/>
                <a:sym typeface="Geist"/>
              </a:rPr>
              <a:t>en</a:t>
            </a:r>
            <a:r>
              <a:rPr lang="en-US" sz="2000">
                <a:solidFill>
                  <a:srgbClr val="1F2329"/>
                </a:solidFill>
                <a:latin typeface="Geist"/>
                <a:ea typeface="Geist"/>
                <a:cs typeface="Geist"/>
                <a:sym typeface="Geist"/>
              </a:rPr>
              <a:t> </a:t>
            </a:r>
            <a:r>
              <a:rPr lang="en-US" sz="2000" err="1">
                <a:solidFill>
                  <a:srgbClr val="1F2329"/>
                </a:solidFill>
                <a:latin typeface="Geist"/>
                <a:ea typeface="Geist"/>
                <a:cs typeface="Geist"/>
                <a:sym typeface="Geist"/>
              </a:rPr>
              <a:t>skovhytte</a:t>
            </a:r>
            <a:endParaRPr lang="en-US" sz="2000" b="1" i="0" u="none" strike="noStrike">
              <a:solidFill>
                <a:srgbClr val="6A62D9"/>
              </a:solidFill>
              <a:latin typeface="Geist"/>
              <a:ea typeface="Geist"/>
              <a:cs typeface="Geist"/>
              <a:sym typeface="Geist"/>
            </a:endParaRPr>
          </a:p>
          <a:p>
            <a:pPr marL="0" indent="0" algn="l">
              <a:lnSpc>
                <a:spcPct val="116666"/>
              </a:lnSpc>
              <a:defRPr/>
            </a:pPr>
            <a:endParaRPr lang="en-US" sz="2000" b="1">
              <a:solidFill>
                <a:srgbClr val="6A62D9"/>
              </a:solidFill>
              <a:latin typeface="Geist"/>
              <a:ea typeface="Geist"/>
              <a:cs typeface="Geist"/>
              <a:sym typeface="Geist"/>
            </a:endParaRPr>
          </a:p>
          <a:p>
            <a:pPr marL="0" indent="0" algn="l">
              <a:lnSpc>
                <a:spcPct val="116666"/>
              </a:lnSpc>
              <a:defRPr/>
            </a:pPr>
            <a:r>
              <a:rPr lang="en-US" sz="2000" b="1" i="0" u="none" strike="noStrike" err="1">
                <a:solidFill>
                  <a:srgbClr val="6A62D9"/>
                </a:solidFill>
                <a:latin typeface="Geist"/>
                <a:ea typeface="Geist"/>
                <a:cs typeface="Geist"/>
                <a:sym typeface="Geist"/>
              </a:rPr>
              <a:t>Moralen:</a:t>
            </a:r>
            <a:r>
              <a:rPr lang="en-US" sz="2000" b="0" i="0" u="none" strike="noStrike" err="1">
                <a:solidFill>
                  <a:srgbClr val="1F2329"/>
                </a:solidFill>
                <a:latin typeface="Geist"/>
                <a:ea typeface="Geist"/>
                <a:cs typeface="Geist"/>
                <a:sym typeface="Geist"/>
              </a:rPr>
              <a:t>Algoritmer</a:t>
            </a:r>
            <a:r>
              <a:rPr lang="en-US" sz="2000" b="0" i="0" u="none" strike="noStrike">
                <a:solidFill>
                  <a:srgbClr val="1F2329"/>
                </a:solidFill>
                <a:latin typeface="Geist"/>
                <a:ea typeface="Geist"/>
                <a:cs typeface="Geist"/>
                <a:sym typeface="Geist"/>
              </a:rPr>
              <a:t> er </a:t>
            </a:r>
            <a:r>
              <a:rPr lang="en-US" sz="2000" b="0" i="0" u="none" strike="noStrike" err="1">
                <a:solidFill>
                  <a:srgbClr val="1F2329"/>
                </a:solidFill>
                <a:latin typeface="Geist"/>
                <a:ea typeface="Geist"/>
                <a:cs typeface="Geist"/>
                <a:sym typeface="Geist"/>
              </a:rPr>
              <a:t>fastsatte</a:t>
            </a:r>
            <a:r>
              <a:rPr lang="en-US" sz="2000" b="0" i="0" u="none" strike="noStrike">
                <a:solidFill>
                  <a:srgbClr val="1F2329"/>
                </a:solidFill>
                <a:latin typeface="Geist"/>
                <a:ea typeface="Geist"/>
                <a:cs typeface="Geist"/>
                <a:sym typeface="Geist"/>
              </a:rPr>
              <a:t> </a:t>
            </a:r>
            <a:r>
              <a:rPr lang="en-US" sz="2000" b="0" i="0" u="none" strike="noStrike" err="1">
                <a:solidFill>
                  <a:srgbClr val="1F2329"/>
                </a:solidFill>
                <a:latin typeface="Geist"/>
                <a:ea typeface="Geist"/>
                <a:cs typeface="Geist"/>
                <a:sym typeface="Geist"/>
              </a:rPr>
              <a:t>fremgangsmåder</a:t>
            </a:r>
            <a:r>
              <a:rPr lang="en-US" sz="2000" b="0" i="0" u="none" strike="noStrike">
                <a:solidFill>
                  <a:srgbClr val="1F2329"/>
                </a:solidFill>
                <a:latin typeface="Geist"/>
                <a:ea typeface="Geist"/>
                <a:cs typeface="Geist"/>
                <a:sym typeface="Geist"/>
              </a:rPr>
              <a:t>, men vi </a:t>
            </a:r>
            <a:r>
              <a:rPr lang="en-US" sz="2000" b="0" i="0" u="none" strike="noStrike" err="1">
                <a:solidFill>
                  <a:srgbClr val="1F2329"/>
                </a:solidFill>
                <a:latin typeface="Geist"/>
                <a:ea typeface="Geist"/>
                <a:cs typeface="Geist"/>
                <a:sym typeface="Geist"/>
              </a:rPr>
              <a:t>skal</a:t>
            </a:r>
            <a:r>
              <a:rPr lang="en-US" sz="2000" b="0" i="0" u="none" strike="noStrike">
                <a:solidFill>
                  <a:srgbClr val="1F2329"/>
                </a:solidFill>
                <a:latin typeface="Geist"/>
                <a:ea typeface="Geist"/>
                <a:cs typeface="Geist"/>
                <a:sym typeface="Geist"/>
              </a:rPr>
              <a:t> </a:t>
            </a:r>
            <a:r>
              <a:rPr lang="en-US" sz="2000" b="0" i="0" u="none" strike="noStrike" err="1">
                <a:solidFill>
                  <a:srgbClr val="1F2329"/>
                </a:solidFill>
                <a:latin typeface="Geist"/>
                <a:ea typeface="Geist"/>
                <a:cs typeface="Geist"/>
                <a:sym typeface="Geist"/>
              </a:rPr>
              <a:t>altid</a:t>
            </a:r>
            <a:r>
              <a:rPr lang="en-US" sz="2000" b="0" i="0" u="none" strike="noStrike">
                <a:solidFill>
                  <a:srgbClr val="1F2329"/>
                </a:solidFill>
                <a:latin typeface="Geist"/>
                <a:ea typeface="Geist"/>
                <a:cs typeface="Geist"/>
                <a:sym typeface="Geist"/>
              </a:rPr>
              <a:t> </a:t>
            </a:r>
            <a:r>
              <a:rPr lang="en-US" sz="2000" b="0" i="0" u="none" strike="noStrike" err="1">
                <a:solidFill>
                  <a:srgbClr val="1F2329"/>
                </a:solidFill>
                <a:latin typeface="Geist"/>
                <a:ea typeface="Geist"/>
                <a:cs typeface="Geist"/>
                <a:sym typeface="Geist"/>
              </a:rPr>
              <a:t>spørge</a:t>
            </a:r>
            <a:r>
              <a:rPr lang="en-US" sz="2000" b="0" i="0" u="none" strike="noStrike">
                <a:solidFill>
                  <a:srgbClr val="1F2329"/>
                </a:solidFill>
                <a:latin typeface="Geist"/>
                <a:ea typeface="Geist"/>
                <a:cs typeface="Geist"/>
                <a:sym typeface="Geist"/>
              </a:rPr>
              <a:t>: Er </a:t>
            </a:r>
            <a:r>
              <a:rPr lang="en-US" sz="2000" b="0" i="0" u="none" strike="noStrike" err="1">
                <a:solidFill>
                  <a:srgbClr val="1F2329"/>
                </a:solidFill>
                <a:latin typeface="Geist"/>
                <a:ea typeface="Geist"/>
                <a:cs typeface="Geist"/>
                <a:sym typeface="Geist"/>
              </a:rPr>
              <a:t>denne</a:t>
            </a:r>
            <a:r>
              <a:rPr lang="en-US" sz="2000" b="0" i="0" u="none" strike="noStrike">
                <a:solidFill>
                  <a:srgbClr val="1F2329"/>
                </a:solidFill>
                <a:latin typeface="Geist"/>
                <a:ea typeface="Geist"/>
                <a:cs typeface="Geist"/>
                <a:sym typeface="Geist"/>
              </a:rPr>
              <a:t> </a:t>
            </a:r>
            <a:r>
              <a:rPr lang="en-US" sz="2000" b="0" i="0" u="none" strike="noStrike" err="1">
                <a:solidFill>
                  <a:srgbClr val="1F2329"/>
                </a:solidFill>
                <a:latin typeface="Geist"/>
                <a:ea typeface="Geist"/>
                <a:cs typeface="Geist"/>
                <a:sym typeface="Geist"/>
              </a:rPr>
              <a:t>metode</a:t>
            </a:r>
            <a:r>
              <a:rPr lang="en-US" sz="2000" b="0" i="0" u="none" strike="noStrike">
                <a:solidFill>
                  <a:srgbClr val="1F2329"/>
                </a:solidFill>
                <a:latin typeface="Geist"/>
                <a:ea typeface="Geist"/>
                <a:cs typeface="Geist"/>
                <a:sym typeface="Geist"/>
              </a:rPr>
              <a:t> den </a:t>
            </a:r>
            <a:r>
              <a:rPr lang="en-US" sz="2000" b="0" i="0" u="none" strike="noStrike" err="1">
                <a:solidFill>
                  <a:srgbClr val="1F2329"/>
                </a:solidFill>
                <a:latin typeface="Geist"/>
                <a:ea typeface="Geist"/>
                <a:cs typeface="Geist"/>
                <a:sym typeface="Geist"/>
              </a:rPr>
              <a:t>mest</a:t>
            </a:r>
            <a:r>
              <a:rPr lang="en-US" sz="2000" b="0" i="0" u="none" strike="noStrike">
                <a:solidFill>
                  <a:srgbClr val="1F2329"/>
                </a:solidFill>
                <a:latin typeface="Geist"/>
                <a:ea typeface="Geist"/>
                <a:cs typeface="Geist"/>
                <a:sym typeface="Geist"/>
              </a:rPr>
              <a:t> </a:t>
            </a:r>
            <a:r>
              <a:rPr lang="en-US" sz="2000" b="0" i="0" u="none" strike="noStrike" err="1">
                <a:solidFill>
                  <a:srgbClr val="1F2329"/>
                </a:solidFill>
                <a:latin typeface="Geist"/>
                <a:ea typeface="Geist"/>
                <a:cs typeface="Geist"/>
                <a:sym typeface="Geist"/>
              </a:rPr>
              <a:t>optimale</a:t>
            </a:r>
            <a:r>
              <a:rPr lang="en-US" sz="2000" b="0" i="0" u="none" strike="noStrike">
                <a:solidFill>
                  <a:srgbClr val="1F2329"/>
                </a:solidFill>
                <a:latin typeface="Geist"/>
                <a:ea typeface="Geist"/>
                <a:cs typeface="Geist"/>
                <a:sym typeface="Geist"/>
              </a:rPr>
              <a:t> </a:t>
            </a:r>
            <a:r>
              <a:rPr lang="en-US" sz="2000" b="0" i="0" u="none" strike="noStrike" err="1">
                <a:solidFill>
                  <a:srgbClr val="1F2329"/>
                </a:solidFill>
                <a:latin typeface="Geist"/>
                <a:ea typeface="Geist"/>
                <a:cs typeface="Geist"/>
                <a:sym typeface="Geist"/>
              </a:rPr>
              <a:t>i</a:t>
            </a:r>
            <a:r>
              <a:rPr lang="en-US" sz="2000" b="0" i="0" u="none" strike="noStrike">
                <a:solidFill>
                  <a:srgbClr val="1F2329"/>
                </a:solidFill>
                <a:latin typeface="Geist"/>
                <a:ea typeface="Geist"/>
                <a:cs typeface="Geist"/>
                <a:sym typeface="Geist"/>
              </a:rPr>
              <a:t> den </a:t>
            </a:r>
            <a:r>
              <a:rPr lang="en-US" sz="2000" b="0" i="0" u="none" strike="noStrike" err="1">
                <a:solidFill>
                  <a:srgbClr val="1F2329"/>
                </a:solidFill>
                <a:latin typeface="Geist"/>
                <a:ea typeface="Geist"/>
                <a:cs typeface="Geist"/>
                <a:sym typeface="Geist"/>
              </a:rPr>
              <a:t>konkrete</a:t>
            </a:r>
            <a:r>
              <a:rPr lang="en-US" sz="2000" b="0" i="0" u="none" strike="noStrike">
                <a:solidFill>
                  <a:srgbClr val="1F2329"/>
                </a:solidFill>
                <a:latin typeface="Geist"/>
                <a:ea typeface="Geist"/>
                <a:cs typeface="Geist"/>
                <a:sym typeface="Geist"/>
              </a:rPr>
              <a:t> situation?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3"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7503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Algoritme vs. Program</a:t>
            </a:r>
            <a:r>
              <a:rPr lang="en-US" sz="1300" b="0" i="0" u="none" strike="noStrike">
                <a:solidFill>
                  <a:srgbClr val="FFFFFF"/>
                </a:solidFill>
                <a:latin typeface="Geist"/>
                <a:ea typeface="Geist"/>
                <a:cs typeface="Geist"/>
                <a:sym typeface="Geist"/>
              </a:rPr>
              <a:t>– Teori vs. Praksis</a:t>
            </a:r>
            <a:endParaRPr lang="en-US" sz="1100"/>
          </a:p>
        </p:txBody>
      </p:sp>
      <p:sp>
        <p:nvSpPr>
          <p:cNvPr id="9" name="AutoShape 9"/>
          <p:cNvSpPr/>
          <p:nvPr/>
        </p:nvSpPr>
        <p:spPr>
          <a:xfrm>
            <a:off x="457200" y="419100"/>
            <a:ext cx="8001000" cy="13335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00000"/>
              </a:lnSpc>
              <a:defRPr/>
            </a:pPr>
            <a:r>
              <a:rPr lang="en-US" sz="1400" b="1" i="0" u="none" strike="noStrike">
                <a:solidFill>
                  <a:srgbClr val="000000"/>
                </a:solidFill>
                <a:latin typeface="Geist"/>
                <a:ea typeface="Geist"/>
                <a:cs typeface="Geist"/>
                <a:sym typeface="Geist"/>
              </a:rPr>
              <a:t>Forskel på Abstraktion og Realisering</a:t>
            </a:r>
            <a:endParaRPr lang="en-US" sz="1100"/>
          </a:p>
          <a:p>
            <a:pPr marL="0" indent="0" algn="l">
              <a:lnSpc>
                <a:spcPct val="100000"/>
              </a:lnSpc>
            </a:pPr>
            <a:r>
              <a:rPr lang="en-US" sz="1400" b="0" i="0" u="none" strike="noStrike">
                <a:solidFill>
                  <a:srgbClr val="000000"/>
                </a:solidFill>
                <a:latin typeface="Geist"/>
                <a:ea typeface="Geist"/>
                <a:cs typeface="Geist"/>
                <a:sym typeface="Geist"/>
              </a:rPr>
              <a:t>En algoritme er en logisk, abstrakt beskrivelse af, hvordan et problem løses – den er uafhængig af programmeringssprog. Et program er derimod en konkret implementering af denne algoritme i et sprog som Python eller Java, skabt til at køre på en computer.</a:t>
            </a:r>
          </a:p>
        </p:txBody>
      </p:sp>
      <p:sp>
        <p:nvSpPr>
          <p:cNvPr id="10" name="AutoShape 10"/>
          <p:cNvSpPr/>
          <p:nvPr/>
        </p:nvSpPr>
        <p:spPr>
          <a:xfrm>
            <a:off x="203200" y="1892300"/>
            <a:ext cx="3086100" cy="10795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00000"/>
              </a:lnSpc>
              <a:defRPr/>
            </a:pPr>
            <a:r>
              <a:rPr lang="en-US" sz="1400" b="1" i="0" u="none" strike="noStrike">
                <a:solidFill>
                  <a:srgbClr val="6A62D9"/>
                </a:solidFill>
                <a:latin typeface="Geist"/>
                <a:ea typeface="Geist"/>
                <a:cs typeface="Geist"/>
                <a:sym typeface="Geist"/>
              </a:rPr>
              <a:t>01. Algoritme (Teori)</a:t>
            </a:r>
            <a:br>
              <a:rPr lang="en-US" sz="1600" b="0" i="0" u="none" strike="noStrike">
                <a:solidFill>
                  <a:srgbClr val="1F2329"/>
                </a:solidFill>
                <a:latin typeface="Geist"/>
                <a:ea typeface="Geist"/>
                <a:cs typeface="Geist"/>
                <a:sym typeface="Geist"/>
              </a:rPr>
            </a:br>
            <a:r>
              <a:rPr lang="en-US" sz="1300" b="0" i="0" u="none" strike="noStrike">
                <a:solidFill>
                  <a:srgbClr val="505050"/>
                </a:solidFill>
                <a:latin typeface="Geist"/>
                <a:ea typeface="Geist"/>
                <a:cs typeface="Geist"/>
                <a:sym typeface="Geist"/>
              </a:rPr>
              <a:t>Fokus på løsningslogikken og trinrækkefølgen. Beskrives med naturlig sprog, flowcharts eller pseudokode – ingen teknisk syntaks.</a:t>
            </a:r>
            <a:endParaRPr lang="en-US" sz="1100"/>
          </a:p>
        </p:txBody>
      </p:sp>
      <p:sp>
        <p:nvSpPr>
          <p:cNvPr id="11" name="AutoShape 11"/>
          <p:cNvSpPr/>
          <p:nvPr/>
        </p:nvSpPr>
        <p:spPr>
          <a:xfrm>
            <a:off x="3086100" y="1892300"/>
            <a:ext cx="2730500" cy="10795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00000"/>
              </a:lnSpc>
              <a:defRPr/>
            </a:pPr>
            <a:r>
              <a:rPr lang="en-US" sz="1400" b="1" i="0" u="none" strike="noStrike">
                <a:solidFill>
                  <a:srgbClr val="6A62D9"/>
                </a:solidFill>
                <a:latin typeface="Geist"/>
                <a:ea typeface="Geist"/>
                <a:cs typeface="Geist"/>
                <a:sym typeface="Geist"/>
              </a:rPr>
              <a:t>02. Implementation (Oversættelse)</a:t>
            </a:r>
            <a:br>
              <a:rPr lang="en-US" sz="1600" b="0" i="0" u="none" strike="noStrike">
                <a:solidFill>
                  <a:srgbClr val="1F2329"/>
                </a:solidFill>
                <a:latin typeface="Geist"/>
                <a:ea typeface="Geist"/>
                <a:cs typeface="Geist"/>
                <a:sym typeface="Geist"/>
              </a:rPr>
            </a:br>
            <a:r>
              <a:rPr lang="en-US" sz="1300" b="0" i="0" u="none" strike="noStrike">
                <a:solidFill>
                  <a:srgbClr val="505050"/>
                </a:solidFill>
                <a:latin typeface="Geist"/>
                <a:ea typeface="Geist"/>
                <a:cs typeface="Geist"/>
                <a:sym typeface="Geist"/>
              </a:rPr>
              <a:t>Processen, hvor algoritmens logik oversættes til en form, som en computer kan forstå – med regler og syntax for et specifikt sprog.</a:t>
            </a:r>
            <a:endParaRPr lang="en-US" sz="1100"/>
          </a:p>
        </p:txBody>
      </p:sp>
      <p:sp>
        <p:nvSpPr>
          <p:cNvPr id="12" name="AutoShape 12"/>
          <p:cNvSpPr/>
          <p:nvPr/>
        </p:nvSpPr>
        <p:spPr>
          <a:xfrm>
            <a:off x="6019800" y="1816100"/>
            <a:ext cx="2730500" cy="10795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00000"/>
              </a:lnSpc>
              <a:defRPr/>
            </a:pPr>
            <a:r>
              <a:rPr lang="en-US" sz="1400" b="1" i="0" u="none" strike="noStrike">
                <a:solidFill>
                  <a:srgbClr val="6A62D9"/>
                </a:solidFill>
                <a:latin typeface="Geist"/>
                <a:ea typeface="Geist"/>
                <a:cs typeface="Geist"/>
                <a:sym typeface="Geist"/>
              </a:rPr>
              <a:t>03. Program (Praksis)</a:t>
            </a:r>
            <a:br>
              <a:rPr lang="en-US" sz="1600" b="0" i="0" u="none" strike="noStrike">
                <a:solidFill>
                  <a:srgbClr val="1F2329"/>
                </a:solidFill>
                <a:latin typeface="Geist"/>
                <a:ea typeface="Geist"/>
                <a:cs typeface="Geist"/>
                <a:sym typeface="Geist"/>
              </a:rPr>
            </a:br>
            <a:r>
              <a:rPr lang="en-US" sz="1300" b="0" i="0" u="none" strike="noStrike">
                <a:solidFill>
                  <a:srgbClr val="505050"/>
                </a:solidFill>
                <a:latin typeface="Geist"/>
                <a:ea typeface="Geist"/>
                <a:cs typeface="Geist"/>
                <a:sym typeface="Geist"/>
              </a:rPr>
              <a:t>Den endelige, kørbare kode. Den konkrete realisering, der interagerer med maskinens hardware og software for at udføre opgaven.</a:t>
            </a:r>
            <a:endParaRPr lang="en-US" sz="1100"/>
          </a:p>
        </p:txBody>
      </p:sp>
      <p:pic>
        <p:nvPicPr>
          <p:cNvPr id="13" name="Picture 13"/>
          <p:cNvPicPr>
            <a:picLocks noChangeAspect="1"/>
          </p:cNvPicPr>
          <p:nvPr/>
        </p:nvPicPr>
        <p:blipFill>
          <a:blip r:embed="rId4"/>
          <a:srcRect/>
          <a:stretch>
            <a:fillRect/>
          </a:stretch>
        </p:blipFill>
        <p:spPr>
          <a:xfrm>
            <a:off x="3416300" y="3429000"/>
            <a:ext cx="2082800" cy="1181100"/>
          </a:xfrm>
          <a:prstGeom prst="rect">
            <a:avLst/>
          </a:prstGeom>
          <a:noFill/>
          <a:ln w="25400" cap="flat" cmpd="sng">
            <a:noFill/>
            <a:prstDash val="solid"/>
            <a:round/>
          </a:ln>
        </p:spPr>
      </p:pic>
      <p:pic>
        <p:nvPicPr>
          <p:cNvPr id="14" name="Picture 14"/>
          <p:cNvPicPr>
            <a:picLocks noChangeAspect="1"/>
          </p:cNvPicPr>
          <p:nvPr/>
        </p:nvPicPr>
        <p:blipFill>
          <a:blip r:embed="rId5"/>
          <a:srcRect/>
          <a:stretch>
            <a:fillRect/>
          </a:stretch>
        </p:blipFill>
        <p:spPr>
          <a:xfrm>
            <a:off x="6502400" y="3302000"/>
            <a:ext cx="1739900" cy="1651000"/>
          </a:xfrm>
          <a:prstGeom prst="rect">
            <a:avLst/>
          </a:prstGeom>
          <a:noFill/>
          <a:ln w="25400" cap="flat" cmpd="sng">
            <a:noFill/>
            <a:prstDash val="solid"/>
            <a:round/>
          </a:ln>
        </p:spPr>
      </p:pic>
      <p:pic>
        <p:nvPicPr>
          <p:cNvPr id="15" name="Picture 15"/>
          <p:cNvPicPr>
            <a:picLocks noChangeAspect="1"/>
          </p:cNvPicPr>
          <p:nvPr/>
        </p:nvPicPr>
        <p:blipFill>
          <a:blip r:embed="rId6"/>
          <a:srcRect/>
          <a:stretch>
            <a:fillRect/>
          </a:stretch>
        </p:blipFill>
        <p:spPr>
          <a:xfrm>
            <a:off x="1371600" y="3200400"/>
            <a:ext cx="622300" cy="1917700"/>
          </a:xfrm>
          <a:prstGeom prst="rect">
            <a:avLst/>
          </a:prstGeom>
          <a:noFill/>
          <a:ln w="25400" cap="flat" cmpd="sng">
            <a:noFill/>
            <a:prstDash val="solid"/>
            <a:rou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4" name="AutoShape 4"/>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7503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Matematikhistorie</a:t>
            </a:r>
            <a:r>
              <a:rPr lang="en-US" sz="1400" b="0" i="0" u="none" strike="noStrike">
                <a:solidFill>
                  <a:srgbClr val="FFFFFF"/>
                </a:solidFill>
                <a:latin typeface="Geist"/>
                <a:ea typeface="Geist"/>
                <a:cs typeface="Geist"/>
                <a:sym typeface="Geist"/>
              </a:rPr>
              <a:t>|</a:t>
            </a:r>
            <a:r>
              <a:rPr lang="en-US" sz="1300" b="0" i="0" u="none" strike="noStrike">
                <a:solidFill>
                  <a:srgbClr val="FFFFFF"/>
                </a:solidFill>
                <a:latin typeface="Geist"/>
                <a:ea typeface="Geist"/>
                <a:cs typeface="Geist"/>
                <a:sym typeface="Geist"/>
              </a:rPr>
              <a:t>Oprindelsen af et nøgleord</a:t>
            </a:r>
            <a:endParaRPr lang="en-US" sz="1100"/>
          </a:p>
        </p:txBody>
      </p:sp>
      <p:sp>
        <p:nvSpPr>
          <p:cNvPr id="9" name="AutoShape 9"/>
          <p:cNvSpPr/>
          <p:nvPr/>
        </p:nvSpPr>
        <p:spPr>
          <a:xfrm>
            <a:off x="482600" y="901700"/>
            <a:ext cx="4406900" cy="6350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2800" b="1" i="0" u="none" strike="noStrike">
                <a:solidFill>
                  <a:srgbClr val="000000"/>
                </a:solidFill>
                <a:latin typeface="Geist"/>
                <a:ea typeface="Geist"/>
                <a:cs typeface="Geist"/>
                <a:sym typeface="Geist"/>
              </a:rPr>
              <a:t>Ordet "Algoritme"</a:t>
            </a:r>
            <a:endParaRPr lang="en-US" sz="1100"/>
          </a:p>
        </p:txBody>
      </p:sp>
      <p:sp>
        <p:nvSpPr>
          <p:cNvPr id="10" name="AutoShape 10"/>
          <p:cNvSpPr/>
          <p:nvPr/>
        </p:nvSpPr>
        <p:spPr>
          <a:xfrm>
            <a:off x="482600" y="1536700"/>
            <a:ext cx="4597400" cy="4572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00000"/>
              </a:lnSpc>
              <a:defRPr/>
            </a:pPr>
            <a:r>
              <a:rPr lang="en-US" sz="1800" b="1" i="0" u="none" strike="noStrike">
                <a:solidFill>
                  <a:srgbClr val="000000"/>
                </a:solidFill>
                <a:latin typeface="Geist"/>
                <a:ea typeface="Geist"/>
                <a:cs typeface="Geist"/>
                <a:sym typeface="Geist"/>
              </a:rPr>
              <a:t>En fascinerende historie fra det 9. århundrede</a:t>
            </a:r>
            <a:endParaRPr lang="en-US" sz="1100"/>
          </a:p>
        </p:txBody>
      </p:sp>
      <p:sp>
        <p:nvSpPr>
          <p:cNvPr id="11" name="AutoShape 11"/>
          <p:cNvSpPr/>
          <p:nvPr/>
        </p:nvSpPr>
        <p:spPr>
          <a:xfrm>
            <a:off x="482600" y="1993900"/>
            <a:ext cx="4406900" cy="22860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16666"/>
              </a:lnSpc>
              <a:defRPr/>
            </a:pPr>
            <a:r>
              <a:rPr lang="en-US" sz="1600" b="0" i="0" u="none" strike="noStrike">
                <a:solidFill>
                  <a:srgbClr val="000000"/>
                </a:solidFill>
                <a:latin typeface="Geist"/>
                <a:ea typeface="Geist"/>
                <a:cs typeface="Geist"/>
                <a:sym typeface="Geist"/>
              </a:rPr>
              <a:t>Ordet stammer fra den berømte arabiske matematiker</a:t>
            </a:r>
            <a:r>
              <a:rPr lang="en-US" sz="1600" b="1" i="0" u="none" strike="noStrike">
                <a:solidFill>
                  <a:srgbClr val="000000"/>
                </a:solidFill>
                <a:latin typeface="Geist"/>
                <a:ea typeface="Geist"/>
                <a:cs typeface="Geist"/>
                <a:sym typeface="Geist"/>
              </a:rPr>
              <a:t>Abu Jafar Muhammad Ibn Musa Al-Khowarizmi</a:t>
            </a:r>
            <a:r>
              <a:rPr lang="en-US" sz="1600" b="0" i="0" u="none" strike="noStrike">
                <a:solidFill>
                  <a:srgbClr val="000000"/>
                </a:solidFill>
                <a:latin typeface="Geist"/>
                <a:ea typeface="Geist"/>
                <a:cs typeface="Geist"/>
                <a:sym typeface="Geist"/>
              </a:rPr>
              <a:t>(ca. 780–850 e.Kr.).</a:t>
            </a:r>
            <a:endParaRPr lang="en-US" sz="1100"/>
          </a:p>
          <a:p>
            <a:pPr marL="0" indent="0" algn="l">
              <a:lnSpc>
                <a:spcPct val="116666"/>
              </a:lnSpc>
              <a:spcBef>
                <a:spcPts val="1000"/>
              </a:spcBef>
            </a:pPr>
            <a:r>
              <a:rPr lang="en-US" sz="1600" b="0" i="0" u="none" strike="noStrike">
                <a:solidFill>
                  <a:srgbClr val="000000"/>
                </a:solidFill>
                <a:latin typeface="Geist"/>
                <a:ea typeface="Geist"/>
                <a:cs typeface="Geist"/>
                <a:sym typeface="Geist"/>
              </a:rPr>
              <a:t>Han var en grundlægger af algebra, og det er fra hans efternavn "Al-Khowarizmi" (latiniseret til "algorismus") at vi i dag har ordet "algoritme". Hans værker formede matematikken i Europa og er grundlaget for moderne beregningsmetoder.</a:t>
            </a:r>
          </a:p>
        </p:txBody>
      </p:sp>
      <p:pic>
        <p:nvPicPr>
          <p:cNvPr id="13" name="Picture 13"/>
          <p:cNvPicPr>
            <a:picLocks noChangeAspect="1"/>
          </p:cNvPicPr>
          <p:nvPr/>
        </p:nvPicPr>
        <p:blipFill>
          <a:blip r:embed="rId3"/>
          <a:srcRect l="18857" r="20571"/>
          <a:stretch>
            <a:fillRect/>
          </a:stretch>
        </p:blipFill>
        <p:spPr>
          <a:xfrm>
            <a:off x="6883400" y="2225675"/>
            <a:ext cx="1346200" cy="2222500"/>
          </a:xfrm>
          <a:prstGeom prst="rect">
            <a:avLst/>
          </a:prstGeom>
          <a:noFill/>
          <a:ln w="25400" cap="flat" cmpd="sng">
            <a:noFill/>
            <a:prstDash val="solid"/>
            <a:round/>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A62D9">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3"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cxnSp>
        <p:nvCxnSpPr>
          <p:cNvPr id="4" name="Connector 4"/>
          <p:cNvCxnSpPr/>
          <p:nvPr/>
        </p:nvCxnSpPr>
        <p:spPr>
          <a:xfrm>
            <a:off x="3708400" y="3746500"/>
            <a:ext cx="1727247" cy="12700"/>
          </a:xfrm>
          <a:prstGeom prst="straightConnector1">
            <a:avLst/>
          </a:prstGeom>
          <a:solidFill>
            <a:srgbClr val="DEE0E3">
              <a:alpha val="100000"/>
            </a:srgbClr>
          </a:solidFill>
          <a:ln w="38100" cap="flat" cmpd="sng">
            <a:solidFill>
              <a:srgbClr val="000000">
                <a:alpha val="100000"/>
              </a:srgbClr>
            </a:solidFill>
            <a:prstDash val="solid"/>
            <a:round/>
            <a:headEnd type="none" w="med" len="med"/>
            <a:tailEnd type="none" w="med" len="med"/>
          </a:ln>
        </p:spPr>
      </p:cxnSp>
      <p:sp>
        <p:nvSpPr>
          <p:cNvPr id="5" name="AutoShape 5"/>
          <p:cNvSpPr/>
          <p:nvPr/>
        </p:nvSpPr>
        <p:spPr>
          <a:xfrm>
            <a:off x="7962900" y="4775200"/>
            <a:ext cx="1066800" cy="2540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279400" y="1663700"/>
            <a:ext cx="8572500" cy="1828800"/>
          </a:xfrm>
          <a:prstGeom prst="rect">
            <a:avLst/>
          </a:prstGeom>
          <a:noFill/>
          <a:ln w="9525" cap="flat" cmpd="sng">
            <a:noFill/>
            <a:prstDash val="solid"/>
            <a:round/>
          </a:ln>
        </p:spPr>
        <p:txBody>
          <a:bodyPr vert="horz" wrap="square" lIns="88900" tIns="88900" rIns="88900" bIns="88900" rtlCol="0" anchor="ctr" anchorCtr="0"/>
          <a:lstStyle/>
          <a:p>
            <a:pPr marL="0" indent="0" algn="ctr">
              <a:lnSpc>
                <a:spcPct val="100000"/>
              </a:lnSpc>
            </a:pPr>
            <a:r>
              <a:rPr lang="en-US" sz="4500" b="1" i="0" u="none" strike="noStrike" err="1">
                <a:solidFill>
                  <a:srgbClr val="FFFFFF"/>
                </a:solidFill>
                <a:latin typeface="Geist"/>
                <a:ea typeface="Geist"/>
                <a:cs typeface="Geist"/>
                <a:sym typeface="Geist"/>
              </a:rPr>
              <a:t>Grundlæggende</a:t>
            </a:r>
            <a:r>
              <a:rPr lang="en-US" sz="4500" b="1" i="0" u="none" strike="noStrike">
                <a:solidFill>
                  <a:srgbClr val="FFFFFF"/>
                </a:solidFill>
                <a:latin typeface="Geist"/>
                <a:ea typeface="Geist"/>
                <a:cs typeface="Geist"/>
                <a:sym typeface="Geist"/>
              </a:rPr>
              <a:t> </a:t>
            </a:r>
            <a:r>
              <a:rPr lang="en-US" sz="4500" b="1" i="0" u="none" strike="noStrike" err="1">
                <a:solidFill>
                  <a:srgbClr val="FFFFFF"/>
                </a:solidFill>
                <a:latin typeface="Geist"/>
                <a:ea typeface="Geist"/>
                <a:cs typeface="Geist"/>
                <a:sym typeface="Geist"/>
              </a:rPr>
              <a:t>Konstruktionsteknikker</a:t>
            </a:r>
            <a:endParaRPr lang="en-US" sz="4500" b="1" i="0" u="none" strike="noStrike">
              <a:solidFill>
                <a:srgbClr val="FFFFFF"/>
              </a:solidFill>
              <a:latin typeface="Geist"/>
              <a:ea typeface="Geist"/>
              <a:cs typeface="Geist"/>
              <a:sym typeface="Geist"/>
            </a:endParaRPr>
          </a:p>
        </p:txBody>
      </p:sp>
      <p:sp>
        <p:nvSpPr>
          <p:cNvPr id="8" name="AutoShape 8"/>
          <p:cNvSpPr/>
          <p:nvPr/>
        </p:nvSpPr>
        <p:spPr>
          <a:xfrm>
            <a:off x="1244600" y="4114800"/>
            <a:ext cx="6654800" cy="6350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16666"/>
              </a:lnSpc>
              <a:spcAft>
                <a:spcPts val="1600"/>
              </a:spcAft>
              <a:defRPr/>
            </a:pPr>
            <a:r>
              <a:rPr lang="en-US" sz="2400" b="0" i="0" u="none" strike="noStrike">
                <a:solidFill>
                  <a:srgbClr val="FFFFFF"/>
                </a:solidFill>
                <a:latin typeface="Geist"/>
                <a:ea typeface="Geist"/>
                <a:cs typeface="Geist"/>
                <a:sym typeface="Geist"/>
              </a:rPr>
              <a:t>Nedbrydning og Tilstand – Byg blokken for komplekse algoritmer</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3"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7503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CSP '24-25</a:t>
            </a:r>
            <a:r>
              <a:rPr lang="en-US" sz="1300" b="0" i="0" u="none" strike="noStrike">
                <a:solidFill>
                  <a:srgbClr val="FFFFFF"/>
                </a:solidFill>
                <a:latin typeface="Geist"/>
                <a:ea typeface="Geist"/>
                <a:cs typeface="Geist"/>
                <a:sym typeface="Geist"/>
              </a:rPr>
              <a:t>| Algoritmer: Nedbrydning</a:t>
            </a:r>
            <a:endParaRPr lang="en-US" sz="1100"/>
          </a:p>
        </p:txBody>
      </p:sp>
      <p:sp>
        <p:nvSpPr>
          <p:cNvPr id="9" name="AutoShape 9"/>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393700" y="647700"/>
            <a:ext cx="8356600" cy="4025900"/>
          </a:xfrm>
          <a:prstGeom prst="rect">
            <a:avLst/>
          </a:prstGeom>
          <a:noFill/>
          <a:ln w="9525" cap="flat" cmpd="sng">
            <a:noFill/>
            <a:prstDash val="solid"/>
            <a:round/>
          </a:ln>
        </p:spPr>
        <p:txBody>
          <a:bodyPr vert="horz" wrap="square" lIns="88900" tIns="88900" rIns="88900" bIns="88900" rtlCol="0" anchor="t" anchorCtr="0"/>
          <a:lstStyle>
            <a:lvl1pPr marL="660400" indent="-203200"/>
            <a:lvl2pPr marL="1117600" indent="-203200"/>
            <a:lvl3pPr marL="1574800" indent="-203200"/>
            <a:lvl4pPr marL="2032000" indent="-203200"/>
            <a:lvl5pPr marL="2489200" indent="-203200"/>
            <a:lvl6pPr marL="2946400" indent="-203200"/>
            <a:lvl7pPr marL="3403600" indent="-203200"/>
            <a:lvl8pPr marL="3860800" indent="-203200"/>
            <a:lvl9pPr marL="4318000" indent="-203200"/>
          </a:lstStyle>
          <a:p>
            <a:pPr marL="0" indent="0" algn="l">
              <a:lnSpc>
                <a:spcPct val="100000"/>
              </a:lnSpc>
              <a:defRPr/>
            </a:pPr>
            <a:r>
              <a:rPr lang="en-US" sz="1900" b="1" i="0" u="none" strike="noStrike">
                <a:solidFill>
                  <a:srgbClr val="000000"/>
                </a:solidFill>
                <a:latin typeface="Geist"/>
                <a:ea typeface="Geist"/>
                <a:cs typeface="Geist"/>
                <a:sym typeface="Geist"/>
              </a:rPr>
              <a:t>Princippet om Nedbrydning (Decomposition)</a:t>
            </a:r>
            <a:endParaRPr lang="en-US" sz="1100"/>
          </a:p>
          <a:p>
            <a:pPr marL="0" indent="0" algn="l">
              <a:lnSpc>
                <a:spcPct val="100000"/>
              </a:lnSpc>
            </a:pPr>
            <a:endParaRPr lang="en-US" sz="1100"/>
          </a:p>
          <a:p>
            <a:pPr marL="457200" indent="-342900" algn="l">
              <a:lnSpc>
                <a:spcPct val="116666"/>
              </a:lnSpc>
              <a:buClr>
                <a:srgbClr val="6A62D9"/>
              </a:buClr>
              <a:buFont typeface="+mj-lt"/>
              <a:buAutoNum type="arabicPeriod"/>
            </a:pPr>
            <a:r>
              <a:rPr lang="en-US" sz="1600" b="1" i="0" u="none" strike="noStrike">
                <a:solidFill>
                  <a:srgbClr val="6A62D9"/>
                </a:solidFill>
                <a:latin typeface="Geist"/>
                <a:ea typeface="Geist"/>
                <a:cs typeface="Geist"/>
                <a:sym typeface="Geist"/>
              </a:rPr>
              <a:t>Hovedprincippet:</a:t>
            </a:r>
            <a:r>
              <a:rPr lang="en-US" sz="1500" b="0" i="0" u="none" strike="noStrike">
                <a:solidFill>
                  <a:srgbClr val="374151"/>
                </a:solidFill>
                <a:latin typeface="Geist"/>
                <a:ea typeface="Geist"/>
                <a:cs typeface="Geist"/>
                <a:sym typeface="Geist"/>
              </a:rPr>
              <a:t>Bryd et stort, komplekst problem ned i mindre, selvstændige og overskuelige delproblemer. Dette reducerer kompleksiteten og fjerner "overskud" i tankeprocessen.</a:t>
            </a:r>
          </a:p>
          <a:p>
            <a:pPr marL="457200" indent="-342900" algn="l">
              <a:lnSpc>
                <a:spcPct val="116666"/>
              </a:lnSpc>
              <a:buClr>
                <a:srgbClr val="6A62D9"/>
              </a:buClr>
              <a:buFont typeface="+mj-lt"/>
              <a:buAutoNum type="arabicPeriod"/>
            </a:pPr>
            <a:r>
              <a:rPr lang="en-US" sz="1600" b="1" i="0" u="none" strike="noStrike">
                <a:solidFill>
                  <a:srgbClr val="6A62D9"/>
                </a:solidFill>
                <a:latin typeface="Geist"/>
                <a:ea typeface="Geist"/>
                <a:cs typeface="Geist"/>
                <a:sym typeface="Geist"/>
              </a:rPr>
              <a:t>Formålet:</a:t>
            </a:r>
            <a:r>
              <a:rPr lang="en-US" sz="1500" b="0" i="0" u="none" strike="noStrike">
                <a:solidFill>
                  <a:srgbClr val="374151"/>
                </a:solidFill>
                <a:latin typeface="Geist"/>
                <a:ea typeface="Geist"/>
                <a:cs typeface="Geist"/>
                <a:sym typeface="Geist"/>
              </a:rPr>
              <a:t>At gøre problemet forståeligt for den, der skal designe eller kode algoritmen – samt for selve computeren. Klarhed i struktur sikrer mindre fejl.</a:t>
            </a:r>
          </a:p>
          <a:p>
            <a:pPr marL="457200" indent="-342900" algn="l">
              <a:lnSpc>
                <a:spcPct val="116666"/>
              </a:lnSpc>
              <a:buClr>
                <a:srgbClr val="6A62D9"/>
              </a:buClr>
              <a:buFont typeface="+mj-lt"/>
              <a:buAutoNum type="arabicPeriod"/>
            </a:pPr>
            <a:r>
              <a:rPr lang="en-US" sz="1600" b="1" i="0" u="none" strike="noStrike">
                <a:solidFill>
                  <a:srgbClr val="6A62D9"/>
                </a:solidFill>
                <a:latin typeface="Geist"/>
                <a:ea typeface="Geist"/>
                <a:cs typeface="Geist"/>
                <a:sym typeface="Geist"/>
              </a:rPr>
              <a:t>Processen:</a:t>
            </a:r>
            <a:r>
              <a:rPr lang="en-US" sz="1500" b="0" i="0" u="none" strike="noStrike">
                <a:solidFill>
                  <a:srgbClr val="374151"/>
                </a:solidFill>
                <a:latin typeface="Geist"/>
                <a:ea typeface="Geist"/>
                <a:cs typeface="Geist"/>
                <a:sym typeface="Geist"/>
              </a:rPr>
              <a:t>Start med det overordnede mål og iterativt opdel det i delalgoritmer. Fortsæt nedbrydningen, indtil hvert enkelt skridt er så simpelt at det kan udføres direkte (et "trivialt" niveau).</a:t>
            </a:r>
          </a:p>
          <a:p>
            <a:pPr marL="457200" indent="-342900" algn="l">
              <a:lnSpc>
                <a:spcPct val="116666"/>
              </a:lnSpc>
              <a:buClr>
                <a:srgbClr val="6A62D9"/>
              </a:buClr>
              <a:buFont typeface="+mj-lt"/>
              <a:buAutoNum type="arabicPeriod"/>
            </a:pPr>
            <a:r>
              <a:rPr lang="en-US" sz="1600" b="1" i="0" u="none" strike="noStrike">
                <a:solidFill>
                  <a:srgbClr val="6A62D9"/>
                </a:solidFill>
                <a:latin typeface="Geist"/>
                <a:ea typeface="Geist"/>
                <a:cs typeface="Geist"/>
                <a:sym typeface="Geist"/>
              </a:rPr>
              <a:t>Generel skabelon:</a:t>
            </a:r>
            <a:r>
              <a:rPr lang="en-US" sz="1500" b="0" i="0" u="none" strike="noStrike">
                <a:solidFill>
                  <a:srgbClr val="374151"/>
                </a:solidFill>
                <a:latin typeface="Geist"/>
                <a:ea typeface="Geist"/>
                <a:cs typeface="Geist"/>
                <a:sym typeface="Geist"/>
              </a:rPr>
              <a:t>1) Definer hovedmålet → 2) Identificer nøgle-delproblemer → 3) Løs hvert delproblem adskilt → 4) Kombinér løsningerne til en helhed.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4F6">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9525000" y="-1270000"/>
            <a:ext cx="3810000" cy="3810000"/>
          </a:xfrm>
          <a:prstGeom prst="ellipse">
            <a:avLst/>
          </a:prstGeom>
          <a:solidFill>
            <a:srgbClr val="3B82F6">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4826000"/>
            <a:ext cx="3175000" cy="3175000"/>
          </a:xfrm>
          <a:prstGeom prst="ellipse">
            <a:avLst/>
          </a:prstGeom>
          <a:solidFill>
            <a:srgbClr val="8B5CF6">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508000" y="508000"/>
            <a:ext cx="11176000" cy="7620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E3A8A"/>
                </a:solidFill>
                <a:latin typeface="Noto Sans SC"/>
                <a:ea typeface="Noto Sans SC"/>
                <a:cs typeface="Noto Sans SC"/>
                <a:sym typeface="Noto Sans SC"/>
              </a:rPr>
              <a:t>Eksempel: ""-</a:t>
            </a:r>
            <a:r>
              <a:rPr lang="en-US" sz="3200" b="1" i="0" u="none" strike="noStrike" err="1">
                <a:solidFill>
                  <a:srgbClr val="1E3A8A"/>
                </a:solidFill>
                <a:latin typeface="Noto Sans SC"/>
                <a:ea typeface="Noto Sans SC"/>
                <a:cs typeface="Noto Sans SC"/>
                <a:sym typeface="Noto Sans SC"/>
              </a:rPr>
              <a:t>algoritmen</a:t>
            </a:r>
            <a:endParaRPr lang="en-US" sz="1100"/>
          </a:p>
        </p:txBody>
      </p:sp>
      <p:sp>
        <p:nvSpPr>
          <p:cNvPr id="5" name="AutoShape 5"/>
          <p:cNvSpPr/>
          <p:nvPr/>
        </p:nvSpPr>
        <p:spPr>
          <a:xfrm>
            <a:off x="508000" y="1651000"/>
            <a:ext cx="3556000" cy="3683000"/>
          </a:xfrm>
          <a:prstGeom prst="roundRect">
            <a:avLst>
              <a:gd name="adj" fmla="val 0"/>
            </a:avLst>
          </a:prstGeom>
          <a:solidFill>
            <a:srgbClr val="DBEAFE">
              <a:alpha val="4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62000" y="1905000"/>
            <a:ext cx="406400" cy="406400"/>
          </a:xfrm>
          <a:prstGeom prst="rect">
            <a:avLst/>
          </a:prstGeom>
        </p:spPr>
      </p:pic>
      <p:sp>
        <p:nvSpPr>
          <p:cNvPr id="7" name="AutoShape 7"/>
          <p:cNvSpPr/>
          <p:nvPr/>
        </p:nvSpPr>
        <p:spPr>
          <a:xfrm>
            <a:off x="1270000" y="1905000"/>
            <a:ext cx="2540000" cy="4445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1E40AF"/>
                </a:solidFill>
                <a:latin typeface="Noto Sans SC"/>
                <a:ea typeface="Noto Sans SC"/>
                <a:cs typeface="Noto Sans SC"/>
                <a:sym typeface="Noto Sans SC"/>
              </a:rPr>
              <a:t>01. Løs Beskrivelse</a:t>
            </a:r>
            <a:endParaRPr lang="en-US" sz="1100"/>
          </a:p>
        </p:txBody>
      </p:sp>
      <p:cxnSp>
        <p:nvCxnSpPr>
          <p:cNvPr id="8" name="Connector 8"/>
          <p:cNvCxnSpPr/>
          <p:nvPr/>
        </p:nvCxnSpPr>
        <p:spPr>
          <a:xfrm rot="-14323">
            <a:off x="762013" y="2470150"/>
            <a:ext cx="3048000" cy="12700"/>
          </a:xfrm>
          <a:prstGeom prst="straightConnector1">
            <a:avLst/>
          </a:prstGeom>
          <a:solidFill>
            <a:srgbClr val="DEE0E3">
              <a:alpha val="100000"/>
            </a:srgbClr>
          </a:solidFill>
          <a:ln w="12700" cap="flat" cmpd="sng">
            <a:solidFill>
              <a:srgbClr val="2563EB">
                <a:alpha val="20000"/>
              </a:srgbClr>
            </a:solidFill>
            <a:prstDash val="solid"/>
            <a:round/>
            <a:headEnd type="none" w="med" len="med"/>
            <a:tailEnd type="none" w="med" len="med"/>
          </a:ln>
        </p:spPr>
      </p:cxnSp>
      <p:sp>
        <p:nvSpPr>
          <p:cNvPr id="9" name="AutoShape 9"/>
          <p:cNvSpPr/>
          <p:nvPr/>
        </p:nvSpPr>
        <p:spPr>
          <a:xfrm>
            <a:off x="762000" y="2667000"/>
            <a:ext cx="3048000" cy="2413000"/>
          </a:xfrm>
          <a:prstGeom prst="rect">
            <a:avLst/>
          </a:prstGeom>
          <a:noFill/>
          <a:ln w="9525"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374151"/>
                </a:solidFill>
                <a:latin typeface="Noto Sans SC"/>
                <a:ea typeface="Noto Sans SC"/>
                <a:cs typeface="Noto Sans SC"/>
                <a:sym typeface="Noto Sans SC"/>
              </a:rPr>
              <a:t>Den mest abstrakte og overordnede form for algoritmen. Her beskrives målet uden tekniske detaljer eller specifikke handlinger:</a:t>
            </a:r>
            <a:endParaRPr lang="en-US" sz="1100"/>
          </a:p>
          <a:p>
            <a:pPr marL="0" indent="0" algn="l">
              <a:lnSpc>
                <a:spcPct val="116666"/>
              </a:lnSpc>
              <a:spcBef>
                <a:spcPts val="1000"/>
              </a:spcBef>
            </a:pPr>
            <a:r>
              <a:rPr lang="en-US" sz="1500" b="1" i="0" u="none" strike="noStrike">
                <a:solidFill>
                  <a:srgbClr val="2563EB"/>
                </a:solidFill>
                <a:latin typeface="Noto Sans SC"/>
                <a:ea typeface="Noto Sans SC"/>
                <a:cs typeface="Noto Sans SC"/>
                <a:sym typeface="Noto Sans SC"/>
              </a:rPr>
              <a:t>"Lav en kop te "</a:t>
            </a:r>
          </a:p>
        </p:txBody>
      </p:sp>
      <p:sp>
        <p:nvSpPr>
          <p:cNvPr id="10" name="AutoShape 10"/>
          <p:cNvSpPr/>
          <p:nvPr/>
        </p:nvSpPr>
        <p:spPr>
          <a:xfrm>
            <a:off x="4318000" y="1651000"/>
            <a:ext cx="3556000" cy="3683000"/>
          </a:xfrm>
          <a:prstGeom prst="roundRect">
            <a:avLst>
              <a:gd name="adj" fmla="val 0"/>
            </a:avLst>
          </a:prstGeom>
          <a:solidFill>
            <a:srgbClr val="DDD6FE">
              <a:alpha val="40000"/>
            </a:srgbClr>
          </a:solidFill>
          <a:ln w="12700" cap="flat" cmpd="sng">
            <a:solidFill>
              <a:srgbClr val="C4B5FD">
                <a:alpha val="100000"/>
              </a:srgbClr>
            </a:solid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572000" y="1905000"/>
            <a:ext cx="406400" cy="406400"/>
          </a:xfrm>
          <a:prstGeom prst="rect">
            <a:avLst/>
          </a:prstGeom>
        </p:spPr>
      </p:pic>
      <p:sp>
        <p:nvSpPr>
          <p:cNvPr id="12" name="AutoShape 12"/>
          <p:cNvSpPr/>
          <p:nvPr/>
        </p:nvSpPr>
        <p:spPr>
          <a:xfrm>
            <a:off x="5080000" y="1905000"/>
            <a:ext cx="2540000" cy="4445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5B21B6"/>
                </a:solidFill>
                <a:latin typeface="Noto Sans SC"/>
                <a:ea typeface="Noto Sans SC"/>
                <a:cs typeface="Noto Sans SC"/>
                <a:sym typeface="Noto Sans SC"/>
              </a:rPr>
              <a:t>02. Første Nedbrydning</a:t>
            </a:r>
            <a:endParaRPr lang="en-US" sz="1100"/>
          </a:p>
        </p:txBody>
      </p:sp>
      <p:cxnSp>
        <p:nvCxnSpPr>
          <p:cNvPr id="13" name="Connector 13"/>
          <p:cNvCxnSpPr/>
          <p:nvPr/>
        </p:nvCxnSpPr>
        <p:spPr>
          <a:xfrm rot="-14323">
            <a:off x="4572013" y="2470150"/>
            <a:ext cx="3048000" cy="12700"/>
          </a:xfrm>
          <a:prstGeom prst="straightConnector1">
            <a:avLst/>
          </a:prstGeom>
          <a:solidFill>
            <a:srgbClr val="DEE0E3">
              <a:alpha val="100000"/>
            </a:srgbClr>
          </a:solidFill>
          <a:ln w="12700" cap="flat" cmpd="sng">
            <a:solidFill>
              <a:srgbClr val="7C3AED">
                <a:alpha val="20000"/>
              </a:srgbClr>
            </a:solidFill>
            <a:prstDash val="solid"/>
            <a:round/>
            <a:headEnd type="none" w="med" len="med"/>
            <a:tailEnd type="none" w="med" len="med"/>
          </a:ln>
        </p:spPr>
      </p:cxnSp>
      <p:sp>
        <p:nvSpPr>
          <p:cNvPr id="14" name="AutoShape 14"/>
          <p:cNvSpPr/>
          <p:nvPr/>
        </p:nvSpPr>
        <p:spPr>
          <a:xfrm>
            <a:off x="4572000" y="2667000"/>
            <a:ext cx="3048000" cy="2413000"/>
          </a:xfrm>
          <a:prstGeom prst="rect">
            <a:avLst/>
          </a:prstGeom>
          <a:noFill/>
          <a:ln w="9525"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374151"/>
                </a:solidFill>
                <a:latin typeface="Noto Sans SC"/>
                <a:ea typeface="Noto Sans SC"/>
                <a:cs typeface="Noto Sans SC"/>
                <a:sym typeface="Noto Sans SC"/>
              </a:rPr>
              <a:t>Bryder </a:t>
            </a:r>
            <a:r>
              <a:rPr lang="en-US" sz="1500" b="0" i="0" u="none" strike="noStrike" err="1">
                <a:solidFill>
                  <a:srgbClr val="374151"/>
                </a:solidFill>
                <a:latin typeface="Noto Sans SC"/>
                <a:ea typeface="Noto Sans SC"/>
                <a:cs typeface="Noto Sans SC"/>
                <a:sym typeface="Noto Sans SC"/>
              </a:rPr>
              <a:t>opgaven</a:t>
            </a:r>
            <a:r>
              <a:rPr lang="en-US" sz="1500" b="0" i="0" u="none" strike="noStrike">
                <a:solidFill>
                  <a:srgbClr val="374151"/>
                </a:solidFill>
                <a:latin typeface="Noto Sans SC"/>
                <a:ea typeface="Noto Sans SC"/>
                <a:cs typeface="Noto Sans SC"/>
                <a:sym typeface="Noto Sans SC"/>
              </a:rPr>
              <a:t> </a:t>
            </a:r>
            <a:r>
              <a:rPr lang="en-US" sz="1500" b="0" i="0" u="none" strike="noStrike" err="1">
                <a:solidFill>
                  <a:srgbClr val="374151"/>
                </a:solidFill>
                <a:latin typeface="Noto Sans SC"/>
                <a:ea typeface="Noto Sans SC"/>
                <a:cs typeface="Noto Sans SC"/>
                <a:sym typeface="Noto Sans SC"/>
              </a:rPr>
              <a:t>ned</a:t>
            </a:r>
            <a:r>
              <a:rPr lang="en-US" sz="1500" b="0" i="0" u="none" strike="noStrike">
                <a:solidFill>
                  <a:srgbClr val="374151"/>
                </a:solidFill>
                <a:latin typeface="Noto Sans SC"/>
                <a:ea typeface="Noto Sans SC"/>
                <a:cs typeface="Noto Sans SC"/>
                <a:sym typeface="Noto Sans SC"/>
              </a:rPr>
              <a:t> </a:t>
            </a:r>
            <a:r>
              <a:rPr lang="en-US" sz="1500" b="0" i="0" u="none" strike="noStrike" err="1">
                <a:solidFill>
                  <a:srgbClr val="374151"/>
                </a:solidFill>
                <a:latin typeface="Noto Sans SC"/>
                <a:ea typeface="Noto Sans SC"/>
                <a:cs typeface="Noto Sans SC"/>
                <a:sym typeface="Noto Sans SC"/>
              </a:rPr>
              <a:t>i</a:t>
            </a:r>
            <a:r>
              <a:rPr lang="en-US" sz="1500" b="0" i="0" u="none" strike="noStrike">
                <a:solidFill>
                  <a:srgbClr val="374151"/>
                </a:solidFill>
                <a:latin typeface="Noto Sans SC"/>
                <a:ea typeface="Noto Sans SC"/>
                <a:cs typeface="Noto Sans SC"/>
                <a:sym typeface="Noto Sans SC"/>
              </a:rPr>
              <a:t> to </a:t>
            </a:r>
            <a:r>
              <a:rPr lang="en-US" sz="1500" b="0" i="0" u="none" strike="noStrike" err="1">
                <a:solidFill>
                  <a:srgbClr val="374151"/>
                </a:solidFill>
                <a:latin typeface="Noto Sans SC"/>
                <a:ea typeface="Noto Sans SC"/>
                <a:cs typeface="Noto Sans SC"/>
                <a:sym typeface="Noto Sans SC"/>
              </a:rPr>
              <a:t>logiske</a:t>
            </a:r>
            <a:r>
              <a:rPr lang="en-US" sz="1500" b="0" i="0" u="none" strike="noStrike">
                <a:solidFill>
                  <a:srgbClr val="374151"/>
                </a:solidFill>
                <a:latin typeface="Noto Sans SC"/>
                <a:ea typeface="Noto Sans SC"/>
                <a:cs typeface="Noto Sans SC"/>
                <a:sym typeface="Noto Sans SC"/>
              </a:rPr>
              <a:t>, </a:t>
            </a:r>
            <a:r>
              <a:rPr lang="en-US" sz="1500" b="0" i="0" u="none" strike="noStrike" err="1">
                <a:solidFill>
                  <a:srgbClr val="374151"/>
                </a:solidFill>
                <a:latin typeface="Noto Sans SC"/>
                <a:ea typeface="Noto Sans SC"/>
                <a:cs typeface="Noto Sans SC"/>
                <a:sym typeface="Noto Sans SC"/>
              </a:rPr>
              <a:t>hovedsædvanlige</a:t>
            </a:r>
            <a:r>
              <a:rPr lang="en-US" sz="1500" b="0" i="0" u="none" strike="noStrike">
                <a:solidFill>
                  <a:srgbClr val="374151"/>
                </a:solidFill>
                <a:latin typeface="Noto Sans SC"/>
                <a:ea typeface="Noto Sans SC"/>
                <a:cs typeface="Noto Sans SC"/>
                <a:sym typeface="Noto Sans SC"/>
              </a:rPr>
              <a:t> </a:t>
            </a:r>
            <a:r>
              <a:rPr lang="en-US" sz="1500" b="0" i="0" u="none" strike="noStrike" err="1">
                <a:solidFill>
                  <a:srgbClr val="374151"/>
                </a:solidFill>
                <a:latin typeface="Noto Sans SC"/>
                <a:ea typeface="Noto Sans SC"/>
                <a:cs typeface="Noto Sans SC"/>
                <a:sym typeface="Noto Sans SC"/>
              </a:rPr>
              <a:t>blokke</a:t>
            </a:r>
            <a:r>
              <a:rPr lang="en-US" sz="1500" b="0" i="0" u="none" strike="noStrike">
                <a:solidFill>
                  <a:srgbClr val="374151"/>
                </a:solidFill>
                <a:latin typeface="Noto Sans SC"/>
                <a:ea typeface="Noto Sans SC"/>
                <a:cs typeface="Noto Sans SC"/>
                <a:sym typeface="Noto Sans SC"/>
              </a:rPr>
              <a:t>, der </a:t>
            </a:r>
            <a:r>
              <a:rPr lang="en-US" sz="1500" b="0" i="0" u="none" strike="noStrike" err="1">
                <a:solidFill>
                  <a:srgbClr val="374151"/>
                </a:solidFill>
                <a:latin typeface="Noto Sans SC"/>
                <a:ea typeface="Noto Sans SC"/>
                <a:cs typeface="Noto Sans SC"/>
                <a:sym typeface="Noto Sans SC"/>
              </a:rPr>
              <a:t>adskiller</a:t>
            </a:r>
            <a:r>
              <a:rPr lang="en-US" sz="1500" b="0" i="0" u="none" strike="noStrike">
                <a:solidFill>
                  <a:srgbClr val="374151"/>
                </a:solidFill>
                <a:latin typeface="Noto Sans SC"/>
                <a:ea typeface="Noto Sans SC"/>
                <a:cs typeface="Noto Sans SC"/>
                <a:sym typeface="Noto Sans SC"/>
              </a:rPr>
              <a:t> </a:t>
            </a:r>
            <a:r>
              <a:rPr lang="en-US" sz="1500" b="0" i="0" u="none" strike="noStrike" err="1">
                <a:solidFill>
                  <a:srgbClr val="374151"/>
                </a:solidFill>
                <a:latin typeface="Noto Sans SC"/>
                <a:ea typeface="Noto Sans SC"/>
                <a:cs typeface="Noto Sans SC"/>
                <a:sym typeface="Noto Sans SC"/>
              </a:rPr>
              <a:t>præparation</a:t>
            </a:r>
            <a:r>
              <a:rPr lang="en-US" sz="1500" b="0" i="0" u="none" strike="noStrike">
                <a:solidFill>
                  <a:srgbClr val="374151"/>
                </a:solidFill>
                <a:latin typeface="Noto Sans SC"/>
                <a:ea typeface="Noto Sans SC"/>
                <a:cs typeface="Noto Sans SC"/>
                <a:sym typeface="Noto Sans SC"/>
              </a:rPr>
              <a:t> </a:t>
            </a:r>
            <a:r>
              <a:rPr lang="en-US" sz="1500" b="0" i="0" u="none" strike="noStrike" err="1">
                <a:solidFill>
                  <a:srgbClr val="374151"/>
                </a:solidFill>
                <a:latin typeface="Noto Sans SC"/>
                <a:ea typeface="Noto Sans SC"/>
                <a:cs typeface="Noto Sans SC"/>
                <a:sym typeface="Noto Sans SC"/>
              </a:rPr>
              <a:t>fra</a:t>
            </a:r>
            <a:r>
              <a:rPr lang="en-US" sz="1500" b="0" i="0" u="none" strike="noStrike">
                <a:solidFill>
                  <a:srgbClr val="374151"/>
                </a:solidFill>
                <a:latin typeface="Noto Sans SC"/>
                <a:ea typeface="Noto Sans SC"/>
                <a:cs typeface="Noto Sans SC"/>
                <a:sym typeface="Noto Sans SC"/>
              </a:rPr>
              <a:t> </a:t>
            </a:r>
            <a:r>
              <a:rPr lang="en-US" sz="1500" b="0" i="0" u="none" strike="noStrike" err="1">
                <a:solidFill>
                  <a:srgbClr val="374151"/>
                </a:solidFill>
                <a:latin typeface="Noto Sans SC"/>
                <a:ea typeface="Noto Sans SC"/>
                <a:cs typeface="Noto Sans SC"/>
                <a:sym typeface="Noto Sans SC"/>
              </a:rPr>
              <a:t>udførelse</a:t>
            </a:r>
            <a:r>
              <a:rPr lang="en-US" sz="1500" b="0" i="0" u="none" strike="noStrike">
                <a:solidFill>
                  <a:srgbClr val="374151"/>
                </a:solidFill>
                <a:latin typeface="Noto Sans SC"/>
                <a:ea typeface="Noto Sans SC"/>
                <a:cs typeface="Noto Sans SC"/>
                <a:sym typeface="Noto Sans SC"/>
              </a:rPr>
              <a:t>:</a:t>
            </a:r>
            <a:endParaRPr lang="en-US" sz="1100"/>
          </a:p>
          <a:p>
            <a:pPr marL="0" indent="0" algn="l">
              <a:lnSpc>
                <a:spcPct val="116666"/>
              </a:lnSpc>
            </a:pPr>
            <a:r>
              <a:rPr lang="en-US" sz="1500" b="1" i="0" u="none" strike="noStrike" err="1">
                <a:solidFill>
                  <a:srgbClr val="374151"/>
                </a:solidFill>
                <a:latin typeface="Noto Sans SC"/>
                <a:ea typeface="Noto Sans SC"/>
                <a:cs typeface="Noto Sans SC"/>
                <a:sym typeface="Noto Sans SC"/>
              </a:rPr>
              <a:t>Forbered</a:t>
            </a:r>
            <a:r>
              <a:rPr lang="en-US" sz="1500" b="0" i="0" u="none" strike="noStrike">
                <a:solidFill>
                  <a:srgbClr val="374151"/>
                </a:solidFill>
                <a:latin typeface="Noto Sans SC"/>
                <a:ea typeface="Noto Sans SC"/>
                <a:cs typeface="Noto Sans SC"/>
                <a:sym typeface="Noto Sans SC"/>
              </a:rPr>
              <a:t>
</a:t>
            </a:r>
          </a:p>
          <a:p>
            <a:pPr marL="0" indent="0" algn="l">
              <a:lnSpc>
                <a:spcPct val="125000"/>
              </a:lnSpc>
            </a:pPr>
            <a:r>
              <a:rPr lang="en-US" sz="1500" b="1" i="0" u="none" strike="noStrike">
                <a:solidFill>
                  <a:srgbClr val="374151"/>
                </a:solidFill>
                <a:latin typeface="Noto Sans SC"/>
                <a:ea typeface="Noto Sans SC"/>
                <a:cs typeface="Noto Sans SC"/>
                <a:sym typeface="Noto Sans SC"/>
              </a:rPr>
              <a:t>Kog </a:t>
            </a:r>
            <a:r>
              <a:rPr lang="en-US" sz="1500" b="1" i="0" u="none" strike="noStrike" err="1">
                <a:solidFill>
                  <a:srgbClr val="374151"/>
                </a:solidFill>
                <a:latin typeface="Noto Sans SC"/>
                <a:ea typeface="Noto Sans SC"/>
                <a:cs typeface="Noto Sans SC"/>
                <a:sym typeface="Noto Sans SC"/>
              </a:rPr>
              <a:t>vandet</a:t>
            </a:r>
            <a:r>
              <a:rPr lang="en-US" sz="1500" b="0" i="0" u="none" strike="noStrike">
                <a:solidFill>
                  <a:srgbClr val="374151"/>
                </a:solidFill>
                <a:latin typeface="Noto Sans SC"/>
                <a:ea typeface="Noto Sans SC"/>
                <a:cs typeface="Noto Sans SC"/>
                <a:sym typeface="Noto Sans SC"/>
              </a:rPr>
              <a:t>
</a:t>
            </a:r>
          </a:p>
          <a:p>
            <a:pPr marL="0" indent="0" algn="l">
              <a:lnSpc>
                <a:spcPct val="125000"/>
              </a:lnSpc>
            </a:pPr>
            <a:r>
              <a:rPr lang="en-US" sz="1500" b="1" i="0" u="none" strike="noStrike">
                <a:solidFill>
                  <a:srgbClr val="374151"/>
                </a:solidFill>
                <a:latin typeface="Noto Sans SC"/>
                <a:ea typeface="Noto Sans SC"/>
                <a:cs typeface="Noto Sans SC"/>
                <a:sym typeface="Noto Sans SC"/>
              </a:rPr>
              <a:t>Lav teen</a:t>
            </a:r>
          </a:p>
          <a:p>
            <a:pPr marL="0" indent="0" algn="l">
              <a:lnSpc>
                <a:spcPct val="125000"/>
              </a:lnSpc>
              <a:spcBef>
                <a:spcPts val="1000"/>
              </a:spcBef>
            </a:pPr>
            <a:r>
              <a:rPr lang="en-US" sz="1500" b="1" i="0" u="none" strike="noStrike">
                <a:solidFill>
                  <a:srgbClr val="7C3AED"/>
                </a:solidFill>
                <a:latin typeface="Noto Sans SC"/>
                <a:ea typeface="Noto Sans SC"/>
                <a:cs typeface="Noto Sans SC"/>
                <a:sym typeface="Noto Sans SC"/>
              </a:rPr>
              <a:t> </a:t>
            </a:r>
          </a:p>
        </p:txBody>
      </p:sp>
      <p:sp>
        <p:nvSpPr>
          <p:cNvPr id="15" name="AutoShape 15"/>
          <p:cNvSpPr/>
          <p:nvPr/>
        </p:nvSpPr>
        <p:spPr>
          <a:xfrm>
            <a:off x="8128000" y="1651000"/>
            <a:ext cx="3556000" cy="3683000"/>
          </a:xfrm>
          <a:prstGeom prst="roundRect">
            <a:avLst>
              <a:gd name="adj" fmla="val 0"/>
            </a:avLst>
          </a:prstGeom>
          <a:solidFill>
            <a:srgbClr val="D1FAE5">
              <a:alpha val="40000"/>
            </a:srgbClr>
          </a:solidFill>
          <a:ln w="12700" cap="flat" cmpd="sng">
            <a:solidFill>
              <a:srgbClr val="A7F3D0">
                <a:alpha val="10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0" y="1905000"/>
            <a:ext cx="406400" cy="406400"/>
          </a:xfrm>
          <a:prstGeom prst="rect">
            <a:avLst/>
          </a:prstGeom>
        </p:spPr>
      </p:pic>
      <p:sp>
        <p:nvSpPr>
          <p:cNvPr id="17" name="AutoShape 17"/>
          <p:cNvSpPr/>
          <p:nvPr/>
        </p:nvSpPr>
        <p:spPr>
          <a:xfrm>
            <a:off x="8890000" y="1905000"/>
            <a:ext cx="2540000" cy="4445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065F46"/>
                </a:solidFill>
                <a:latin typeface="Noto Sans SC"/>
                <a:ea typeface="Noto Sans SC"/>
                <a:cs typeface="Noto Sans SC"/>
                <a:sym typeface="Noto Sans SC"/>
              </a:rPr>
              <a:t>03. Konkret &amp; Udførelig</a:t>
            </a:r>
            <a:endParaRPr lang="en-US" sz="1100"/>
          </a:p>
        </p:txBody>
      </p:sp>
      <p:cxnSp>
        <p:nvCxnSpPr>
          <p:cNvPr id="18" name="Connector 18"/>
          <p:cNvCxnSpPr/>
          <p:nvPr/>
        </p:nvCxnSpPr>
        <p:spPr>
          <a:xfrm rot="-14323">
            <a:off x="8382013" y="2470150"/>
            <a:ext cx="3048000" cy="12700"/>
          </a:xfrm>
          <a:prstGeom prst="straightConnector1">
            <a:avLst/>
          </a:prstGeom>
          <a:solidFill>
            <a:srgbClr val="DEE0E3">
              <a:alpha val="100000"/>
            </a:srgbClr>
          </a:solidFill>
          <a:ln w="12700" cap="flat" cmpd="sng">
            <a:solidFill>
              <a:srgbClr val="059669">
                <a:alpha val="20000"/>
              </a:srgbClr>
            </a:solidFill>
            <a:prstDash val="solid"/>
            <a:round/>
            <a:headEnd type="none" w="med" len="med"/>
            <a:tailEnd type="none" w="med" len="med"/>
          </a:ln>
        </p:spPr>
      </p:cxnSp>
      <p:sp>
        <p:nvSpPr>
          <p:cNvPr id="19" name="AutoShape 19"/>
          <p:cNvSpPr/>
          <p:nvPr/>
        </p:nvSpPr>
        <p:spPr>
          <a:xfrm>
            <a:off x="8382000" y="2667000"/>
            <a:ext cx="3048000" cy="2413000"/>
          </a:xfrm>
          <a:prstGeom prst="rect">
            <a:avLst/>
          </a:prstGeom>
          <a:noFill/>
          <a:ln w="9525" cap="flat" cmpd="sng">
            <a:noFill/>
            <a:prstDash val="solid"/>
            <a:round/>
          </a:ln>
        </p:spPr>
        <p:txBody>
          <a:bodyPr vert="horz" wrap="square" lIns="0" tIns="0" rIns="0" bIns="0" rtlCol="0" anchor="ctr" anchorCtr="0"/>
          <a:lstStyle>
            <a:lvl2pPr marL="457200" indent="0"/>
            <a:lvl3pPr marL="914400" indent="0"/>
            <a:lvl4pPr marL="1371600" indent="0"/>
            <a:lvl5pPr marL="1828800" indent="0"/>
            <a:lvl6pPr marL="2286000" indent="0"/>
            <a:lvl7pPr marL="2743200" indent="0"/>
            <a:lvl8pPr marL="3200400" indent="0"/>
            <a:lvl9pPr marL="3657600" indent="0"/>
          </a:lstStyle>
          <a:p>
            <a:pPr marL="0" indent="0" algn="l">
              <a:lnSpc>
                <a:spcPct val="116666"/>
              </a:lnSpc>
              <a:defRPr/>
            </a:pPr>
            <a:r>
              <a:rPr lang="en-US" sz="1500" b="0" i="0" u="none" strike="noStrike" err="1">
                <a:solidFill>
                  <a:srgbClr val="374151"/>
                </a:solidFill>
                <a:latin typeface="Noto Sans SC"/>
                <a:ea typeface="Noto Sans SC"/>
                <a:cs typeface="Noto Sans SC"/>
                <a:sym typeface="Noto Sans SC"/>
              </a:rPr>
              <a:t>Endelig</a:t>
            </a:r>
            <a:r>
              <a:rPr lang="en-US" sz="1500" b="0" i="0" u="none" strike="noStrike">
                <a:solidFill>
                  <a:srgbClr val="374151"/>
                </a:solidFill>
                <a:latin typeface="Noto Sans SC"/>
                <a:ea typeface="Noto Sans SC"/>
                <a:cs typeface="Noto Sans SC"/>
                <a:sym typeface="Noto Sans SC"/>
              </a:rPr>
              <a:t> </a:t>
            </a:r>
            <a:r>
              <a:rPr lang="en-US" sz="1500" b="0" i="0" u="none" strike="noStrike" err="1">
                <a:solidFill>
                  <a:srgbClr val="374151"/>
                </a:solidFill>
                <a:latin typeface="Noto Sans SC"/>
                <a:ea typeface="Noto Sans SC"/>
                <a:cs typeface="Noto Sans SC"/>
                <a:sym typeface="Noto Sans SC"/>
              </a:rPr>
              <a:t>brydes</a:t>
            </a:r>
            <a:r>
              <a:rPr lang="en-US" sz="1500" b="0" i="0" u="none" strike="noStrike">
                <a:solidFill>
                  <a:srgbClr val="374151"/>
                </a:solidFill>
                <a:latin typeface="Noto Sans SC"/>
                <a:ea typeface="Noto Sans SC"/>
                <a:cs typeface="Noto Sans SC"/>
                <a:sym typeface="Noto Sans SC"/>
              </a:rPr>
              <a:t> </a:t>
            </a:r>
            <a:r>
              <a:rPr lang="en-US" sz="1500" b="0" i="0" u="none" strike="noStrike" err="1">
                <a:solidFill>
                  <a:srgbClr val="374151"/>
                </a:solidFill>
                <a:latin typeface="Noto Sans SC"/>
                <a:ea typeface="Noto Sans SC"/>
                <a:cs typeface="Noto Sans SC"/>
                <a:sym typeface="Noto Sans SC"/>
              </a:rPr>
              <a:t>opgaven</a:t>
            </a:r>
            <a:r>
              <a:rPr lang="en-US" sz="1500" b="0" i="0" u="none" strike="noStrike">
                <a:solidFill>
                  <a:srgbClr val="374151"/>
                </a:solidFill>
                <a:latin typeface="Noto Sans SC"/>
                <a:ea typeface="Noto Sans SC"/>
                <a:cs typeface="Noto Sans SC"/>
                <a:sym typeface="Noto Sans SC"/>
              </a:rPr>
              <a:t> </a:t>
            </a:r>
            <a:r>
              <a:rPr lang="en-US" sz="1500" b="0" i="0" u="none" strike="noStrike" err="1">
                <a:solidFill>
                  <a:srgbClr val="374151"/>
                </a:solidFill>
                <a:latin typeface="Noto Sans SC"/>
                <a:ea typeface="Noto Sans SC"/>
                <a:cs typeface="Noto Sans SC"/>
                <a:sym typeface="Noto Sans SC"/>
              </a:rPr>
              <a:t>ned</a:t>
            </a:r>
            <a:r>
              <a:rPr lang="en-US" sz="1500" b="0" i="0" u="none" strike="noStrike">
                <a:solidFill>
                  <a:srgbClr val="374151"/>
                </a:solidFill>
                <a:latin typeface="Noto Sans SC"/>
                <a:ea typeface="Noto Sans SC"/>
                <a:cs typeface="Noto Sans SC"/>
                <a:sym typeface="Noto Sans SC"/>
              </a:rPr>
              <a:t> </a:t>
            </a:r>
            <a:r>
              <a:rPr lang="en-US" sz="1500" b="0" i="0" u="none" strike="noStrike" err="1">
                <a:solidFill>
                  <a:srgbClr val="374151"/>
                </a:solidFill>
                <a:latin typeface="Noto Sans SC"/>
                <a:ea typeface="Noto Sans SC"/>
                <a:cs typeface="Noto Sans SC"/>
                <a:sym typeface="Noto Sans SC"/>
              </a:rPr>
              <a:t>i</a:t>
            </a:r>
            <a:r>
              <a:rPr lang="en-US" sz="1500" b="0" i="0" u="none" strike="noStrike">
                <a:solidFill>
                  <a:srgbClr val="374151"/>
                </a:solidFill>
                <a:latin typeface="Noto Sans SC"/>
                <a:ea typeface="Noto Sans SC"/>
                <a:cs typeface="Noto Sans SC"/>
                <a:sym typeface="Noto Sans SC"/>
              </a:rPr>
              <a:t> </a:t>
            </a:r>
            <a:r>
              <a:rPr lang="en-US" sz="1500" b="0" i="0" u="none" strike="noStrike" err="1">
                <a:solidFill>
                  <a:srgbClr val="374151"/>
                </a:solidFill>
                <a:latin typeface="Noto Sans SC"/>
                <a:ea typeface="Noto Sans SC"/>
                <a:cs typeface="Noto Sans SC"/>
                <a:sym typeface="Noto Sans SC"/>
              </a:rPr>
              <a:t>små</a:t>
            </a:r>
            <a:r>
              <a:rPr lang="en-US" sz="1500" b="0" i="0" u="none" strike="noStrike">
                <a:solidFill>
                  <a:srgbClr val="374151"/>
                </a:solidFill>
                <a:latin typeface="Noto Sans SC"/>
                <a:ea typeface="Noto Sans SC"/>
                <a:cs typeface="Noto Sans SC"/>
                <a:sym typeface="Noto Sans SC"/>
              </a:rPr>
              <a:t>, </a:t>
            </a:r>
            <a:r>
              <a:rPr lang="en-US" sz="1500" b="0" i="0" u="none" strike="noStrike" err="1">
                <a:solidFill>
                  <a:srgbClr val="374151"/>
                </a:solidFill>
                <a:latin typeface="Noto Sans SC"/>
                <a:ea typeface="Noto Sans SC"/>
                <a:cs typeface="Noto Sans SC"/>
                <a:sym typeface="Noto Sans SC"/>
              </a:rPr>
              <a:t>udelukkende</a:t>
            </a:r>
            <a:r>
              <a:rPr lang="en-US" sz="1500" b="0" i="0" u="none" strike="noStrike">
                <a:solidFill>
                  <a:srgbClr val="374151"/>
                </a:solidFill>
                <a:latin typeface="Noto Sans SC"/>
                <a:ea typeface="Noto Sans SC"/>
                <a:cs typeface="Noto Sans SC"/>
                <a:sym typeface="Noto Sans SC"/>
              </a:rPr>
              <a:t> trin, der </a:t>
            </a:r>
            <a:r>
              <a:rPr lang="en-US" sz="1500" b="0" i="0" u="none" strike="noStrike" err="1">
                <a:solidFill>
                  <a:srgbClr val="374151"/>
                </a:solidFill>
                <a:latin typeface="Noto Sans SC"/>
                <a:ea typeface="Noto Sans SC"/>
                <a:cs typeface="Noto Sans SC"/>
                <a:sym typeface="Noto Sans SC"/>
              </a:rPr>
              <a:t>kan</a:t>
            </a:r>
            <a:r>
              <a:rPr lang="en-US" sz="1500" b="0" i="0" u="none" strike="noStrike">
                <a:solidFill>
                  <a:srgbClr val="374151"/>
                </a:solidFill>
                <a:latin typeface="Noto Sans SC"/>
                <a:ea typeface="Noto Sans SC"/>
                <a:cs typeface="Noto Sans SC"/>
                <a:sym typeface="Noto Sans SC"/>
              </a:rPr>
              <a:t> "</a:t>
            </a:r>
            <a:r>
              <a:rPr lang="en-US" sz="1500" b="0" i="0" u="none" strike="noStrike" err="1">
                <a:solidFill>
                  <a:srgbClr val="374151"/>
                </a:solidFill>
                <a:latin typeface="Noto Sans SC"/>
                <a:ea typeface="Noto Sans SC"/>
                <a:cs typeface="Noto Sans SC"/>
                <a:sym typeface="Noto Sans SC"/>
              </a:rPr>
              <a:t>kørsles</a:t>
            </a:r>
            <a:r>
              <a:rPr lang="en-US" sz="1500" b="0" i="0" u="none" strike="noStrike">
                <a:solidFill>
                  <a:srgbClr val="374151"/>
                </a:solidFill>
                <a:latin typeface="Noto Sans SC"/>
                <a:ea typeface="Noto Sans SC"/>
                <a:cs typeface="Noto Sans SC"/>
                <a:sym typeface="Noto Sans SC"/>
              </a:rPr>
              <a:t>" ad </a:t>
            </a:r>
            <a:r>
              <a:rPr lang="en-US" sz="1500" b="0" i="0" u="none" strike="noStrike" err="1">
                <a:solidFill>
                  <a:srgbClr val="374151"/>
                </a:solidFill>
                <a:latin typeface="Noto Sans SC"/>
                <a:ea typeface="Noto Sans SC"/>
                <a:cs typeface="Noto Sans SC"/>
                <a:sym typeface="Noto Sans SC"/>
              </a:rPr>
              <a:t>gangen</a:t>
            </a:r>
            <a:r>
              <a:rPr lang="en-US" sz="1500" b="0" i="0" u="none" strike="noStrike">
                <a:solidFill>
                  <a:srgbClr val="374151"/>
                </a:solidFill>
                <a:latin typeface="Noto Sans SC"/>
                <a:ea typeface="Noto Sans SC"/>
                <a:cs typeface="Noto Sans SC"/>
                <a:sym typeface="Noto Sans SC"/>
              </a:rPr>
              <a:t>: e.g. </a:t>
            </a:r>
            <a:endParaRPr lang="en-US" sz="1100"/>
          </a:p>
          <a:p>
            <a:pPr marL="0" indent="0" algn="l">
              <a:lnSpc>
                <a:spcPct val="116666"/>
              </a:lnSpc>
              <a:spcBef>
                <a:spcPts val="800"/>
              </a:spcBef>
            </a:pPr>
            <a:r>
              <a:rPr lang="en-US" sz="1500" b="1" i="0" u="none" strike="noStrike" err="1">
                <a:solidFill>
                  <a:srgbClr val="374151"/>
                </a:solidFill>
                <a:latin typeface="Noto Sans SC"/>
                <a:ea typeface="Noto Sans SC"/>
                <a:cs typeface="Noto Sans SC"/>
                <a:sym typeface="Noto Sans SC"/>
              </a:rPr>
              <a:t>Forbered</a:t>
            </a:r>
            <a:endParaRPr lang="en-US" sz="1500" b="1" i="0" u="none" strike="noStrike">
              <a:solidFill>
                <a:srgbClr val="374151"/>
              </a:solidFill>
              <a:latin typeface="Noto Sans SC"/>
              <a:ea typeface="Noto Sans SC"/>
              <a:cs typeface="Noto Sans SC"/>
              <a:sym typeface="Noto Sans SC"/>
            </a:endParaRPr>
          </a:p>
          <a:p>
            <a:pPr marL="457200" lvl="1" indent="0" algn="l">
              <a:lnSpc>
                <a:spcPct val="125000"/>
              </a:lnSpc>
            </a:pPr>
            <a:r>
              <a:rPr lang="en-US" sz="1500" b="0" i="0" u="none" strike="noStrike">
                <a:solidFill>
                  <a:srgbClr val="374151"/>
                </a:solidFill>
                <a:latin typeface="Noto Sans SC"/>
                <a:ea typeface="Noto Sans SC"/>
                <a:cs typeface="Noto Sans SC"/>
                <a:sym typeface="Noto Sans SC"/>
              </a:rPr>
              <a:t>→ Find kop</a:t>
            </a:r>
          </a:p>
          <a:p>
            <a:pPr marL="457200" lvl="1" indent="0" algn="l">
              <a:lnSpc>
                <a:spcPct val="125000"/>
              </a:lnSpc>
            </a:pPr>
            <a:r>
              <a:rPr lang="en-US" sz="1500" b="0" i="0" u="none" strike="noStrike">
                <a:solidFill>
                  <a:srgbClr val="374151"/>
                </a:solidFill>
                <a:latin typeface="Noto Sans SC"/>
                <a:ea typeface="Noto Sans SC"/>
                <a:cs typeface="Noto Sans SC"/>
                <a:sym typeface="Noto Sans SC"/>
              </a:rPr>
              <a:t>→ Find </a:t>
            </a:r>
            <a:r>
              <a:rPr lang="en-US" sz="1500" b="0" i="0" u="none" strike="noStrike" err="1">
                <a:solidFill>
                  <a:srgbClr val="374151"/>
                </a:solidFill>
                <a:latin typeface="Noto Sans SC"/>
                <a:ea typeface="Noto Sans SC"/>
                <a:cs typeface="Noto Sans SC"/>
                <a:sym typeface="Noto Sans SC"/>
              </a:rPr>
              <a:t>tepose</a:t>
            </a:r>
            <a:endParaRPr lang="en-US" sz="1500" b="0" i="0" u="none" strike="noStrike">
              <a:solidFill>
                <a:srgbClr val="374151"/>
              </a:solidFill>
              <a:latin typeface="Noto Sans SC"/>
              <a:ea typeface="Noto Sans SC"/>
              <a:cs typeface="Noto Sans SC"/>
              <a:sym typeface="Noto Sans SC"/>
            </a:endParaRPr>
          </a:p>
          <a:p>
            <a:pPr marL="457200" lvl="1" indent="0" algn="l">
              <a:lnSpc>
                <a:spcPct val="125000"/>
              </a:lnSpc>
            </a:pPr>
            <a:r>
              <a:rPr lang="en-US" sz="1500" b="0" i="0" u="none" strike="noStrike">
                <a:solidFill>
                  <a:srgbClr val="374151"/>
                </a:solidFill>
                <a:latin typeface="Noto Sans SC"/>
                <a:ea typeface="Noto Sans SC"/>
                <a:cs typeface="Noto Sans SC"/>
                <a:sym typeface="Noto Sans SC"/>
              </a:rPr>
              <a:t>→ </a:t>
            </a:r>
            <a:r>
              <a:rPr lang="en-US" sz="1500" b="0" i="0" u="none" strike="noStrike" err="1">
                <a:solidFill>
                  <a:srgbClr val="374151"/>
                </a:solidFill>
                <a:latin typeface="Noto Sans SC"/>
                <a:ea typeface="Noto Sans SC"/>
                <a:cs typeface="Noto Sans SC"/>
                <a:sym typeface="Noto Sans SC"/>
              </a:rPr>
              <a:t>Fyld</a:t>
            </a:r>
            <a:r>
              <a:rPr lang="en-US" sz="1500" b="0" i="0" u="none" strike="noStrike">
                <a:solidFill>
                  <a:srgbClr val="374151"/>
                </a:solidFill>
                <a:latin typeface="Noto Sans SC"/>
                <a:ea typeface="Noto Sans SC"/>
                <a:cs typeface="Noto Sans SC"/>
                <a:sym typeface="Noto Sans SC"/>
              </a:rPr>
              <a:t> </a:t>
            </a:r>
            <a:r>
              <a:rPr lang="en-US" sz="1500" b="0" i="0" u="none" strike="noStrike" err="1">
                <a:solidFill>
                  <a:srgbClr val="374151"/>
                </a:solidFill>
                <a:latin typeface="Noto Sans SC"/>
                <a:ea typeface="Noto Sans SC"/>
                <a:cs typeface="Noto Sans SC"/>
                <a:sym typeface="Noto Sans SC"/>
              </a:rPr>
              <a:t>vand</a:t>
            </a:r>
            <a:r>
              <a:rPr lang="en-US" sz="1500" b="0" i="0" u="none" strike="noStrike">
                <a:solidFill>
                  <a:srgbClr val="374151"/>
                </a:solidFill>
                <a:latin typeface="Noto Sans SC"/>
                <a:ea typeface="Noto Sans SC"/>
                <a:cs typeface="Noto Sans SC"/>
                <a:sym typeface="Noto Sans SC"/>
              </a:rPr>
              <a:t> </a:t>
            </a:r>
            <a:r>
              <a:rPr lang="en-US" sz="1500" b="0" i="0" u="none" strike="noStrike" err="1">
                <a:solidFill>
                  <a:srgbClr val="374151"/>
                </a:solidFill>
                <a:latin typeface="Noto Sans SC"/>
                <a:ea typeface="Noto Sans SC"/>
                <a:cs typeface="Noto Sans SC"/>
                <a:sym typeface="Noto Sans SC"/>
              </a:rPr>
              <a:t>i</a:t>
            </a:r>
            <a:r>
              <a:rPr lang="en-US" sz="1500" b="0" i="0" u="none" strike="noStrike">
                <a:solidFill>
                  <a:srgbClr val="374151"/>
                </a:solidFill>
                <a:latin typeface="Noto Sans SC"/>
                <a:ea typeface="Noto Sans SC"/>
                <a:cs typeface="Noto Sans SC"/>
                <a:sym typeface="Noto Sans SC"/>
              </a:rPr>
              <a:t> </a:t>
            </a:r>
            <a:r>
              <a:rPr lang="en-US" sz="1500" b="0" i="0" u="none" strike="noStrike" err="1">
                <a:solidFill>
                  <a:srgbClr val="374151"/>
                </a:solidFill>
                <a:latin typeface="Noto Sans SC"/>
                <a:ea typeface="Noto Sans SC"/>
                <a:cs typeface="Noto Sans SC"/>
                <a:sym typeface="Noto Sans SC"/>
              </a:rPr>
              <a:t>elkedel</a:t>
            </a:r>
            <a:endParaRPr lang="en-US" sz="1500" b="0" i="0" u="none" strike="noStrike">
              <a:solidFill>
                <a:srgbClr val="374151"/>
              </a:solidFill>
              <a:latin typeface="Noto Sans SC"/>
              <a:ea typeface="Noto Sans SC"/>
              <a:cs typeface="Noto Sans SC"/>
              <a:sym typeface="Noto Sans SC"/>
            </a:endParaRPr>
          </a:p>
        </p:txBody>
      </p:sp>
      <p:sp>
        <p:nvSpPr>
          <p:cNvPr id="20" name="AutoShape 20"/>
          <p:cNvSpPr/>
          <p:nvPr/>
        </p:nvSpPr>
        <p:spPr>
          <a:xfrm>
            <a:off x="508000" y="5524500"/>
            <a:ext cx="11176000" cy="889000"/>
          </a:xfrm>
          <a:prstGeom prst="roundRect">
            <a:avLst>
              <a:gd name="adj" fmla="val 0"/>
            </a:avLst>
          </a:prstGeom>
          <a:solidFill>
            <a:srgbClr val="1E3A8A">
              <a:alpha val="5000"/>
            </a:srgbClr>
          </a:solidFill>
          <a:ln w="12700" cap="flat" cmpd="sng">
            <a:solidFill>
              <a:srgbClr val="1E3A8A">
                <a:alpha val="10000"/>
              </a:srgbClr>
            </a:solid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35000" y="5651500"/>
            <a:ext cx="10922000" cy="6350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E3A8A"/>
                </a:solidFill>
                <a:latin typeface="Noto Sans SC"/>
                <a:ea typeface="Noto Sans SC"/>
                <a:cs typeface="Noto Sans SC"/>
                <a:sym typeface="Noto Sans SC"/>
              </a:rPr>
              <a:t>Hvad vi lærer her:</a:t>
            </a:r>
            <a:r>
              <a:rPr lang="en-US" sz="1500" b="0" i="0" u="none" strike="noStrike">
                <a:solidFill>
                  <a:srgbClr val="4B5563"/>
                </a:solidFill>
                <a:latin typeface="Noto Sans SC"/>
                <a:ea typeface="Noto Sans SC"/>
                <a:cs typeface="Noto Sans SC"/>
                <a:sym typeface="Noto Sans SC"/>
              </a:rPr>
              <a:t>Algoritme-design er processen med at tage en vag, abstrakt idé (top-down) og bryde den iterativt ned i små, præcise og udbare handlinger, indtil hver eneste del er så konkret at den kan udføres af en computer eller en person.</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4">
            <a:extLst>
              <a:ext uri="{FF2B5EF4-FFF2-40B4-BE49-F238E27FC236}">
                <a16:creationId xmlns:a16="http://schemas.microsoft.com/office/drawing/2014/main" id="{026E5B4F-B299-935B-3101-BD79555B9CC1}"/>
              </a:ext>
            </a:extLst>
          </p:cNvPr>
          <p:cNvSpPr/>
          <p:nvPr/>
        </p:nvSpPr>
        <p:spPr>
          <a:xfrm>
            <a:off x="508000" y="508000"/>
            <a:ext cx="11176000" cy="7620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err="1">
                <a:solidFill>
                  <a:srgbClr val="1E3A8A"/>
                </a:solidFill>
                <a:latin typeface="Noto Sans SC"/>
                <a:ea typeface="Noto Sans SC"/>
                <a:cs typeface="Noto Sans SC"/>
                <a:sym typeface="Noto Sans SC"/>
              </a:rPr>
              <a:t>Øvelse</a:t>
            </a:r>
            <a:r>
              <a:rPr lang="en-US" sz="3200" b="1" i="0" u="none" strike="noStrike">
                <a:solidFill>
                  <a:srgbClr val="1E3A8A"/>
                </a:solidFill>
                <a:latin typeface="Noto Sans SC"/>
                <a:ea typeface="Noto Sans SC"/>
                <a:cs typeface="Noto Sans SC"/>
                <a:sym typeface="Noto Sans SC"/>
              </a:rPr>
              <a:t> + </a:t>
            </a:r>
            <a:r>
              <a:rPr lang="en-US" sz="3200" b="1" i="0" u="none" strike="noStrike" err="1">
                <a:solidFill>
                  <a:srgbClr val="1E3A8A"/>
                </a:solidFill>
                <a:latin typeface="Noto Sans SC"/>
                <a:ea typeface="Noto Sans SC"/>
                <a:cs typeface="Noto Sans SC"/>
                <a:sym typeface="Noto Sans SC"/>
              </a:rPr>
              <a:t>lille</a:t>
            </a:r>
            <a:r>
              <a:rPr lang="en-US" sz="3200" b="1" i="0" u="none" strike="noStrike">
                <a:solidFill>
                  <a:srgbClr val="1E3A8A"/>
                </a:solidFill>
                <a:latin typeface="Noto Sans SC"/>
                <a:ea typeface="Noto Sans SC"/>
                <a:cs typeface="Noto Sans SC"/>
                <a:sym typeface="Noto Sans SC"/>
              </a:rPr>
              <a:t> test</a:t>
            </a:r>
            <a:endParaRPr lang="en-US" sz="1100"/>
          </a:p>
        </p:txBody>
      </p:sp>
      <p:sp>
        <p:nvSpPr>
          <p:cNvPr id="4" name="TextBox 3">
            <a:extLst>
              <a:ext uri="{FF2B5EF4-FFF2-40B4-BE49-F238E27FC236}">
                <a16:creationId xmlns:a16="http://schemas.microsoft.com/office/drawing/2014/main" id="{9F31C7CD-79F9-1B2D-63A7-79ABA47069F9}"/>
              </a:ext>
            </a:extLst>
          </p:cNvPr>
          <p:cNvSpPr txBox="1"/>
          <p:nvPr/>
        </p:nvSpPr>
        <p:spPr>
          <a:xfrm>
            <a:off x="588169" y="2710190"/>
            <a:ext cx="5843586" cy="523220"/>
          </a:xfrm>
          <a:prstGeom prst="rect">
            <a:avLst/>
          </a:prstGeom>
          <a:noFill/>
        </p:spPr>
        <p:txBody>
          <a:bodyPr wrap="square">
            <a:spAutoFit/>
          </a:bodyPr>
          <a:lstStyle/>
          <a:p>
            <a:r>
              <a:rPr lang="en-DK"/>
              <a:t>https://www.docjava.dk/grundlaeggende_programmering/algoritmer/opgaver.htm</a:t>
            </a:r>
          </a:p>
        </p:txBody>
      </p:sp>
    </p:spTree>
    <p:extLst>
      <p:ext uri="{BB962C8B-B14F-4D97-AF65-F5344CB8AC3E}">
        <p14:creationId xmlns:p14="http://schemas.microsoft.com/office/powerpoint/2010/main" val="3066119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A62D9">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3"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03300" y="1625600"/>
            <a:ext cx="7137400" cy="2070100"/>
          </a:xfrm>
          <a:prstGeom prst="rect">
            <a:avLst/>
          </a:prstGeom>
          <a:noFill/>
          <a:ln w="9525" cap="flat" cmpd="sng">
            <a:noFill/>
            <a:prstDash val="solid"/>
            <a:round/>
          </a:ln>
        </p:spPr>
        <p:txBody>
          <a:bodyPr vert="horz" wrap="square" lIns="88900" tIns="88900" rIns="88900" bIns="88900" rtlCol="0" anchor="b" anchorCtr="0"/>
          <a:lstStyle/>
          <a:p>
            <a:pPr algn="ctr">
              <a:defRPr/>
            </a:pPr>
            <a:endParaRPr/>
          </a:p>
        </p:txBody>
      </p:sp>
      <p:cxnSp>
        <p:nvCxnSpPr>
          <p:cNvPr id="5" name="Connector 5"/>
          <p:cNvCxnSpPr/>
          <p:nvPr/>
        </p:nvCxnSpPr>
        <p:spPr>
          <a:xfrm>
            <a:off x="3708400" y="3746500"/>
            <a:ext cx="1727247" cy="12700"/>
          </a:xfrm>
          <a:prstGeom prst="straightConnector1">
            <a:avLst/>
          </a:prstGeom>
          <a:solidFill>
            <a:srgbClr val="DEE0E3">
              <a:alpha val="100000"/>
            </a:srgbClr>
          </a:solidFill>
          <a:ln w="38100" cap="flat" cmpd="sng">
            <a:solidFill>
              <a:srgbClr val="000000">
                <a:alpha val="100000"/>
              </a:srgbClr>
            </a:solidFill>
            <a:prstDash val="solid"/>
            <a:round/>
            <a:headEnd type="none" w="med" len="med"/>
            <a:tailEnd type="none" w="med" len="med"/>
          </a:ln>
        </p:spPr>
      </p:cxnSp>
      <p:sp>
        <p:nvSpPr>
          <p:cNvPr id="6" name="AutoShape 6"/>
          <p:cNvSpPr/>
          <p:nvPr/>
        </p:nvSpPr>
        <p:spPr>
          <a:xfrm>
            <a:off x="7962900" y="4775200"/>
            <a:ext cx="1066800" cy="2540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279400" y="1663700"/>
            <a:ext cx="8572500" cy="1828800"/>
          </a:xfrm>
          <a:prstGeom prst="rect">
            <a:avLst/>
          </a:prstGeom>
          <a:noFill/>
          <a:ln w="9525" cap="flat" cmpd="sng">
            <a:noFill/>
            <a:prstDash val="solid"/>
            <a:round/>
          </a:ln>
        </p:spPr>
        <p:txBody>
          <a:bodyPr vert="horz" wrap="square" lIns="88900" tIns="88900" rIns="88900" bIns="88900" rtlCol="0" anchor="ctr" anchorCtr="0"/>
          <a:lstStyle/>
          <a:p>
            <a:pPr marL="0" indent="0" algn="ctr">
              <a:lnSpc>
                <a:spcPct val="100000"/>
              </a:lnSpc>
              <a:defRPr/>
            </a:pPr>
            <a:r>
              <a:rPr lang="en-US" sz="4500" b="1" i="0" u="none" strike="noStrike">
                <a:solidFill>
                  <a:srgbClr val="FFFFFF"/>
                </a:solidFill>
                <a:latin typeface="Geist"/>
                <a:ea typeface="Geist"/>
                <a:cs typeface="Geist"/>
                <a:sym typeface="Geist"/>
              </a:rPr>
              <a:t> </a:t>
            </a:r>
            <a:endParaRPr lang="en-US" sz="1100"/>
          </a:p>
          <a:p>
            <a:pPr marL="0" indent="0" algn="ctr">
              <a:lnSpc>
                <a:spcPct val="100000"/>
              </a:lnSpc>
            </a:pPr>
            <a:r>
              <a:rPr lang="en-US" sz="4500" b="1" i="0" u="none" strike="noStrike" err="1">
                <a:solidFill>
                  <a:srgbClr val="FFFFFF"/>
                </a:solidFill>
                <a:latin typeface="Geist"/>
                <a:ea typeface="Geist"/>
                <a:cs typeface="Geist"/>
                <a:sym typeface="Geist"/>
              </a:rPr>
              <a:t>Kontrolstrukturer</a:t>
            </a:r>
            <a:endParaRPr lang="en-US" sz="4500" b="1" i="0" u="none" strike="noStrike">
              <a:solidFill>
                <a:srgbClr val="FFFFFF"/>
              </a:solidFill>
              <a:latin typeface="Geist"/>
              <a:ea typeface="Geist"/>
              <a:cs typeface="Geist"/>
              <a:sym typeface="Geist"/>
            </a:endParaRPr>
          </a:p>
        </p:txBody>
      </p:sp>
      <p:sp>
        <p:nvSpPr>
          <p:cNvPr id="9" name="AutoShape 9"/>
          <p:cNvSpPr/>
          <p:nvPr/>
        </p:nvSpPr>
        <p:spPr>
          <a:xfrm>
            <a:off x="1244600" y="4114800"/>
            <a:ext cx="6654800" cy="6350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16666"/>
              </a:lnSpc>
              <a:spcAft>
                <a:spcPts val="1600"/>
              </a:spcAft>
              <a:defRPr/>
            </a:pPr>
            <a:r>
              <a:rPr lang="en-US" sz="2400" b="0" i="0" u="none" strike="noStrike">
                <a:solidFill>
                  <a:srgbClr val="FFFFFF"/>
                </a:solidFill>
                <a:latin typeface="Geist"/>
                <a:ea typeface="Geist"/>
                <a:cs typeface="Geist"/>
                <a:sym typeface="Geist"/>
              </a:rPr>
              <a:t>Styring af algoritmisk eksekveringsrækkefølge</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3"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 y="-12700"/>
            <a:ext cx="9156700" cy="342900"/>
          </a:xfrm>
          <a:prstGeom prst="roundRect">
            <a:avLst>
              <a:gd name="adj" fmla="val 0"/>
            </a:avLst>
          </a:prstGeom>
          <a:solidFill>
            <a:srgbClr val="00000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7503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3947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CSP '24-25</a:t>
            </a:r>
            <a:r>
              <a:rPr lang="en-US" sz="1300" b="0" i="0" u="none" strike="noStrike">
                <a:solidFill>
                  <a:srgbClr val="FFFFFF"/>
                </a:solidFill>
                <a:latin typeface="Geist"/>
                <a:ea typeface="Geist"/>
                <a:cs typeface="Geist"/>
                <a:sym typeface="Geist"/>
              </a:rPr>
              <a:t>Unit 10 – Algoritmer &amp; Logik</a:t>
            </a:r>
            <a:endParaRPr lang="en-US" sz="1100"/>
          </a:p>
        </p:txBody>
      </p:sp>
      <p:sp>
        <p:nvSpPr>
          <p:cNvPr id="9" name="AutoShape 9"/>
          <p:cNvSpPr/>
          <p:nvPr/>
        </p:nvSpPr>
        <p:spPr>
          <a:xfrm>
            <a:off x="914400" y="635000"/>
            <a:ext cx="3810000" cy="6350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3000" b="1" i="0" u="none" strike="noStrike">
                <a:solidFill>
                  <a:srgbClr val="000000"/>
                </a:solidFill>
                <a:latin typeface="Poppins"/>
                <a:ea typeface="Poppins"/>
                <a:cs typeface="Poppins"/>
                <a:sym typeface="Poppins"/>
              </a:rPr>
              <a:t>Kontrolstrukturer</a:t>
            </a:r>
            <a:endParaRPr lang="en-US" sz="1100"/>
          </a:p>
        </p:txBody>
      </p:sp>
      <p:pic>
        <p:nvPicPr>
          <p:cNvPr id="10" name="Picture 10"/>
          <p:cNvPicPr>
            <a:picLocks noChangeAspect="1"/>
          </p:cNvPicPr>
          <p:nvPr/>
        </p:nvPicPr>
        <p:blipFill>
          <a:blip r:embed="rId4"/>
          <a:srcRect/>
          <a:stretch>
            <a:fillRect/>
          </a:stretch>
        </p:blipFill>
        <p:spPr>
          <a:xfrm>
            <a:off x="508000" y="812800"/>
            <a:ext cx="368300" cy="317500"/>
          </a:xfrm>
          <a:prstGeom prst="rect">
            <a:avLst/>
          </a:prstGeom>
          <a:noFill/>
          <a:ln w="25400" cap="flat" cmpd="sng">
            <a:noFill/>
            <a:prstDash val="solid"/>
            <a:round/>
          </a:ln>
        </p:spPr>
      </p:pic>
      <p:sp>
        <p:nvSpPr>
          <p:cNvPr id="11" name="AutoShape 11"/>
          <p:cNvSpPr/>
          <p:nvPr/>
        </p:nvSpPr>
        <p:spPr>
          <a:xfrm>
            <a:off x="482600" y="1524000"/>
            <a:ext cx="8204200" cy="2921000"/>
          </a:xfrm>
          <a:prstGeom prst="rect">
            <a:avLst/>
          </a:prstGeom>
          <a:noFill/>
          <a:ln w="9525" cap="flat" cmpd="sng">
            <a:noFill/>
            <a:prstDash val="solid"/>
            <a:round/>
          </a:ln>
        </p:spPr>
        <p:txBody>
          <a:bodyPr vert="horz" wrap="square" lIns="88900" tIns="88900" rIns="88900" bIns="88900" rtlCol="0" anchor="t" anchorCtr="0"/>
          <a:lstStyle>
            <a:lvl1pPr marL="736600" indent="-279400"/>
            <a:lvl2pPr marL="1193800" indent="-279400"/>
            <a:lvl3pPr marL="1651000" indent="-279400"/>
            <a:lvl4pPr marL="2108200" indent="-279400"/>
            <a:lvl5pPr marL="2565400" indent="-279400"/>
            <a:lvl6pPr marL="3022600" indent="-279400"/>
            <a:lvl7pPr marL="3479800" indent="-279400"/>
            <a:lvl8pPr marL="3937000" indent="-279400"/>
            <a:lvl9pPr marL="4394200" indent="-279400"/>
          </a:lstStyle>
          <a:p>
            <a:pPr marL="457200" indent="-406400" algn="l">
              <a:lnSpc>
                <a:spcPct val="108333"/>
              </a:lnSpc>
              <a:buClr>
                <a:srgbClr val="000000"/>
              </a:buClr>
              <a:buChar char="•"/>
              <a:defRPr/>
            </a:pPr>
            <a:r>
              <a:rPr lang="en-US" sz="2200" b="1" i="0" u="none" strike="noStrike">
                <a:solidFill>
                  <a:srgbClr val="000000"/>
                </a:solidFill>
                <a:latin typeface="Geist"/>
                <a:ea typeface="Geist"/>
                <a:cs typeface="Geist"/>
                <a:sym typeface="Geist"/>
              </a:rPr>
              <a:t>Formålet:</a:t>
            </a:r>
            <a:r>
              <a:rPr lang="en-US" sz="2000" b="0" i="0" u="none" strike="noStrike">
                <a:solidFill>
                  <a:srgbClr val="000000"/>
                </a:solidFill>
                <a:latin typeface="Geist"/>
                <a:ea typeface="Geist"/>
                <a:cs typeface="Geist"/>
                <a:sym typeface="Geist"/>
              </a:rPr>
              <a:t>Styre følgen af udførelse af delalgoritmerne – bestemme rækkefølge, valg og gentagelser i koden.</a:t>
            </a:r>
            <a:endParaRPr lang="en-US" sz="1100"/>
          </a:p>
          <a:p>
            <a:pPr marL="457200" indent="-406400" algn="l">
              <a:lnSpc>
                <a:spcPct val="108333"/>
              </a:lnSpc>
              <a:spcBef>
                <a:spcPts val="1200"/>
              </a:spcBef>
              <a:buClr>
                <a:srgbClr val="000000"/>
              </a:buClr>
              <a:buChar char="•"/>
            </a:pPr>
            <a:r>
              <a:rPr lang="en-US" sz="2200" b="1" i="0" u="none" strike="noStrike">
                <a:solidFill>
                  <a:srgbClr val="000000"/>
                </a:solidFill>
                <a:latin typeface="Geist"/>
                <a:ea typeface="Geist"/>
                <a:cs typeface="Geist"/>
                <a:sym typeface="Geist"/>
              </a:rPr>
              <a:t>3 Grundlæggende Typer:</a:t>
            </a:r>
          </a:p>
          <a:p>
            <a:pPr marL="711200" indent="-406400" algn="l">
              <a:lnSpc>
                <a:spcPct val="108333"/>
              </a:lnSpc>
              <a:buClr>
                <a:srgbClr val="505050"/>
              </a:buClr>
              <a:buChar char="•"/>
            </a:pPr>
            <a:r>
              <a:rPr lang="en-US" sz="1900" b="0" i="0" u="none" strike="noStrike">
                <a:solidFill>
                  <a:srgbClr val="000000"/>
                </a:solidFill>
                <a:latin typeface="Geist"/>
                <a:ea typeface="Geist"/>
                <a:cs typeface="Geist"/>
                <a:sym typeface="Geist"/>
              </a:rPr>
              <a:t>1. Sekventiel: Linje-for-linje eksekvering uden afvigelser.</a:t>
            </a:r>
          </a:p>
          <a:p>
            <a:pPr marL="711200" indent="-406400" algn="l">
              <a:lnSpc>
                <a:spcPct val="108333"/>
              </a:lnSpc>
              <a:buClr>
                <a:srgbClr val="505050"/>
              </a:buClr>
              <a:buChar char="•"/>
            </a:pPr>
            <a:r>
              <a:rPr lang="en-US" sz="1900" b="0" i="0" u="none" strike="noStrike">
                <a:solidFill>
                  <a:srgbClr val="000000"/>
                </a:solidFill>
                <a:latin typeface="Geist"/>
                <a:ea typeface="Geist"/>
                <a:cs typeface="Geist"/>
                <a:sym typeface="Geist"/>
              </a:rPr>
              <a:t>2. Valg (If-Struktur): Vælg sti baseret på en betingelse (sandt/falsk).</a:t>
            </a:r>
          </a:p>
          <a:p>
            <a:pPr marL="711200" indent="-406400" algn="l">
              <a:lnSpc>
                <a:spcPct val="108333"/>
              </a:lnSpc>
              <a:buClr>
                <a:srgbClr val="505050"/>
              </a:buClr>
              <a:buChar char="•"/>
            </a:pPr>
            <a:r>
              <a:rPr lang="en-US" sz="1900" b="0" i="0" u="none" strike="noStrike">
                <a:solidFill>
                  <a:srgbClr val="000000"/>
                </a:solidFill>
                <a:latin typeface="Geist"/>
                <a:ea typeface="Geist"/>
                <a:cs typeface="Geist"/>
                <a:sym typeface="Geist"/>
              </a:rPr>
              <a:t>3. Gentagelse (Loop): Gentag kode indtil en betingelse er opfyldt.</a:t>
            </a:r>
          </a:p>
        </p:txBody>
      </p:sp>
      <p:sp>
        <p:nvSpPr>
          <p:cNvPr id="12" name="AutoShape 12"/>
          <p:cNvSpPr/>
          <p:nvPr/>
        </p:nvSpPr>
        <p:spPr>
          <a:xfrm>
            <a:off x="88900" y="4826000"/>
            <a:ext cx="228600" cy="228600"/>
          </a:xfrm>
          <a:prstGeom prst="ellipse">
            <a:avLst/>
          </a:prstGeom>
          <a:solidFill>
            <a:srgbClr val="FFFFFF">
              <a:alpha val="100000"/>
            </a:srgbClr>
          </a:solidFill>
          <a:ln w="12700" cap="flat" cmpd="sng">
            <a:solidFill>
              <a:srgbClr val="FFA400">
                <a:alpha val="10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139700" y="4787900"/>
            <a:ext cx="228600" cy="228600"/>
          </a:xfrm>
          <a:prstGeom prst="ellipse">
            <a:avLst/>
          </a:prstGeom>
          <a:solidFill>
            <a:srgbClr val="FFFFFF">
              <a:alpha val="100000"/>
            </a:srgbClr>
          </a:solidFill>
          <a:ln w="12700" cap="flat" cmpd="sng">
            <a:solidFill>
              <a:srgbClr val="FFA400">
                <a:alpha val="100000"/>
              </a:srgbClr>
            </a:solid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177800" y="4737100"/>
            <a:ext cx="228600" cy="228600"/>
          </a:xfrm>
          <a:prstGeom prst="ellipse">
            <a:avLst/>
          </a:prstGeom>
          <a:solidFill>
            <a:srgbClr val="FFFFFF">
              <a:alpha val="100000"/>
            </a:srgbClr>
          </a:solidFill>
          <a:ln w="12700" cap="flat" cmpd="sng">
            <a:solidFill>
              <a:srgbClr val="FFA400">
                <a:alpha val="100000"/>
              </a:srgbClr>
            </a:solidFill>
            <a:prstDash val="solid"/>
            <a:round/>
          </a:ln>
        </p:spPr>
        <p:txBody>
          <a:bodyPr vert="horz" wrap="square" lIns="63500" tIns="63500" rIns="63500" bIns="63500" rtlCol="0" anchor="ctr"/>
          <a:lstStyle/>
          <a:p>
            <a:pPr algn="ctr">
              <a:defRPr/>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3"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7503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CSP '24-25</a:t>
            </a:r>
            <a:r>
              <a:rPr lang="en-US" sz="1300" b="0" i="0" u="none" strike="noStrike">
                <a:solidFill>
                  <a:srgbClr val="FFFFFF"/>
                </a:solidFill>
                <a:latin typeface="Geist"/>
                <a:ea typeface="Geist"/>
                <a:cs typeface="Geist"/>
                <a:sym typeface="Geist"/>
              </a:rPr>
              <a:t>Unit 10 – Tilstanden (State)</a:t>
            </a:r>
            <a:endParaRPr lang="en-US" sz="1100"/>
          </a:p>
        </p:txBody>
      </p:sp>
      <p:sp>
        <p:nvSpPr>
          <p:cNvPr id="9" name="AutoShape 9"/>
          <p:cNvSpPr/>
          <p:nvPr/>
        </p:nvSpPr>
        <p:spPr>
          <a:xfrm>
            <a:off x="457200" y="419100"/>
            <a:ext cx="8001000" cy="13335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08333"/>
              </a:lnSpc>
              <a:defRPr/>
            </a:pPr>
            <a:r>
              <a:rPr lang="en-US" sz="1500" b="1" i="0" u="none" strike="noStrike" err="1">
                <a:solidFill>
                  <a:srgbClr val="6A62D9"/>
                </a:solidFill>
                <a:latin typeface="Geist"/>
                <a:ea typeface="Geist"/>
                <a:cs typeface="Geist"/>
                <a:sym typeface="Geist"/>
              </a:rPr>
              <a:t>Hvad</a:t>
            </a:r>
            <a:r>
              <a:rPr lang="en-US" sz="1500" b="1" i="0" u="none" strike="noStrike">
                <a:solidFill>
                  <a:srgbClr val="6A62D9"/>
                </a:solidFill>
                <a:latin typeface="Geist"/>
                <a:ea typeface="Geist"/>
                <a:cs typeface="Geist"/>
                <a:sym typeface="Geist"/>
              </a:rPr>
              <a:t> er </a:t>
            </a:r>
            <a:r>
              <a:rPr lang="en-US" sz="1500" b="1" i="0" u="none" strike="noStrike" err="1">
                <a:solidFill>
                  <a:srgbClr val="6A62D9"/>
                </a:solidFill>
                <a:latin typeface="Geist"/>
                <a:ea typeface="Geist"/>
                <a:cs typeface="Geist"/>
                <a:sym typeface="Geist"/>
              </a:rPr>
              <a:t>en</a:t>
            </a:r>
            <a:r>
              <a:rPr lang="en-US" sz="1500" b="1" i="0" u="none" strike="noStrike">
                <a:solidFill>
                  <a:srgbClr val="6A62D9"/>
                </a:solidFill>
                <a:latin typeface="Geist"/>
                <a:ea typeface="Geist"/>
                <a:cs typeface="Geist"/>
                <a:sym typeface="Geist"/>
              </a:rPr>
              <a:t> </a:t>
            </a:r>
            <a:r>
              <a:rPr lang="en-US" sz="1500" b="1" i="0" u="none" strike="noStrike" err="1">
                <a:solidFill>
                  <a:srgbClr val="6A62D9"/>
                </a:solidFill>
                <a:latin typeface="Geist"/>
                <a:ea typeface="Geist"/>
                <a:cs typeface="Geist"/>
                <a:sym typeface="Geist"/>
              </a:rPr>
              <a:t>Tilstand</a:t>
            </a:r>
            <a:r>
              <a:rPr lang="en-US" sz="1500" b="1" i="0" u="none" strike="noStrike">
                <a:solidFill>
                  <a:srgbClr val="6A62D9"/>
                </a:solidFill>
                <a:latin typeface="Geist"/>
                <a:ea typeface="Geist"/>
                <a:cs typeface="Geist"/>
                <a:sym typeface="Geist"/>
              </a:rPr>
              <a:t>?</a:t>
            </a:r>
            <a:endParaRPr lang="en-US" sz="1100"/>
          </a:p>
          <a:p>
            <a:pPr marL="0" indent="0" algn="l">
              <a:lnSpc>
                <a:spcPct val="108333"/>
              </a:lnSpc>
            </a:pPr>
            <a:r>
              <a:rPr lang="en-US" sz="1400" b="0" i="0" u="none" strike="noStrike">
                <a:solidFill>
                  <a:srgbClr val="374151"/>
                </a:solidFill>
                <a:latin typeface="Geist"/>
                <a:ea typeface="Geist"/>
                <a:cs typeface="Geist"/>
                <a:sym typeface="Geist"/>
              </a:rPr>
              <a:t>En </a:t>
            </a:r>
            <a:r>
              <a:rPr lang="en-US" sz="1400" b="0" i="0" u="none" strike="noStrike" err="1">
                <a:solidFill>
                  <a:srgbClr val="374151"/>
                </a:solidFill>
                <a:latin typeface="Geist"/>
                <a:ea typeface="Geist"/>
                <a:cs typeface="Geist"/>
                <a:sym typeface="Geist"/>
              </a:rPr>
              <a:t>algoritme</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udføres</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altid</a:t>
            </a:r>
            <a:r>
              <a:rPr lang="en-US" sz="1400" b="0" i="0" u="none" strike="noStrike">
                <a:solidFill>
                  <a:srgbClr val="374151"/>
                </a:solidFill>
                <a:latin typeface="Geist"/>
                <a:ea typeface="Geist"/>
                <a:cs typeface="Geist"/>
                <a:sym typeface="Geist"/>
              </a:rPr>
              <a:t> mod </a:t>
            </a:r>
            <a:r>
              <a:rPr lang="en-US" sz="1400" b="0" i="0" u="none" strike="noStrike" err="1">
                <a:solidFill>
                  <a:srgbClr val="374151"/>
                </a:solidFill>
                <a:latin typeface="Geist"/>
                <a:ea typeface="Geist"/>
                <a:cs typeface="Geist"/>
                <a:sym typeface="Geist"/>
              </a:rPr>
              <a:t>baggrund</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af</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en</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bestemt</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tilstand</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f.eks</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en</a:t>
            </a:r>
            <a:r>
              <a:rPr lang="en-US" sz="1400" b="0" i="0" u="none" strike="noStrike">
                <a:solidFill>
                  <a:srgbClr val="374151"/>
                </a:solidFill>
                <a:latin typeface="Geist"/>
                <a:ea typeface="Geist"/>
                <a:cs typeface="Geist"/>
                <a:sym typeface="Geist"/>
              </a:rPr>
              <a:t> tom cup). En </a:t>
            </a:r>
            <a:r>
              <a:rPr lang="en-US" sz="1400" b="0" i="0" u="none" strike="noStrike" err="1">
                <a:solidFill>
                  <a:srgbClr val="374151"/>
                </a:solidFill>
                <a:latin typeface="Geist"/>
                <a:ea typeface="Geist"/>
                <a:cs typeface="Geist"/>
                <a:sym typeface="Geist"/>
              </a:rPr>
              <a:t>delalgoritme</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kan</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kræve</a:t>
            </a:r>
            <a:r>
              <a:rPr lang="en-US" sz="1400" b="0" i="0" u="none" strike="noStrike">
                <a:solidFill>
                  <a:srgbClr val="374151"/>
                </a:solidFill>
                <a:latin typeface="Geist"/>
                <a:ea typeface="Geist"/>
                <a:cs typeface="Geist"/>
                <a:sym typeface="Geist"/>
              </a:rPr>
              <a:t>, at </a:t>
            </a:r>
            <a:r>
              <a:rPr lang="en-US" sz="1400" b="0" i="0" u="none" strike="noStrike" err="1">
                <a:solidFill>
                  <a:srgbClr val="374151"/>
                </a:solidFill>
                <a:latin typeface="Geist"/>
                <a:ea typeface="Geist"/>
                <a:cs typeface="Geist"/>
                <a:sym typeface="Geist"/>
              </a:rPr>
              <a:t>en</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specifik</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tilstand</a:t>
            </a:r>
            <a:r>
              <a:rPr lang="en-US" sz="1400" b="0" i="0" u="none" strike="noStrike">
                <a:solidFill>
                  <a:srgbClr val="374151"/>
                </a:solidFill>
                <a:latin typeface="Geist"/>
                <a:ea typeface="Geist"/>
                <a:cs typeface="Geist"/>
                <a:sym typeface="Geist"/>
              </a:rPr>
              <a:t> er </a:t>
            </a:r>
            <a:r>
              <a:rPr lang="en-US" sz="1400" b="0" i="0" u="none" strike="noStrike" err="1">
                <a:solidFill>
                  <a:srgbClr val="374151"/>
                </a:solidFill>
                <a:latin typeface="Geist"/>
                <a:ea typeface="Geist"/>
                <a:cs typeface="Geist"/>
                <a:sym typeface="Geist"/>
              </a:rPr>
              <a:t>opfyldt</a:t>
            </a:r>
            <a:r>
              <a:rPr lang="en-US" sz="1400" b="0" i="0" u="none" strike="noStrike">
                <a:solidFill>
                  <a:srgbClr val="374151"/>
                </a:solidFill>
                <a:latin typeface="Geist"/>
                <a:ea typeface="Geist"/>
                <a:cs typeface="Geist"/>
                <a:sym typeface="Geist"/>
              </a:rPr>
              <a:t> for at </a:t>
            </a:r>
            <a:r>
              <a:rPr lang="en-US" sz="1400" b="0" i="0" u="none" strike="noStrike" err="1">
                <a:solidFill>
                  <a:srgbClr val="374151"/>
                </a:solidFill>
                <a:latin typeface="Geist"/>
                <a:ea typeface="Geist"/>
                <a:cs typeface="Geist"/>
                <a:sym typeface="Geist"/>
              </a:rPr>
              <a:t>virke</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korrekt</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og</a:t>
            </a:r>
            <a:r>
              <a:rPr lang="en-US" sz="1400" b="0" i="0" u="none" strike="noStrike">
                <a:solidFill>
                  <a:srgbClr val="374151"/>
                </a:solidFill>
                <a:latin typeface="Geist"/>
                <a:ea typeface="Geist"/>
                <a:cs typeface="Geist"/>
                <a:sym typeface="Geist"/>
              </a:rPr>
              <a:t> den </a:t>
            </a:r>
            <a:r>
              <a:rPr lang="en-US" sz="1400" b="0" i="0" u="none" strike="noStrike" err="1">
                <a:solidFill>
                  <a:srgbClr val="374151"/>
                </a:solidFill>
                <a:latin typeface="Geist"/>
                <a:ea typeface="Geist"/>
                <a:cs typeface="Geist"/>
                <a:sym typeface="Geist"/>
              </a:rPr>
              <a:t>ændrer</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systemets</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tilstand</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når</a:t>
            </a:r>
            <a:r>
              <a:rPr lang="en-US" sz="1400" b="0" i="0" u="none" strike="noStrike">
                <a:solidFill>
                  <a:srgbClr val="374151"/>
                </a:solidFill>
                <a:latin typeface="Geist"/>
                <a:ea typeface="Geist"/>
                <a:cs typeface="Geist"/>
                <a:sym typeface="Geist"/>
              </a:rPr>
              <a:t> den er </a:t>
            </a:r>
            <a:r>
              <a:rPr lang="en-US" sz="1400" b="0" i="0" u="none" strike="noStrike" err="1">
                <a:solidFill>
                  <a:srgbClr val="374151"/>
                </a:solidFill>
                <a:latin typeface="Geist"/>
                <a:ea typeface="Geist"/>
                <a:cs typeface="Geist"/>
                <a:sym typeface="Geist"/>
              </a:rPr>
              <a:t>udført</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Tilstanden</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repræsenterer</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systemets</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nuværende</a:t>
            </a:r>
            <a:r>
              <a:rPr lang="en-US" sz="1400" b="0" i="0" u="none" strike="noStrike">
                <a:solidFill>
                  <a:srgbClr val="374151"/>
                </a:solidFill>
                <a:latin typeface="Geist"/>
                <a:ea typeface="Geist"/>
                <a:cs typeface="Geist"/>
                <a:sym typeface="Geist"/>
              </a:rPr>
              <a:t> "stand" </a:t>
            </a:r>
            <a:r>
              <a:rPr lang="en-US" sz="1400" b="0" i="0" u="none" strike="noStrike" err="1">
                <a:solidFill>
                  <a:srgbClr val="374151"/>
                </a:solidFill>
                <a:latin typeface="Geist"/>
                <a:ea typeface="Geist"/>
                <a:cs typeface="Geist"/>
                <a:sym typeface="Geist"/>
              </a:rPr>
              <a:t>eller</a:t>
            </a:r>
            <a:r>
              <a:rPr lang="en-US" sz="1400" b="0" i="0" u="none" strike="noStrike">
                <a:solidFill>
                  <a:srgbClr val="374151"/>
                </a:solidFill>
                <a:latin typeface="Geist"/>
                <a:ea typeface="Geist"/>
                <a:cs typeface="Geist"/>
                <a:sym typeface="Geist"/>
              </a:rPr>
              <a:t> </a:t>
            </a:r>
            <a:r>
              <a:rPr lang="en-US" sz="1400" b="0" i="0" u="none" strike="noStrike" err="1">
                <a:solidFill>
                  <a:srgbClr val="374151"/>
                </a:solidFill>
                <a:latin typeface="Geist"/>
                <a:ea typeface="Geist"/>
                <a:cs typeface="Geist"/>
                <a:sym typeface="Geist"/>
              </a:rPr>
              <a:t>konfiguration</a:t>
            </a:r>
            <a:r>
              <a:rPr lang="en-US" sz="1400" b="0" i="0" u="none" strike="noStrike">
                <a:solidFill>
                  <a:srgbClr val="374151"/>
                </a:solidFill>
                <a:latin typeface="Geist"/>
                <a:ea typeface="Geist"/>
                <a:cs typeface="Geist"/>
                <a:sym typeface="Geist"/>
              </a:rPr>
              <a:t>.</a:t>
            </a:r>
          </a:p>
        </p:txBody>
      </p:sp>
      <p:sp>
        <p:nvSpPr>
          <p:cNvPr id="10" name="AutoShape 10"/>
          <p:cNvSpPr/>
          <p:nvPr/>
        </p:nvSpPr>
        <p:spPr>
          <a:xfrm>
            <a:off x="203200" y="1892300"/>
            <a:ext cx="3086100" cy="9525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00000"/>
              </a:lnSpc>
              <a:defRPr/>
            </a:pPr>
            <a:r>
              <a:rPr lang="en-US" sz="1500" b="1" i="0" u="none" strike="noStrike">
                <a:solidFill>
                  <a:srgbClr val="6A62D9"/>
                </a:solidFill>
                <a:latin typeface="Geist"/>
                <a:ea typeface="Geist"/>
                <a:cs typeface="Geist"/>
                <a:sym typeface="Geist"/>
              </a:rPr>
              <a:t>01. Start Tilstand</a:t>
            </a:r>
            <a:endParaRPr lang="en-US" sz="1100"/>
          </a:p>
          <a:p>
            <a:pPr marL="0" indent="0" algn="ctr">
              <a:lnSpc>
                <a:spcPct val="100000"/>
              </a:lnSpc>
            </a:pPr>
            <a:r>
              <a:rPr lang="en-US" sz="1300" b="0" i="0" u="none" strike="noStrike">
                <a:solidFill>
                  <a:srgbClr val="505050"/>
                </a:solidFill>
                <a:latin typeface="Geist"/>
                <a:ea typeface="Geist"/>
                <a:cs typeface="Geist"/>
                <a:sym typeface="Geist"/>
              </a:rPr>
              <a:t>Udgangspunkt: En tom, renset cementbalje er klar. Systemet er i en "tom" tilstand, klar til at modtage ingredienser.</a:t>
            </a:r>
          </a:p>
        </p:txBody>
      </p:sp>
      <p:sp>
        <p:nvSpPr>
          <p:cNvPr id="11" name="AutoShape 11"/>
          <p:cNvSpPr/>
          <p:nvPr/>
        </p:nvSpPr>
        <p:spPr>
          <a:xfrm>
            <a:off x="3086100" y="1892300"/>
            <a:ext cx="2730500" cy="9525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00000"/>
              </a:lnSpc>
              <a:defRPr/>
            </a:pPr>
            <a:r>
              <a:rPr lang="en-US" sz="1500" b="1" i="0" u="none" strike="noStrike">
                <a:solidFill>
                  <a:srgbClr val="6A62D9"/>
                </a:solidFill>
                <a:latin typeface="Geist"/>
                <a:ea typeface="Geist"/>
                <a:cs typeface="Geist"/>
                <a:sym typeface="Geist"/>
              </a:rPr>
              <a:t>02. </a:t>
            </a:r>
            <a:r>
              <a:rPr lang="en-US" sz="1500" b="1" i="0" u="none" strike="noStrike" err="1">
                <a:solidFill>
                  <a:srgbClr val="6A62D9"/>
                </a:solidFill>
                <a:latin typeface="Geist"/>
                <a:ea typeface="Geist"/>
                <a:cs typeface="Geist"/>
                <a:sym typeface="Geist"/>
              </a:rPr>
              <a:t>Udfør</a:t>
            </a:r>
            <a:r>
              <a:rPr lang="en-US" sz="1500" b="1" i="0" u="none" strike="noStrike">
                <a:solidFill>
                  <a:srgbClr val="6A62D9"/>
                </a:solidFill>
                <a:latin typeface="Geist"/>
                <a:ea typeface="Geist"/>
                <a:cs typeface="Geist"/>
                <a:sym typeface="Geist"/>
              </a:rPr>
              <a:t>: </a:t>
            </a:r>
            <a:r>
              <a:rPr lang="en-US" sz="1500" b="1" i="0" u="none" strike="noStrike" err="1">
                <a:solidFill>
                  <a:srgbClr val="6A62D9"/>
                </a:solidFill>
                <a:latin typeface="Geist"/>
                <a:ea typeface="Geist"/>
                <a:cs typeface="Geist"/>
                <a:sym typeface="Geist"/>
              </a:rPr>
              <a:t>Tilføj</a:t>
            </a:r>
            <a:r>
              <a:rPr lang="en-US" sz="1500" b="1" i="0" u="none" strike="noStrike">
                <a:solidFill>
                  <a:srgbClr val="6A62D9"/>
                </a:solidFill>
                <a:latin typeface="Geist"/>
                <a:ea typeface="Geist"/>
                <a:cs typeface="Geist"/>
                <a:sym typeface="Geist"/>
              </a:rPr>
              <a:t> Vand</a:t>
            </a:r>
            <a:endParaRPr lang="en-US" sz="1100"/>
          </a:p>
          <a:p>
            <a:pPr marL="0" indent="0" algn="ctr">
              <a:lnSpc>
                <a:spcPct val="100000"/>
              </a:lnSpc>
            </a:pPr>
            <a:r>
              <a:rPr lang="en-US" sz="1300" b="0" i="0" u="none" strike="noStrike" err="1">
                <a:solidFill>
                  <a:srgbClr val="505050"/>
                </a:solidFill>
                <a:latin typeface="Geist"/>
                <a:ea typeface="Geist"/>
                <a:cs typeface="Geist"/>
                <a:sym typeface="Geist"/>
              </a:rPr>
              <a:t>Delalgoritmen</a:t>
            </a:r>
            <a:r>
              <a:rPr lang="en-US" sz="1300" b="0" i="0" u="none" strike="noStrike">
                <a:solidFill>
                  <a:srgbClr val="505050"/>
                </a:solidFill>
                <a:latin typeface="Geist"/>
                <a:ea typeface="Geist"/>
                <a:cs typeface="Geist"/>
                <a:sym typeface="Geist"/>
              </a:rPr>
              <a:t> </a:t>
            </a:r>
            <a:r>
              <a:rPr lang="en-US" sz="1300" b="0" i="0" u="none" strike="noStrike" err="1">
                <a:solidFill>
                  <a:srgbClr val="505050"/>
                </a:solidFill>
                <a:latin typeface="Geist"/>
                <a:ea typeface="Geist"/>
                <a:cs typeface="Geist"/>
                <a:sym typeface="Geist"/>
              </a:rPr>
              <a:t>kræver</a:t>
            </a:r>
            <a:r>
              <a:rPr lang="en-US" sz="1300" b="0" i="0" u="none" strike="noStrike">
                <a:solidFill>
                  <a:srgbClr val="505050"/>
                </a:solidFill>
                <a:latin typeface="Geist"/>
                <a:ea typeface="Geist"/>
                <a:cs typeface="Geist"/>
                <a:sym typeface="Geist"/>
              </a:rPr>
              <a:t> </a:t>
            </a:r>
            <a:r>
              <a:rPr lang="en-US" sz="1300" b="0" i="0" u="none" strike="noStrike" err="1">
                <a:solidFill>
                  <a:srgbClr val="505050"/>
                </a:solidFill>
                <a:latin typeface="Geist"/>
                <a:ea typeface="Geist"/>
                <a:cs typeface="Geist"/>
                <a:sym typeface="Geist"/>
              </a:rPr>
              <a:t>en</a:t>
            </a:r>
            <a:r>
              <a:rPr lang="en-US" sz="1300" b="0" i="0" u="none" strike="noStrike">
                <a:solidFill>
                  <a:srgbClr val="505050"/>
                </a:solidFill>
                <a:latin typeface="Geist"/>
                <a:ea typeface="Geist"/>
                <a:cs typeface="Geist"/>
                <a:sym typeface="Geist"/>
              </a:rPr>
              <a:t> tom cup. </a:t>
            </a:r>
            <a:r>
              <a:rPr lang="en-US" sz="1300" b="0" i="0" u="none" strike="noStrike" err="1">
                <a:solidFill>
                  <a:srgbClr val="505050"/>
                </a:solidFill>
                <a:latin typeface="Geist"/>
                <a:ea typeface="Geist"/>
                <a:cs typeface="Geist"/>
                <a:sym typeface="Geist"/>
              </a:rPr>
              <a:t>Efter</a:t>
            </a:r>
            <a:r>
              <a:rPr lang="en-US" sz="1300" b="0" i="0" u="none" strike="noStrike">
                <a:solidFill>
                  <a:srgbClr val="505050"/>
                </a:solidFill>
                <a:latin typeface="Geist"/>
                <a:ea typeface="Geist"/>
                <a:cs typeface="Geist"/>
                <a:sym typeface="Geist"/>
              </a:rPr>
              <a:t> </a:t>
            </a:r>
            <a:r>
              <a:rPr lang="en-US" sz="1300" b="0" i="0" u="none" strike="noStrike" err="1">
                <a:solidFill>
                  <a:srgbClr val="505050"/>
                </a:solidFill>
                <a:latin typeface="Geist"/>
                <a:ea typeface="Geist"/>
                <a:cs typeface="Geist"/>
                <a:sym typeface="Geist"/>
              </a:rPr>
              <a:t>udførelse</a:t>
            </a:r>
            <a:r>
              <a:rPr lang="en-US" sz="1300" b="0" i="0" u="none" strike="noStrike">
                <a:solidFill>
                  <a:srgbClr val="505050"/>
                </a:solidFill>
                <a:latin typeface="Geist"/>
                <a:ea typeface="Geist"/>
                <a:cs typeface="Geist"/>
                <a:sym typeface="Geist"/>
              </a:rPr>
              <a:t>: Ny </a:t>
            </a:r>
            <a:r>
              <a:rPr lang="en-US" sz="1300" b="0" i="0" u="none" strike="noStrike" err="1">
                <a:solidFill>
                  <a:srgbClr val="505050"/>
                </a:solidFill>
                <a:latin typeface="Geist"/>
                <a:ea typeface="Geist"/>
                <a:cs typeface="Geist"/>
                <a:sym typeface="Geist"/>
              </a:rPr>
              <a:t>Tilstand</a:t>
            </a:r>
            <a:r>
              <a:rPr lang="en-US" sz="1300" b="0" i="0" u="none" strike="noStrike">
                <a:solidFill>
                  <a:srgbClr val="505050"/>
                </a:solidFill>
                <a:latin typeface="Geist"/>
                <a:ea typeface="Geist"/>
                <a:cs typeface="Geist"/>
                <a:sym typeface="Geist"/>
              </a:rPr>
              <a:t> = ”cup med </a:t>
            </a:r>
            <a:r>
              <a:rPr lang="en-US" sz="1300" b="0" i="0" u="none" strike="noStrike" err="1">
                <a:solidFill>
                  <a:srgbClr val="505050"/>
                </a:solidFill>
                <a:latin typeface="Geist"/>
                <a:ea typeface="Geist"/>
                <a:cs typeface="Geist"/>
                <a:sym typeface="Geist"/>
              </a:rPr>
              <a:t>vand</a:t>
            </a:r>
            <a:r>
              <a:rPr lang="en-US" sz="1300" b="0" i="0" u="none" strike="noStrike">
                <a:solidFill>
                  <a:srgbClr val="505050"/>
                </a:solidFill>
                <a:latin typeface="Geist"/>
                <a:ea typeface="Geist"/>
                <a:cs typeface="Geist"/>
                <a:sym typeface="Geist"/>
              </a:rPr>
              <a:t>"  </a:t>
            </a:r>
          </a:p>
        </p:txBody>
      </p:sp>
      <p:sp>
        <p:nvSpPr>
          <p:cNvPr id="12" name="AutoShape 12"/>
          <p:cNvSpPr/>
          <p:nvPr/>
        </p:nvSpPr>
        <p:spPr>
          <a:xfrm>
            <a:off x="6019800" y="1816100"/>
            <a:ext cx="2730500" cy="9525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00000"/>
              </a:lnSpc>
              <a:defRPr/>
            </a:pPr>
            <a:r>
              <a:rPr lang="en-US" sz="1500" b="1" i="0" u="none" strike="noStrike">
                <a:solidFill>
                  <a:srgbClr val="6A62D9"/>
                </a:solidFill>
                <a:latin typeface="Geist"/>
                <a:ea typeface="Geist"/>
                <a:cs typeface="Geist"/>
                <a:sym typeface="Geist"/>
              </a:rPr>
              <a:t>03. </a:t>
            </a:r>
            <a:r>
              <a:rPr lang="en-US" sz="1500" b="1" i="0" u="none" strike="noStrike" err="1">
                <a:solidFill>
                  <a:srgbClr val="6A62D9"/>
                </a:solidFill>
                <a:latin typeface="Geist"/>
                <a:ea typeface="Geist"/>
                <a:cs typeface="Geist"/>
                <a:sym typeface="Geist"/>
              </a:rPr>
              <a:t>Udfør</a:t>
            </a:r>
            <a:r>
              <a:rPr lang="en-US" sz="1500" b="1" i="0" u="none" strike="noStrike">
                <a:solidFill>
                  <a:srgbClr val="6A62D9"/>
                </a:solidFill>
                <a:latin typeface="Geist"/>
                <a:ea typeface="Geist"/>
                <a:cs typeface="Geist"/>
                <a:sym typeface="Geist"/>
              </a:rPr>
              <a:t>: </a:t>
            </a:r>
            <a:r>
              <a:rPr lang="en-US" sz="1500" b="1" i="0" u="none" strike="noStrike" err="1">
                <a:solidFill>
                  <a:srgbClr val="6A62D9"/>
                </a:solidFill>
                <a:latin typeface="Geist"/>
                <a:ea typeface="Geist"/>
                <a:cs typeface="Geist"/>
                <a:sym typeface="Geist"/>
              </a:rPr>
              <a:t>Tilføj</a:t>
            </a:r>
            <a:r>
              <a:rPr lang="en-US" sz="1500" b="1" i="0" u="none" strike="noStrike">
                <a:solidFill>
                  <a:srgbClr val="6A62D9"/>
                </a:solidFill>
                <a:latin typeface="Geist"/>
                <a:ea typeface="Geist"/>
                <a:cs typeface="Geist"/>
                <a:sym typeface="Geist"/>
              </a:rPr>
              <a:t> Cement</a:t>
            </a:r>
            <a:endParaRPr lang="en-US" sz="1100"/>
          </a:p>
          <a:p>
            <a:pPr marL="0" indent="0" algn="ctr">
              <a:lnSpc>
                <a:spcPct val="100000"/>
              </a:lnSpc>
            </a:pPr>
            <a:r>
              <a:rPr lang="en-US" sz="1300" b="0" i="0" u="none" strike="noStrike" err="1">
                <a:solidFill>
                  <a:srgbClr val="505050"/>
                </a:solidFill>
                <a:latin typeface="Geist"/>
                <a:ea typeface="Geist"/>
                <a:cs typeface="Geist"/>
                <a:sym typeface="Geist"/>
              </a:rPr>
              <a:t>Baseret</a:t>
            </a:r>
            <a:r>
              <a:rPr lang="en-US" sz="1300" b="0" i="0" u="none" strike="noStrike">
                <a:solidFill>
                  <a:srgbClr val="505050"/>
                </a:solidFill>
                <a:latin typeface="Geist"/>
                <a:ea typeface="Geist"/>
                <a:cs typeface="Geist"/>
                <a:sym typeface="Geist"/>
              </a:rPr>
              <a:t> </a:t>
            </a:r>
            <a:r>
              <a:rPr lang="en-US" sz="1300" b="0" i="0" u="none" strike="noStrike" err="1">
                <a:solidFill>
                  <a:srgbClr val="505050"/>
                </a:solidFill>
                <a:latin typeface="Geist"/>
                <a:ea typeface="Geist"/>
                <a:cs typeface="Geist"/>
                <a:sym typeface="Geist"/>
              </a:rPr>
              <a:t>på</a:t>
            </a:r>
            <a:r>
              <a:rPr lang="en-US" sz="1300" b="0" i="0" u="none" strike="noStrike">
                <a:solidFill>
                  <a:srgbClr val="505050"/>
                </a:solidFill>
                <a:latin typeface="Geist"/>
                <a:ea typeface="Geist"/>
                <a:cs typeface="Geist"/>
                <a:sym typeface="Geist"/>
              </a:rPr>
              <a:t> ”cup med </a:t>
            </a:r>
            <a:r>
              <a:rPr lang="en-US" sz="1300" b="0" i="0" u="none" strike="noStrike" err="1">
                <a:solidFill>
                  <a:srgbClr val="505050"/>
                </a:solidFill>
                <a:latin typeface="Geist"/>
                <a:ea typeface="Geist"/>
                <a:cs typeface="Geist"/>
                <a:sym typeface="Geist"/>
              </a:rPr>
              <a:t>vand</a:t>
            </a:r>
            <a:r>
              <a:rPr lang="en-US" sz="1300" b="0" i="0" u="none" strike="noStrike">
                <a:solidFill>
                  <a:srgbClr val="505050"/>
                </a:solidFill>
                <a:latin typeface="Geist"/>
                <a:ea typeface="Geist"/>
                <a:cs typeface="Geist"/>
                <a:sym typeface="Geist"/>
              </a:rPr>
              <a:t>"-</a:t>
            </a:r>
            <a:r>
              <a:rPr lang="en-US" sz="1300" b="0" i="0" u="none" strike="noStrike" err="1">
                <a:solidFill>
                  <a:srgbClr val="505050"/>
                </a:solidFill>
                <a:latin typeface="Geist"/>
                <a:ea typeface="Geist"/>
                <a:cs typeface="Geist"/>
                <a:sym typeface="Geist"/>
              </a:rPr>
              <a:t>tilstanden</a:t>
            </a:r>
            <a:r>
              <a:rPr lang="en-US" sz="1300" b="0" i="0" u="none" strike="noStrike">
                <a:solidFill>
                  <a:srgbClr val="505050"/>
                </a:solidFill>
                <a:latin typeface="Geist"/>
                <a:ea typeface="Geist"/>
                <a:cs typeface="Geist"/>
                <a:sym typeface="Geist"/>
              </a:rPr>
              <a:t>. </a:t>
            </a:r>
            <a:r>
              <a:rPr lang="en-US" sz="1300" b="0" i="0" u="none" strike="noStrike" err="1">
                <a:solidFill>
                  <a:srgbClr val="505050"/>
                </a:solidFill>
                <a:latin typeface="Geist"/>
                <a:ea typeface="Geist"/>
                <a:cs typeface="Geist"/>
                <a:sym typeface="Geist"/>
              </a:rPr>
              <a:t>Efter</a:t>
            </a:r>
            <a:r>
              <a:rPr lang="en-US" sz="1300" b="0" i="0" u="none" strike="noStrike">
                <a:solidFill>
                  <a:srgbClr val="505050"/>
                </a:solidFill>
                <a:latin typeface="Geist"/>
                <a:ea typeface="Geist"/>
                <a:cs typeface="Geist"/>
                <a:sym typeface="Geist"/>
              </a:rPr>
              <a:t> </a:t>
            </a:r>
            <a:r>
              <a:rPr lang="en-US" sz="1300" b="0" i="0" u="none" strike="noStrike" err="1">
                <a:solidFill>
                  <a:srgbClr val="505050"/>
                </a:solidFill>
                <a:latin typeface="Geist"/>
                <a:ea typeface="Geist"/>
                <a:cs typeface="Geist"/>
                <a:sym typeface="Geist"/>
              </a:rPr>
              <a:t>udførelse</a:t>
            </a:r>
            <a:r>
              <a:rPr lang="en-US" sz="1300" b="0" i="0" u="none" strike="noStrike">
                <a:solidFill>
                  <a:srgbClr val="505050"/>
                </a:solidFill>
                <a:latin typeface="Geist"/>
                <a:ea typeface="Geist"/>
                <a:cs typeface="Geist"/>
                <a:sym typeface="Geist"/>
              </a:rPr>
              <a:t>: Ny </a:t>
            </a:r>
            <a:r>
              <a:rPr lang="en-US" sz="1300" b="0" i="0" u="none" strike="noStrike" err="1">
                <a:solidFill>
                  <a:srgbClr val="505050"/>
                </a:solidFill>
                <a:latin typeface="Geist"/>
                <a:ea typeface="Geist"/>
                <a:cs typeface="Geist"/>
                <a:sym typeface="Geist"/>
              </a:rPr>
              <a:t>Tilstand</a:t>
            </a:r>
            <a:r>
              <a:rPr lang="en-US" sz="1300" b="0" i="0" u="none" strike="noStrike">
                <a:solidFill>
                  <a:srgbClr val="505050"/>
                </a:solidFill>
                <a:latin typeface="Geist"/>
                <a:ea typeface="Geist"/>
                <a:cs typeface="Geist"/>
                <a:sym typeface="Geist"/>
              </a:rPr>
              <a:t> = ”cup med </a:t>
            </a:r>
            <a:r>
              <a:rPr lang="en-US" sz="1300" b="0" i="0" u="none" strike="noStrike" err="1">
                <a:solidFill>
                  <a:srgbClr val="505050"/>
                </a:solidFill>
                <a:latin typeface="Geist"/>
                <a:ea typeface="Geist"/>
                <a:cs typeface="Geist"/>
                <a:sym typeface="Geist"/>
              </a:rPr>
              <a:t>vand</a:t>
            </a:r>
            <a:r>
              <a:rPr lang="en-US" sz="1300" b="0" i="0" u="none" strike="noStrike">
                <a:solidFill>
                  <a:srgbClr val="505050"/>
                </a:solidFill>
                <a:latin typeface="Geist"/>
                <a:ea typeface="Geist"/>
                <a:cs typeface="Geist"/>
                <a:sym typeface="Geist"/>
              </a:rPr>
              <a:t> + </a:t>
            </a:r>
            <a:r>
              <a:rPr lang="en-US" sz="1300">
                <a:solidFill>
                  <a:srgbClr val="505050"/>
                </a:solidFill>
                <a:latin typeface="Geist"/>
                <a:ea typeface="Geist"/>
                <a:cs typeface="Geist"/>
                <a:sym typeface="Geist"/>
              </a:rPr>
              <a:t> lave 5 cup</a:t>
            </a:r>
            <a:r>
              <a:rPr lang="en-US" sz="1300" b="0" i="0" u="none" strike="noStrike">
                <a:solidFill>
                  <a:srgbClr val="505050"/>
                </a:solidFill>
                <a:latin typeface="Geist"/>
                <a:ea typeface="Geist"/>
                <a:cs typeface="Geist"/>
                <a:sym typeface="Geist"/>
              </a:rPr>
              <a:t>" –  </a:t>
            </a:r>
          </a:p>
        </p:txBody>
      </p:sp>
      <p:pic>
        <p:nvPicPr>
          <p:cNvPr id="13" name="Picture 13"/>
          <p:cNvPicPr>
            <a:picLocks noChangeAspect="1"/>
          </p:cNvPicPr>
          <p:nvPr/>
        </p:nvPicPr>
        <p:blipFill>
          <a:blip r:embed="rId4"/>
          <a:srcRect/>
          <a:stretch>
            <a:fillRect/>
          </a:stretch>
        </p:blipFill>
        <p:spPr>
          <a:xfrm>
            <a:off x="1371600" y="3048000"/>
            <a:ext cx="622300" cy="1917700"/>
          </a:xfrm>
          <a:prstGeom prst="rect">
            <a:avLst/>
          </a:prstGeom>
          <a:noFill/>
          <a:ln w="25400" cap="flat" cmpd="sng">
            <a:noFill/>
            <a:prstDash val="solid"/>
            <a:round/>
          </a:ln>
        </p:spPr>
      </p:pic>
      <p:pic>
        <p:nvPicPr>
          <p:cNvPr id="14" name="Picture 14"/>
          <p:cNvPicPr>
            <a:picLocks noChangeAspect="1"/>
          </p:cNvPicPr>
          <p:nvPr/>
        </p:nvPicPr>
        <p:blipFill>
          <a:blip r:embed="rId5"/>
          <a:srcRect/>
          <a:stretch>
            <a:fillRect/>
          </a:stretch>
        </p:blipFill>
        <p:spPr>
          <a:xfrm>
            <a:off x="3416300" y="3302000"/>
            <a:ext cx="2082800" cy="1181100"/>
          </a:xfrm>
          <a:prstGeom prst="rect">
            <a:avLst/>
          </a:prstGeom>
          <a:noFill/>
          <a:ln w="25400" cap="flat" cmpd="sng">
            <a:noFill/>
            <a:prstDash val="solid"/>
            <a:round/>
          </a:ln>
        </p:spPr>
      </p:pic>
      <p:pic>
        <p:nvPicPr>
          <p:cNvPr id="15" name="Picture 15"/>
          <p:cNvPicPr>
            <a:picLocks noChangeAspect="1"/>
          </p:cNvPicPr>
          <p:nvPr/>
        </p:nvPicPr>
        <p:blipFill>
          <a:blip r:embed="rId6"/>
          <a:srcRect/>
          <a:stretch>
            <a:fillRect/>
          </a:stretch>
        </p:blipFill>
        <p:spPr>
          <a:xfrm>
            <a:off x="6502400" y="3175000"/>
            <a:ext cx="1739900" cy="1651000"/>
          </a:xfrm>
          <a:prstGeom prst="rect">
            <a:avLst/>
          </a:prstGeom>
          <a:noFill/>
          <a:ln w="25400" cap="flat" cmpd="sng">
            <a:noFill/>
            <a:prstDash val="solid"/>
            <a:rou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3"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812800" y="685800"/>
            <a:ext cx="5080000" cy="6477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16666"/>
              </a:lnSpc>
              <a:spcAft>
                <a:spcPts val="1600"/>
              </a:spcAft>
              <a:defRPr/>
            </a:pPr>
            <a:r>
              <a:rPr lang="en-US" sz="3000" b="0" i="0" u="none" strike="noStrike">
                <a:solidFill>
                  <a:srgbClr val="000000"/>
                </a:solidFill>
                <a:latin typeface="Geist ExtraBold"/>
                <a:ea typeface="Geist ExtraBold"/>
                <a:cs typeface="Geist ExtraBold"/>
                <a:sym typeface="Geist ExtraBold"/>
              </a:rPr>
              <a:t>Sekventiel Eksekvering</a:t>
            </a:r>
            <a:endParaRPr lang="en-US" sz="1100"/>
          </a:p>
        </p:txBody>
      </p:sp>
      <p:pic>
        <p:nvPicPr>
          <p:cNvPr id="5" name="Picture 5"/>
          <p:cNvPicPr>
            <a:picLocks noChangeAspect="1"/>
          </p:cNvPicPr>
          <p:nvPr/>
        </p:nvPicPr>
        <p:blipFill>
          <a:blip r:embed="rId4"/>
          <a:srcRect/>
          <a:stretch>
            <a:fillRect/>
          </a:stretch>
        </p:blipFill>
        <p:spPr>
          <a:xfrm>
            <a:off x="508000" y="825500"/>
            <a:ext cx="317500" cy="368300"/>
          </a:xfrm>
          <a:prstGeom prst="rect">
            <a:avLst/>
          </a:prstGeom>
          <a:noFill/>
          <a:ln w="25400" cap="flat" cmpd="sng">
            <a:noFill/>
            <a:prstDash val="solid"/>
            <a:round/>
          </a:ln>
        </p:spPr>
      </p:pic>
      <p:sp>
        <p:nvSpPr>
          <p:cNvPr id="6" name="AutoShape 6"/>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7503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CSP '24-25</a:t>
            </a:r>
            <a:r>
              <a:rPr lang="en-US" sz="1300" b="0" i="0" u="none" strike="noStrike">
                <a:solidFill>
                  <a:srgbClr val="FFFFFF"/>
                </a:solidFill>
                <a:latin typeface="Geist"/>
                <a:ea typeface="Geist"/>
                <a:cs typeface="Geist"/>
                <a:sym typeface="Geist"/>
              </a:rPr>
              <a:t>Algoritmer – Grundlæggende Kontrol</a:t>
            </a:r>
            <a:endParaRPr lang="en-US" sz="1100"/>
          </a:p>
        </p:txBody>
      </p:sp>
      <p:sp>
        <p:nvSpPr>
          <p:cNvPr id="11" name="AutoShape 11"/>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95300" y="1473200"/>
            <a:ext cx="7759700" cy="29210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16666"/>
              </a:lnSpc>
              <a:defRPr/>
            </a:pPr>
            <a:r>
              <a:rPr lang="en-US" sz="2000" b="1" i="0" u="none" strike="noStrike" err="1">
                <a:solidFill>
                  <a:srgbClr val="6A62D9"/>
                </a:solidFill>
                <a:latin typeface="Geist"/>
                <a:ea typeface="Geist"/>
                <a:cs typeface="Geist"/>
                <a:sym typeface="Geist"/>
              </a:rPr>
              <a:t>Hvad</a:t>
            </a:r>
            <a:r>
              <a:rPr lang="en-US" sz="2000" b="1" i="0" u="none" strike="noStrike">
                <a:solidFill>
                  <a:srgbClr val="6A62D9"/>
                </a:solidFill>
                <a:latin typeface="Geist"/>
                <a:ea typeface="Geist"/>
                <a:cs typeface="Geist"/>
                <a:sym typeface="Geist"/>
              </a:rPr>
              <a:t> er </a:t>
            </a:r>
            <a:r>
              <a:rPr lang="en-US" sz="2000" b="1" i="0" u="none" strike="noStrike" err="1">
                <a:solidFill>
                  <a:srgbClr val="6A62D9"/>
                </a:solidFill>
                <a:latin typeface="Geist"/>
                <a:ea typeface="Geist"/>
                <a:cs typeface="Geist"/>
                <a:sym typeface="Geist"/>
              </a:rPr>
              <a:t>sekventiel</a:t>
            </a:r>
            <a:r>
              <a:rPr lang="en-US" sz="2000" b="1" i="0" u="none" strike="noStrike">
                <a:solidFill>
                  <a:srgbClr val="6A62D9"/>
                </a:solidFill>
                <a:latin typeface="Geist"/>
                <a:ea typeface="Geist"/>
                <a:cs typeface="Geist"/>
                <a:sym typeface="Geist"/>
              </a:rPr>
              <a:t> </a:t>
            </a:r>
            <a:r>
              <a:rPr lang="en-US" sz="2000" b="1" i="0" u="none" strike="noStrike" err="1">
                <a:solidFill>
                  <a:srgbClr val="6A62D9"/>
                </a:solidFill>
                <a:latin typeface="Geist"/>
                <a:ea typeface="Geist"/>
                <a:cs typeface="Geist"/>
                <a:sym typeface="Geist"/>
              </a:rPr>
              <a:t>eksekvering</a:t>
            </a:r>
            <a:r>
              <a:rPr lang="en-US" sz="2000" b="1" i="0" u="none" strike="noStrike">
                <a:solidFill>
                  <a:srgbClr val="6A62D9"/>
                </a:solidFill>
                <a:latin typeface="Geist"/>
                <a:ea typeface="Geist"/>
                <a:cs typeface="Geist"/>
                <a:sym typeface="Geist"/>
              </a:rPr>
              <a:t>?</a:t>
            </a:r>
            <a:endParaRPr lang="en-US" sz="1100"/>
          </a:p>
          <a:p>
            <a:pPr marL="0" indent="0" algn="l">
              <a:lnSpc>
                <a:spcPct val="116666"/>
              </a:lnSpc>
              <a:spcBef>
                <a:spcPts val="1200"/>
              </a:spcBef>
            </a:pPr>
            <a:r>
              <a:rPr lang="en-US" sz="1600" b="0" i="0" u="none" strike="noStrike">
                <a:solidFill>
                  <a:srgbClr val="374151"/>
                </a:solidFill>
                <a:latin typeface="Noto Sans SC"/>
                <a:ea typeface="Noto Sans SC"/>
                <a:cs typeface="Noto Sans SC"/>
                <a:sym typeface="Noto Sans SC"/>
              </a:rPr>
              <a:t>Det er den </a:t>
            </a:r>
            <a:r>
              <a:rPr lang="en-US" sz="1600" b="0" i="0" u="none" strike="noStrike" err="1">
                <a:solidFill>
                  <a:srgbClr val="374151"/>
                </a:solidFill>
                <a:latin typeface="Noto Sans SC"/>
                <a:ea typeface="Noto Sans SC"/>
                <a:cs typeface="Noto Sans SC"/>
                <a:sym typeface="Noto Sans SC"/>
              </a:rPr>
              <a:t>mest</a:t>
            </a:r>
            <a:r>
              <a:rPr lang="en-US" sz="1600" b="0" i="0" u="none" strike="noStrike">
                <a:solidFill>
                  <a:srgbClr val="374151"/>
                </a:solidFill>
                <a:latin typeface="Noto Sans SC"/>
                <a:ea typeface="Noto Sans SC"/>
                <a:cs typeface="Noto Sans SC"/>
                <a:sym typeface="Noto Sans SC"/>
              </a:rPr>
              <a:t> simple form for </a:t>
            </a:r>
            <a:r>
              <a:rPr lang="en-US" sz="1600" b="0" i="0" u="none" strike="noStrike" err="1">
                <a:solidFill>
                  <a:srgbClr val="374151"/>
                </a:solidFill>
                <a:latin typeface="Noto Sans SC"/>
                <a:ea typeface="Noto Sans SC"/>
                <a:cs typeface="Noto Sans SC"/>
                <a:sym typeface="Noto Sans SC"/>
              </a:rPr>
              <a:t>kontrol</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i</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algoritmer</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hvor</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delalgoritmerne</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udføres</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nøjagtig</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i</a:t>
            </a:r>
            <a:r>
              <a:rPr lang="en-US" sz="1600" b="0" i="0" u="none" strike="noStrike">
                <a:solidFill>
                  <a:srgbClr val="374151"/>
                </a:solidFill>
                <a:latin typeface="Noto Sans SC"/>
                <a:ea typeface="Noto Sans SC"/>
                <a:cs typeface="Noto Sans SC"/>
                <a:sym typeface="Noto Sans SC"/>
              </a:rPr>
              <a:t> den </a:t>
            </a:r>
            <a:r>
              <a:rPr lang="en-US" sz="1600" b="0" i="0" u="none" strike="noStrike" err="1">
                <a:solidFill>
                  <a:srgbClr val="374151"/>
                </a:solidFill>
                <a:latin typeface="Noto Sans SC"/>
                <a:ea typeface="Noto Sans SC"/>
                <a:cs typeface="Noto Sans SC"/>
                <a:sym typeface="Noto Sans SC"/>
              </a:rPr>
              <a:t>rækkefølge</a:t>
            </a:r>
            <a:r>
              <a:rPr lang="en-US" sz="1600" b="0" i="0" u="none" strike="noStrike">
                <a:solidFill>
                  <a:srgbClr val="374151"/>
                </a:solidFill>
                <a:latin typeface="Noto Sans SC"/>
                <a:ea typeface="Noto Sans SC"/>
                <a:cs typeface="Noto Sans SC"/>
                <a:sym typeface="Noto Sans SC"/>
              </a:rPr>
              <a:t> de er </a:t>
            </a:r>
            <a:r>
              <a:rPr lang="en-US" sz="1600" b="0" i="0" u="none" strike="noStrike" err="1">
                <a:solidFill>
                  <a:srgbClr val="374151"/>
                </a:solidFill>
                <a:latin typeface="Noto Sans SC"/>
                <a:ea typeface="Noto Sans SC"/>
                <a:cs typeface="Noto Sans SC"/>
                <a:sym typeface="Noto Sans SC"/>
              </a:rPr>
              <a:t>skrevet</a:t>
            </a:r>
            <a:r>
              <a:rPr lang="en-US" sz="1600" b="0" i="0" u="none" strike="noStrike">
                <a:solidFill>
                  <a:srgbClr val="374151"/>
                </a:solidFill>
                <a:latin typeface="Noto Sans SC"/>
                <a:ea typeface="Noto Sans SC"/>
                <a:cs typeface="Noto Sans SC"/>
                <a:sym typeface="Noto Sans SC"/>
              </a:rPr>
              <a:t> – </a:t>
            </a:r>
            <a:r>
              <a:rPr lang="en-US" sz="1600" b="0" i="0" u="none" strike="noStrike" err="1">
                <a:solidFill>
                  <a:srgbClr val="374151"/>
                </a:solidFill>
                <a:latin typeface="Noto Sans SC"/>
                <a:ea typeface="Noto Sans SC"/>
                <a:cs typeface="Noto Sans SC"/>
                <a:sym typeface="Noto Sans SC"/>
              </a:rPr>
              <a:t>som</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perler</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på</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en</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snor</a:t>
            </a:r>
            <a:r>
              <a:rPr lang="en-US" sz="1600" b="0" i="0" u="none" strike="noStrike">
                <a:solidFill>
                  <a:srgbClr val="374151"/>
                </a:solidFill>
                <a:latin typeface="Noto Sans SC"/>
                <a:ea typeface="Noto Sans SC"/>
                <a:cs typeface="Noto Sans SC"/>
                <a:sym typeface="Noto Sans SC"/>
              </a:rPr>
              <a:t>”. Der er </a:t>
            </a:r>
            <a:r>
              <a:rPr lang="en-US" sz="1600" b="0" i="0" u="none" strike="noStrike" err="1">
                <a:solidFill>
                  <a:srgbClr val="374151"/>
                </a:solidFill>
                <a:latin typeface="Noto Sans SC"/>
                <a:ea typeface="Noto Sans SC"/>
                <a:cs typeface="Noto Sans SC"/>
                <a:sym typeface="Noto Sans SC"/>
              </a:rPr>
              <a:t>ingen</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afgørelser</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eller</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gentagelser</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programmet</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løber</a:t>
            </a:r>
            <a:r>
              <a:rPr lang="en-US" sz="1600" b="0" i="0" u="none" strike="noStrike">
                <a:solidFill>
                  <a:srgbClr val="374151"/>
                </a:solidFill>
                <a:latin typeface="Noto Sans SC"/>
                <a:ea typeface="Noto Sans SC"/>
                <a:cs typeface="Noto Sans SC"/>
                <a:sym typeface="Noto Sans SC"/>
              </a:rPr>
              <a:t> bare </a:t>
            </a:r>
            <a:r>
              <a:rPr lang="en-US" sz="1600" b="0" i="0" u="none" strike="noStrike" err="1">
                <a:solidFill>
                  <a:srgbClr val="374151"/>
                </a:solidFill>
                <a:latin typeface="Noto Sans SC"/>
                <a:ea typeface="Noto Sans SC"/>
                <a:cs typeface="Noto Sans SC"/>
                <a:sym typeface="Noto Sans SC"/>
              </a:rPr>
              <a:t>fra</a:t>
            </a:r>
            <a:r>
              <a:rPr lang="en-US" sz="1600" b="0" i="0" u="none" strike="noStrike">
                <a:solidFill>
                  <a:srgbClr val="374151"/>
                </a:solidFill>
                <a:latin typeface="Noto Sans SC"/>
                <a:ea typeface="Noto Sans SC"/>
                <a:cs typeface="Noto Sans SC"/>
                <a:sym typeface="Noto Sans SC"/>
              </a:rPr>
              <a:t> start </a:t>
            </a:r>
            <a:r>
              <a:rPr lang="en-US" sz="1600" b="0" i="0" u="none" strike="noStrike" err="1">
                <a:solidFill>
                  <a:srgbClr val="374151"/>
                </a:solidFill>
                <a:latin typeface="Noto Sans SC"/>
                <a:ea typeface="Noto Sans SC"/>
                <a:cs typeface="Noto Sans SC"/>
                <a:sym typeface="Noto Sans SC"/>
              </a:rPr>
              <a:t>til</a:t>
            </a:r>
            <a:r>
              <a:rPr lang="en-US" sz="1600" b="0" i="0" u="none" strike="noStrike">
                <a:solidFill>
                  <a:srgbClr val="374151"/>
                </a:solidFill>
                <a:latin typeface="Noto Sans SC"/>
                <a:ea typeface="Noto Sans SC"/>
                <a:cs typeface="Noto Sans SC"/>
                <a:sym typeface="Noto Sans SC"/>
              </a:rPr>
              <a:t> slut </a:t>
            </a:r>
            <a:r>
              <a:rPr lang="en-US" sz="1600" b="0" i="0" u="none" strike="noStrike" err="1">
                <a:solidFill>
                  <a:srgbClr val="374151"/>
                </a:solidFill>
                <a:latin typeface="Noto Sans SC"/>
                <a:ea typeface="Noto Sans SC"/>
                <a:cs typeface="Noto Sans SC"/>
                <a:sym typeface="Noto Sans SC"/>
              </a:rPr>
              <a:t>i</a:t>
            </a:r>
            <a:r>
              <a:rPr lang="en-US" sz="1600" b="0" i="0" u="none" strike="noStrike">
                <a:solidFill>
                  <a:srgbClr val="374151"/>
                </a:solidFill>
                <a:latin typeface="Noto Sans SC"/>
                <a:ea typeface="Noto Sans SC"/>
                <a:cs typeface="Noto Sans SC"/>
                <a:sym typeface="Noto Sans SC"/>
              </a:rPr>
              <a:t> </a:t>
            </a:r>
            <a:r>
              <a:rPr lang="en-US" sz="1600" b="0" i="0" u="none" strike="noStrike" err="1">
                <a:solidFill>
                  <a:srgbClr val="374151"/>
                </a:solidFill>
                <a:latin typeface="Noto Sans SC"/>
                <a:ea typeface="Noto Sans SC"/>
                <a:cs typeface="Noto Sans SC"/>
                <a:sym typeface="Noto Sans SC"/>
              </a:rPr>
              <a:t>en</a:t>
            </a:r>
            <a:r>
              <a:rPr lang="en-US" sz="1600" b="0" i="0" u="none" strike="noStrike">
                <a:solidFill>
                  <a:srgbClr val="374151"/>
                </a:solidFill>
                <a:latin typeface="Noto Sans SC"/>
                <a:ea typeface="Noto Sans SC"/>
                <a:cs typeface="Noto Sans SC"/>
                <a:sym typeface="Noto Sans SC"/>
              </a:rPr>
              <a:t> ret </a:t>
            </a:r>
            <a:r>
              <a:rPr lang="en-US" sz="1600" b="0" i="0" u="none" strike="noStrike" err="1">
                <a:solidFill>
                  <a:srgbClr val="374151"/>
                </a:solidFill>
                <a:latin typeface="Noto Sans SC"/>
                <a:ea typeface="Noto Sans SC"/>
                <a:cs typeface="Noto Sans SC"/>
                <a:sym typeface="Noto Sans SC"/>
              </a:rPr>
              <a:t>linje</a:t>
            </a:r>
            <a:r>
              <a:rPr lang="en-US" sz="1600" b="0" i="0" u="none" strike="noStrike">
                <a:solidFill>
                  <a:srgbClr val="374151"/>
                </a:solidFill>
                <a:latin typeface="Noto Sans SC"/>
                <a:ea typeface="Noto Sans SC"/>
                <a:cs typeface="Noto Sans SC"/>
                <a:sym typeface="Noto Sans SC"/>
              </a:rPr>
              <a:t>.</a:t>
            </a:r>
          </a:p>
          <a:p>
            <a:pPr marL="0" indent="0" algn="l">
              <a:lnSpc>
                <a:spcPct val="116666"/>
              </a:lnSpc>
              <a:spcBef>
                <a:spcPts val="1200"/>
              </a:spcBef>
            </a:pPr>
            <a:endParaRPr lang="en-US" sz="1600" b="0" i="0" u="none" strike="noStrike">
              <a:solidFill>
                <a:srgbClr val="374151"/>
              </a:solidFill>
              <a:latin typeface="Noto Sans SC"/>
              <a:ea typeface="Noto Sans SC"/>
              <a:cs typeface="Noto Sans SC"/>
              <a:sym typeface="Noto Sans SC"/>
            </a:endParaRPr>
          </a:p>
        </p:txBody>
      </p:sp>
      <p:pic>
        <p:nvPicPr>
          <p:cNvPr id="13" name="Picture 15">
            <a:extLst>
              <a:ext uri="{FF2B5EF4-FFF2-40B4-BE49-F238E27FC236}">
                <a16:creationId xmlns:a16="http://schemas.microsoft.com/office/drawing/2014/main" id="{145141DF-018D-E5C5-AA99-6D6095911266}"/>
              </a:ext>
            </a:extLst>
          </p:cNvPr>
          <p:cNvPicPr>
            <a:picLocks noChangeAspect="1"/>
          </p:cNvPicPr>
          <p:nvPr/>
        </p:nvPicPr>
        <p:blipFill>
          <a:blip r:embed="rId5"/>
          <a:srcRect/>
          <a:stretch>
            <a:fillRect/>
          </a:stretch>
        </p:blipFill>
        <p:spPr>
          <a:xfrm>
            <a:off x="1371600" y="3200400"/>
            <a:ext cx="622300" cy="1917700"/>
          </a:xfrm>
          <a:prstGeom prst="rect">
            <a:avLst/>
          </a:prstGeom>
          <a:noFill/>
          <a:ln w="25400" cap="flat" cmpd="sng">
            <a:noFill/>
            <a:prstDash val="solid"/>
            <a:rou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3"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7503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Valg (If-Struktur)</a:t>
            </a:r>
            <a:r>
              <a:rPr lang="en-US" sz="1300" b="0" i="0" u="none" strike="noStrike">
                <a:solidFill>
                  <a:srgbClr val="FFFFFF"/>
                </a:solidFill>
                <a:latin typeface="Geist"/>
                <a:ea typeface="Geist"/>
                <a:cs typeface="Geist"/>
                <a:sym typeface="Geist"/>
              </a:rPr>
              <a:t>| Algoritmekontrolstrukturer</a:t>
            </a:r>
            <a:endParaRPr lang="en-US" sz="1100"/>
          </a:p>
        </p:txBody>
      </p:sp>
      <p:sp>
        <p:nvSpPr>
          <p:cNvPr id="9" name="AutoShape 9"/>
          <p:cNvSpPr/>
          <p:nvPr/>
        </p:nvSpPr>
        <p:spPr>
          <a:xfrm>
            <a:off x="457200" y="419100"/>
            <a:ext cx="8001000" cy="1333500"/>
          </a:xfrm>
          <a:prstGeom prst="rect">
            <a:avLst/>
          </a:prstGeom>
          <a:noFill/>
          <a:ln w="9525" cap="flat" cmpd="sng">
            <a:noFill/>
            <a:prstDash val="solid"/>
            <a:round/>
          </a:ln>
        </p:spPr>
        <p:txBody>
          <a:bodyPr vert="horz" wrap="square" lIns="88900" tIns="88900" rIns="88900" bIns="88900" rtlCol="0" anchor="t" anchorCtr="0"/>
          <a:lstStyle/>
          <a:p>
            <a:pPr>
              <a:lnSpc>
                <a:spcPct val="108333"/>
              </a:lnSpc>
              <a:defRPr/>
            </a:pPr>
            <a:r>
              <a:rPr lang="en-US" sz="1500" b="1" i="0" u="none" strike="noStrike" err="1">
                <a:solidFill>
                  <a:srgbClr val="6A62D9"/>
                </a:solidFill>
                <a:latin typeface="Noto Sans SC"/>
                <a:ea typeface="Noto Sans SC"/>
                <a:cs typeface="Noto Sans SC"/>
                <a:sym typeface="Noto Sans SC"/>
              </a:rPr>
              <a:t>Hvad</a:t>
            </a:r>
            <a:r>
              <a:rPr lang="en-US" sz="1500" b="1" i="0" u="none" strike="noStrike">
                <a:solidFill>
                  <a:srgbClr val="6A62D9"/>
                </a:solidFill>
                <a:latin typeface="Noto Sans SC"/>
                <a:ea typeface="Noto Sans SC"/>
                <a:cs typeface="Noto Sans SC"/>
                <a:sym typeface="Noto Sans SC"/>
              </a:rPr>
              <a:t> er</a:t>
            </a:r>
            <a:r>
              <a:rPr lang="en-US" sz="1500" b="1">
                <a:solidFill>
                  <a:srgbClr val="6A62D9"/>
                </a:solidFill>
                <a:latin typeface="Noto Sans SC"/>
                <a:ea typeface="Noto Sans SC"/>
                <a:cs typeface="Noto Sans SC"/>
                <a:sym typeface="Noto Sans SC"/>
              </a:rPr>
              <a:t> </a:t>
            </a:r>
            <a:r>
              <a:rPr lang="en-US" sz="1500" b="1" i="0" u="none" strike="noStrike">
                <a:solidFill>
                  <a:srgbClr val="6A62D9"/>
                </a:solidFill>
                <a:latin typeface="Noto Sans SC"/>
                <a:ea typeface="Noto Sans SC"/>
                <a:cs typeface="Noto Sans SC"/>
                <a:sym typeface="Noto Sans SC"/>
              </a:rPr>
              <a:t> (Selection)?</a:t>
            </a:r>
            <a:endParaRPr lang="en-US" sz="1100"/>
          </a:p>
          <a:p>
            <a:pPr marL="0" indent="0" algn="l">
              <a:lnSpc>
                <a:spcPct val="108333"/>
              </a:lnSpc>
            </a:pPr>
            <a:r>
              <a:rPr lang="en-US" sz="1400" b="0" i="0" u="none" strike="noStrike" err="1">
                <a:solidFill>
                  <a:srgbClr val="1F2329"/>
                </a:solidFill>
                <a:latin typeface="Noto Sans SC"/>
                <a:ea typeface="Noto Sans SC"/>
                <a:cs typeface="Noto Sans SC"/>
                <a:sym typeface="Noto Sans SC"/>
              </a:rPr>
              <a:t>Valg</a:t>
            </a:r>
            <a:r>
              <a:rPr lang="en-US" sz="1400" b="0" i="0" u="none" strike="noStrike">
                <a:solidFill>
                  <a:srgbClr val="1F2329"/>
                </a:solidFill>
                <a:latin typeface="Noto Sans SC"/>
                <a:ea typeface="Noto Sans SC"/>
                <a:cs typeface="Noto Sans SC"/>
                <a:sym typeface="Noto Sans SC"/>
              </a:rPr>
              <a:t> er </a:t>
            </a:r>
            <a:r>
              <a:rPr lang="en-US" sz="1400" b="0" i="0" u="none" strike="noStrike" err="1">
                <a:solidFill>
                  <a:srgbClr val="1F2329"/>
                </a:solidFill>
                <a:latin typeface="Noto Sans SC"/>
                <a:ea typeface="Noto Sans SC"/>
                <a:cs typeface="Noto Sans SC"/>
                <a:sym typeface="Noto Sans SC"/>
              </a:rPr>
              <a:t>en</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af</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tre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grundlæggende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kontrolstrukturer</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i</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algoritmer</a:t>
            </a:r>
            <a:r>
              <a:rPr lang="en-US" sz="1400" b="0" i="0" u="none" strike="noStrike">
                <a:solidFill>
                  <a:srgbClr val="1F2329"/>
                </a:solidFill>
                <a:latin typeface="Noto Sans SC"/>
                <a:ea typeface="Noto Sans SC"/>
                <a:cs typeface="Noto Sans SC"/>
                <a:sym typeface="Noto Sans SC"/>
              </a:rPr>
              <a:t>. Den </a:t>
            </a:r>
            <a:r>
              <a:rPr lang="en-US" sz="1400" b="0" i="0" u="none" strike="noStrike" err="1">
                <a:solidFill>
                  <a:srgbClr val="1F2329"/>
                </a:solidFill>
                <a:latin typeface="Noto Sans SC"/>
                <a:ea typeface="Noto Sans SC"/>
                <a:cs typeface="Noto Sans SC"/>
                <a:sym typeface="Noto Sans SC"/>
              </a:rPr>
              <a:t>gør</a:t>
            </a:r>
            <a:r>
              <a:rPr lang="en-US" sz="1400" b="0" i="0" u="none" strike="noStrike">
                <a:solidFill>
                  <a:srgbClr val="1F2329"/>
                </a:solidFill>
                <a:latin typeface="Noto Sans SC"/>
                <a:ea typeface="Noto Sans SC"/>
                <a:cs typeface="Noto Sans SC"/>
                <a:sym typeface="Noto Sans SC"/>
              </a:rPr>
              <a:t> det </a:t>
            </a:r>
            <a:r>
              <a:rPr lang="en-US" sz="1400" b="0" i="0" u="none" strike="noStrike" err="1">
                <a:solidFill>
                  <a:srgbClr val="1F2329"/>
                </a:solidFill>
                <a:latin typeface="Noto Sans SC"/>
                <a:ea typeface="Noto Sans SC"/>
                <a:cs typeface="Noto Sans SC"/>
                <a:sym typeface="Noto Sans SC"/>
              </a:rPr>
              <a:t>muligt</a:t>
            </a:r>
            <a:r>
              <a:rPr lang="en-US" sz="1400" b="0" i="0" u="none" strike="noStrike">
                <a:solidFill>
                  <a:srgbClr val="1F2329"/>
                </a:solidFill>
                <a:latin typeface="Noto Sans SC"/>
                <a:ea typeface="Noto Sans SC"/>
                <a:cs typeface="Noto Sans SC"/>
                <a:sym typeface="Noto Sans SC"/>
              </a:rPr>
              <a:t> at </a:t>
            </a:r>
            <a:r>
              <a:rPr lang="en-US" sz="1400" b="0" i="0" u="none" strike="noStrike" err="1">
                <a:solidFill>
                  <a:srgbClr val="1F2329"/>
                </a:solidFill>
                <a:latin typeface="Noto Sans SC"/>
                <a:ea typeface="Noto Sans SC"/>
                <a:cs typeface="Noto Sans SC"/>
                <a:sym typeface="Noto Sans SC"/>
              </a:rPr>
              <a:t>tage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forskellige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veje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i</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udførelsen</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af</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algoritmen</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baseret</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på</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en</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logisk</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betingelse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enten</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sandt</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eller</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falsk</a:t>
            </a:r>
            <a:r>
              <a:rPr lang="en-US" sz="1400" b="0" i="0" u="none" strike="noStrike">
                <a:solidFill>
                  <a:srgbClr val="1F2329"/>
                </a:solidFill>
                <a:latin typeface="Noto Sans SC"/>
                <a:ea typeface="Noto Sans SC"/>
                <a:cs typeface="Noto Sans SC"/>
                <a:sym typeface="Noto Sans SC"/>
              </a:rPr>
              <a:t>). Uden </a:t>
            </a:r>
            <a:r>
              <a:rPr lang="en-US" sz="1400" b="0" i="0" u="none" strike="noStrike" err="1">
                <a:solidFill>
                  <a:srgbClr val="1F2329"/>
                </a:solidFill>
                <a:latin typeface="Noto Sans SC"/>
                <a:ea typeface="Noto Sans SC"/>
                <a:cs typeface="Noto Sans SC"/>
                <a:sym typeface="Noto Sans SC"/>
              </a:rPr>
              <a:t>valg</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ville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algoritmer</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kun</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kunne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køre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i</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en</a:t>
            </a:r>
            <a:r>
              <a:rPr lang="en-US" sz="1400" b="0" i="0" u="none" strike="noStrike">
                <a:solidFill>
                  <a:srgbClr val="1F2329"/>
                </a:solidFill>
                <a:latin typeface="Noto Sans SC"/>
                <a:ea typeface="Noto Sans SC"/>
                <a:cs typeface="Noto Sans SC"/>
                <a:sym typeface="Noto Sans SC"/>
              </a:rPr>
              <a:t> fast, </a:t>
            </a:r>
            <a:r>
              <a:rPr lang="en-US" sz="1400" b="0" i="0" u="none" strike="noStrike" err="1">
                <a:solidFill>
                  <a:srgbClr val="1F2329"/>
                </a:solidFill>
                <a:latin typeface="Noto Sans SC"/>
                <a:ea typeface="Noto Sans SC"/>
                <a:cs typeface="Noto Sans SC"/>
                <a:sym typeface="Noto Sans SC"/>
              </a:rPr>
              <a:t>forudbestemt</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rækkefølge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uden</a:t>
            </a:r>
            <a:r>
              <a:rPr lang="en-US" sz="1400" b="0" i="0" u="none" strike="noStrike">
                <a:solidFill>
                  <a:srgbClr val="1F2329"/>
                </a:solidFill>
                <a:latin typeface="Noto Sans SC"/>
                <a:ea typeface="Noto Sans SC"/>
                <a:cs typeface="Noto Sans SC"/>
                <a:sym typeface="Noto Sans SC"/>
              </a:rPr>
              <a:t> at </a:t>
            </a:r>
            <a:r>
              <a:rPr lang="en-US" sz="1400" b="0" i="0" u="none" strike="noStrike" err="1">
                <a:solidFill>
                  <a:srgbClr val="1F2329"/>
                </a:solidFill>
                <a:latin typeface="Noto Sans SC"/>
                <a:ea typeface="Noto Sans SC"/>
                <a:cs typeface="Noto Sans SC"/>
                <a:sym typeface="Noto Sans SC"/>
              </a:rPr>
              <a:t>reagere</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på</a:t>
            </a:r>
            <a:r>
              <a:rPr lang="en-US" sz="1400" b="0" i="0" u="none" strike="noStrike">
                <a:solidFill>
                  <a:srgbClr val="1F2329"/>
                </a:solidFill>
                <a:latin typeface="Noto Sans SC"/>
                <a:ea typeface="Noto Sans SC"/>
                <a:cs typeface="Noto Sans SC"/>
                <a:sym typeface="Noto Sans SC"/>
              </a:rPr>
              <a:t> input </a:t>
            </a:r>
            <a:r>
              <a:rPr lang="en-US" sz="1400" b="0" i="0" u="none" strike="noStrike" err="1">
                <a:solidFill>
                  <a:srgbClr val="1F2329"/>
                </a:solidFill>
                <a:latin typeface="Noto Sans SC"/>
                <a:ea typeface="Noto Sans SC"/>
                <a:cs typeface="Noto Sans SC"/>
                <a:sym typeface="Noto Sans SC"/>
              </a:rPr>
              <a:t>eller</a:t>
            </a:r>
            <a:r>
              <a:rPr lang="en-US" sz="1400" b="0" i="0" u="none" strike="noStrike">
                <a:solidFill>
                  <a:srgbClr val="1F2329"/>
                </a:solidFill>
                <a:latin typeface="Noto Sans SC"/>
                <a:ea typeface="Noto Sans SC"/>
                <a:cs typeface="Noto Sans SC"/>
                <a:sym typeface="Noto Sans SC"/>
              </a:rPr>
              <a:t> </a:t>
            </a:r>
            <a:r>
              <a:rPr lang="en-US" sz="1400" b="0" i="0" u="none" strike="noStrike" err="1">
                <a:solidFill>
                  <a:srgbClr val="1F2329"/>
                </a:solidFill>
                <a:latin typeface="Noto Sans SC"/>
                <a:ea typeface="Noto Sans SC"/>
                <a:cs typeface="Noto Sans SC"/>
                <a:sym typeface="Noto Sans SC"/>
              </a:rPr>
              <a:t>ændringer</a:t>
            </a:r>
            <a:r>
              <a:rPr lang="en-US" sz="1400" b="0" i="0" u="none" strike="noStrike">
                <a:solidFill>
                  <a:srgbClr val="1F2329"/>
                </a:solidFill>
                <a:latin typeface="Noto Sans SC"/>
                <a:ea typeface="Noto Sans SC"/>
                <a:cs typeface="Noto Sans SC"/>
                <a:sym typeface="Noto Sans SC"/>
              </a:rPr>
              <a:t>.</a:t>
            </a:r>
            <a:endParaRPr lang="en-US" sz="1400" b="0" i="0" u="none" strike="noStrike">
              <a:solidFill>
                <a:srgbClr val="1F2329"/>
              </a:solidFill>
              <a:latin typeface="Noto Sans SC"/>
              <a:ea typeface="Noto Sans SC"/>
              <a:cs typeface="Noto Sans SC"/>
            </a:endParaRPr>
          </a:p>
        </p:txBody>
      </p:sp>
      <p:pic>
        <p:nvPicPr>
          <p:cNvPr id="19" name="Picture 13">
            <a:extLst>
              <a:ext uri="{FF2B5EF4-FFF2-40B4-BE49-F238E27FC236}">
                <a16:creationId xmlns:a16="http://schemas.microsoft.com/office/drawing/2014/main" id="{56F9564A-DA40-D483-3C9A-EFEA7244505E}"/>
              </a:ext>
            </a:extLst>
          </p:cNvPr>
          <p:cNvPicPr>
            <a:picLocks noChangeAspect="1"/>
          </p:cNvPicPr>
          <p:nvPr/>
        </p:nvPicPr>
        <p:blipFill>
          <a:blip r:embed="rId4"/>
          <a:srcRect/>
          <a:stretch>
            <a:fillRect/>
          </a:stretch>
        </p:blipFill>
        <p:spPr>
          <a:xfrm>
            <a:off x="1695450" y="2453152"/>
            <a:ext cx="3803650" cy="2156948"/>
          </a:xfrm>
          <a:prstGeom prst="rect">
            <a:avLst/>
          </a:prstGeom>
          <a:noFill/>
          <a:ln w="25400" cap="flat" cmpd="sng">
            <a:noFill/>
            <a:prstDash val="solid"/>
            <a:rou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3"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7503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Gentagelse</a:t>
            </a:r>
            <a:r>
              <a:rPr lang="en-US" sz="1300" b="0" i="0" u="none" strike="noStrike">
                <a:solidFill>
                  <a:srgbClr val="FFFFFF"/>
                </a:solidFill>
                <a:latin typeface="Geist"/>
                <a:ea typeface="Geist"/>
                <a:cs typeface="Geist"/>
                <a:sym typeface="Geist"/>
              </a:rPr>
              <a:t>– While-Struktur &amp; Algoritmer</a:t>
            </a:r>
            <a:endParaRPr lang="en-US" sz="1100"/>
          </a:p>
        </p:txBody>
      </p:sp>
      <p:sp>
        <p:nvSpPr>
          <p:cNvPr id="9" name="AutoShape 9"/>
          <p:cNvSpPr/>
          <p:nvPr/>
        </p:nvSpPr>
        <p:spPr>
          <a:xfrm>
            <a:off x="457200" y="419100"/>
            <a:ext cx="8001000" cy="13335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00000"/>
              </a:lnSpc>
              <a:defRPr/>
            </a:pPr>
            <a:r>
              <a:rPr lang="en-US" sz="1400" b="1" i="0" u="none" strike="noStrike">
                <a:solidFill>
                  <a:srgbClr val="000000"/>
                </a:solidFill>
                <a:latin typeface="Geist"/>
                <a:ea typeface="Geist"/>
                <a:cs typeface="Geist"/>
                <a:sym typeface="Geist"/>
              </a:rPr>
              <a:t>Hvad er en While-Løkke?</a:t>
            </a:r>
            <a:endParaRPr lang="en-US" sz="1100"/>
          </a:p>
          <a:p>
            <a:pPr marL="0" indent="0" algn="l">
              <a:lnSpc>
                <a:spcPct val="100000"/>
              </a:lnSpc>
            </a:pPr>
            <a:r>
              <a:rPr lang="en-US" sz="1400" b="0" i="0" u="none" strike="noStrike">
                <a:solidFill>
                  <a:srgbClr val="000000"/>
                </a:solidFill>
                <a:latin typeface="Geist"/>
                <a:ea typeface="Geist"/>
                <a:cs typeface="Geist"/>
                <a:sym typeface="Geist"/>
              </a:rPr>
              <a:t>Den tredje grundlæggende kontrolstruktur i algoritmer, brugt til at gentage en sekvens af handlinger *så længe* en logisk betingelse er sand. Den sikrer, at du ikke skal skrive den samme kode manuelt mange gange.</a:t>
            </a:r>
          </a:p>
          <a:p>
            <a:pPr marL="0" indent="0" algn="l">
              <a:lnSpc>
                <a:spcPct val="100000"/>
              </a:lnSpc>
            </a:pPr>
            <a:r>
              <a:rPr lang="en-US" sz="1400" b="0" i="0" u="none" strike="noStrike">
                <a:solidFill>
                  <a:srgbClr val="000000"/>
                </a:solidFill>
                <a:latin typeface="Geist"/>
                <a:ea typeface="Geist"/>
                <a:cs typeface="Geist"/>
                <a:sym typeface="Geist"/>
              </a:rPr>
              <a:t>Betingelsen tjekkes FØR hver gentagelse – hvis den er falsk fra start, kører koden i løkken aldrig. Dette kaldes en "præ-testet løkke".</a:t>
            </a:r>
          </a:p>
        </p:txBody>
      </p:sp>
      <p:sp>
        <p:nvSpPr>
          <p:cNvPr id="12" name="AutoShape 12"/>
          <p:cNvSpPr/>
          <p:nvPr/>
        </p:nvSpPr>
        <p:spPr>
          <a:xfrm>
            <a:off x="1714500" y="2159000"/>
            <a:ext cx="2857500" cy="11430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00000"/>
              </a:lnSpc>
              <a:defRPr/>
            </a:pPr>
            <a:r>
              <a:rPr lang="en-US" sz="1400" b="1" i="0" u="none" strike="noStrike" err="1">
                <a:solidFill>
                  <a:srgbClr val="6A62D9"/>
                </a:solidFill>
                <a:latin typeface="Geist"/>
                <a:ea typeface="Geist"/>
                <a:cs typeface="Geist"/>
                <a:sym typeface="Geist"/>
              </a:rPr>
              <a:t>Praktisk</a:t>
            </a:r>
            <a:r>
              <a:rPr lang="en-US" sz="1400" b="1" i="0" u="none" strike="noStrike">
                <a:solidFill>
                  <a:srgbClr val="6A62D9"/>
                </a:solidFill>
                <a:latin typeface="Geist"/>
                <a:ea typeface="Geist"/>
                <a:cs typeface="Geist"/>
                <a:sym typeface="Geist"/>
              </a:rPr>
              <a:t> Eksempel</a:t>
            </a:r>
            <a:endParaRPr lang="en-US" sz="1100"/>
          </a:p>
          <a:p>
            <a:pPr marL="0" indent="0" algn="ctr">
              <a:lnSpc>
                <a:spcPct val="100000"/>
              </a:lnSpc>
            </a:pPr>
            <a:r>
              <a:rPr lang="en-US" sz="1300" b="0" i="0" u="none" strike="noStrike">
                <a:solidFill>
                  <a:srgbClr val="374151"/>
                </a:solidFill>
                <a:latin typeface="Geist"/>
                <a:ea typeface="Geist"/>
                <a:cs typeface="Geist"/>
                <a:sym typeface="Geist"/>
              </a:rPr>
              <a:t>SÅ LÆNGE (</a:t>
            </a:r>
            <a:r>
              <a:rPr lang="en-US" sz="1300" b="0" i="0" u="none" strike="noStrike" err="1">
                <a:solidFill>
                  <a:srgbClr val="374151"/>
                </a:solidFill>
                <a:latin typeface="Geist"/>
                <a:ea typeface="Geist"/>
                <a:cs typeface="Geist"/>
                <a:sym typeface="Geist"/>
              </a:rPr>
              <a:t>ild</a:t>
            </a:r>
            <a:r>
              <a:rPr lang="en-US" sz="1300" b="0" i="0" u="none" strike="noStrike">
                <a:solidFill>
                  <a:srgbClr val="374151"/>
                </a:solidFill>
                <a:latin typeface="Geist"/>
                <a:ea typeface="Geist"/>
                <a:cs typeface="Geist"/>
                <a:sym typeface="Geist"/>
              </a:rPr>
              <a:t> </a:t>
            </a:r>
            <a:r>
              <a:rPr lang="en-US" sz="1300" b="0" i="0" u="none" strike="noStrike" err="1">
                <a:solidFill>
                  <a:srgbClr val="374151"/>
                </a:solidFill>
                <a:latin typeface="Geist"/>
                <a:ea typeface="Geist"/>
                <a:cs typeface="Geist"/>
                <a:sym typeface="Geist"/>
              </a:rPr>
              <a:t>brænder</a:t>
            </a:r>
            <a:r>
              <a:rPr lang="en-US" sz="1300" b="0" i="0" u="none" strike="noStrike">
                <a:solidFill>
                  <a:srgbClr val="374151"/>
                </a:solidFill>
                <a:latin typeface="Geist"/>
                <a:ea typeface="Geist"/>
                <a:cs typeface="Geist"/>
                <a:sym typeface="Geist"/>
              </a:rPr>
              <a:t>) GØR</a:t>
            </a:r>
            <a:br>
              <a:rPr lang="en-US" sz="1600" b="0" i="0" u="none" strike="noStrike">
                <a:solidFill>
                  <a:srgbClr val="1F2329"/>
                </a:solidFill>
                <a:latin typeface="Geist"/>
                <a:ea typeface="Geist"/>
                <a:cs typeface="Geist"/>
                <a:sym typeface="Geist"/>
              </a:rPr>
            </a:br>
            <a:r>
              <a:rPr lang="en-US" sz="1300" b="0" i="0" u="none" strike="noStrike">
                <a:solidFill>
                  <a:srgbClr val="374151"/>
                </a:solidFill>
                <a:latin typeface="Geist"/>
                <a:ea typeface="Geist"/>
                <a:cs typeface="Geist"/>
                <a:sym typeface="Geist"/>
              </a:rPr>
              <a:t>→ Smid </a:t>
            </a:r>
            <a:r>
              <a:rPr lang="en-US" sz="1300" b="0" i="0" u="none" strike="noStrike" err="1">
                <a:solidFill>
                  <a:srgbClr val="374151"/>
                </a:solidFill>
                <a:latin typeface="Geist"/>
                <a:ea typeface="Geist"/>
                <a:cs typeface="Geist"/>
                <a:sym typeface="Geist"/>
              </a:rPr>
              <a:t>en</a:t>
            </a:r>
            <a:r>
              <a:rPr lang="en-US" sz="1300" b="0" i="0" u="none" strike="noStrike">
                <a:solidFill>
                  <a:srgbClr val="374151"/>
                </a:solidFill>
                <a:latin typeface="Geist"/>
                <a:ea typeface="Geist"/>
                <a:cs typeface="Geist"/>
                <a:sym typeface="Geist"/>
              </a:rPr>
              <a:t> </a:t>
            </a:r>
            <a:r>
              <a:rPr lang="en-US" sz="1300" b="0" i="0" u="none" strike="noStrike" err="1">
                <a:solidFill>
                  <a:srgbClr val="374151"/>
                </a:solidFill>
                <a:latin typeface="Geist"/>
                <a:ea typeface="Geist"/>
                <a:cs typeface="Geist"/>
                <a:sym typeface="Geist"/>
              </a:rPr>
              <a:t>spand</a:t>
            </a:r>
            <a:r>
              <a:rPr lang="en-US" sz="1300" b="0" i="0" u="none" strike="noStrike">
                <a:solidFill>
                  <a:srgbClr val="374151"/>
                </a:solidFill>
                <a:latin typeface="Geist"/>
                <a:ea typeface="Geist"/>
                <a:cs typeface="Geist"/>
                <a:sym typeface="Geist"/>
              </a:rPr>
              <a:t> </a:t>
            </a:r>
            <a:r>
              <a:rPr lang="en-US" sz="1300" b="0" i="0" u="none" strike="noStrike" err="1">
                <a:solidFill>
                  <a:srgbClr val="374151"/>
                </a:solidFill>
                <a:latin typeface="Geist"/>
                <a:ea typeface="Geist"/>
                <a:cs typeface="Geist"/>
                <a:sym typeface="Geist"/>
              </a:rPr>
              <a:t>vand</a:t>
            </a:r>
            <a:r>
              <a:rPr lang="en-US" sz="1300" b="0" i="0" u="none" strike="noStrike">
                <a:solidFill>
                  <a:srgbClr val="374151"/>
                </a:solidFill>
                <a:latin typeface="Geist"/>
                <a:ea typeface="Geist"/>
                <a:cs typeface="Geist"/>
                <a:sym typeface="Geist"/>
              </a:rPr>
              <a:t> </a:t>
            </a:r>
            <a:r>
              <a:rPr lang="en-US" sz="1300" b="0" i="0" u="none" strike="noStrike" err="1">
                <a:solidFill>
                  <a:srgbClr val="374151"/>
                </a:solidFill>
                <a:latin typeface="Geist"/>
                <a:ea typeface="Geist"/>
                <a:cs typeface="Geist"/>
                <a:sym typeface="Geist"/>
              </a:rPr>
              <a:t>på</a:t>
            </a:r>
            <a:r>
              <a:rPr lang="en-US" sz="1300" b="0" i="0" u="none" strike="noStrike">
                <a:solidFill>
                  <a:srgbClr val="374151"/>
                </a:solidFill>
                <a:latin typeface="Geist"/>
                <a:ea typeface="Geist"/>
                <a:cs typeface="Geist"/>
                <a:sym typeface="Geist"/>
              </a:rPr>
              <a:t> </a:t>
            </a:r>
            <a:r>
              <a:rPr lang="en-US" sz="1300" b="0" i="0" u="none" strike="noStrike" err="1">
                <a:solidFill>
                  <a:srgbClr val="374151"/>
                </a:solidFill>
                <a:latin typeface="Geist"/>
                <a:ea typeface="Geist"/>
                <a:cs typeface="Geist"/>
                <a:sym typeface="Geist"/>
              </a:rPr>
              <a:t>ilden</a:t>
            </a:r>
            <a:br>
              <a:rPr lang="en-US" sz="1600" b="0" i="0" u="none" strike="noStrike">
                <a:solidFill>
                  <a:srgbClr val="1F2329"/>
                </a:solidFill>
                <a:latin typeface="Geist"/>
                <a:ea typeface="Geist"/>
                <a:cs typeface="Geist"/>
                <a:sym typeface="Geist"/>
              </a:rPr>
            </a:br>
            <a:r>
              <a:rPr lang="en-US" sz="1300" b="0" i="0" u="none" strike="noStrike">
                <a:solidFill>
                  <a:srgbClr val="374151"/>
                </a:solidFill>
                <a:latin typeface="Geist"/>
                <a:ea typeface="Geist"/>
                <a:cs typeface="Geist"/>
                <a:sym typeface="Geist"/>
              </a:rPr>
              <a:t>SLUT (</a:t>
            </a:r>
            <a:r>
              <a:rPr lang="en-US" sz="1300" b="0" i="0" u="none" strike="noStrike" err="1">
                <a:solidFill>
                  <a:srgbClr val="374151"/>
                </a:solidFill>
                <a:latin typeface="Geist"/>
                <a:ea typeface="Geist"/>
                <a:cs typeface="Geist"/>
                <a:sym typeface="Geist"/>
              </a:rPr>
              <a:t>når</a:t>
            </a:r>
            <a:r>
              <a:rPr lang="en-US" sz="1300" b="0" i="0" u="none" strike="noStrike">
                <a:solidFill>
                  <a:srgbClr val="374151"/>
                </a:solidFill>
                <a:latin typeface="Geist"/>
                <a:ea typeface="Geist"/>
                <a:cs typeface="Geist"/>
                <a:sym typeface="Geist"/>
              </a:rPr>
              <a:t> </a:t>
            </a:r>
            <a:r>
              <a:rPr lang="en-US" sz="1300" b="0" i="0" u="none" strike="noStrike" err="1">
                <a:solidFill>
                  <a:srgbClr val="374151"/>
                </a:solidFill>
                <a:latin typeface="Geist"/>
                <a:ea typeface="Geist"/>
                <a:cs typeface="Geist"/>
                <a:sym typeface="Geist"/>
              </a:rPr>
              <a:t>ilden</a:t>
            </a:r>
            <a:r>
              <a:rPr lang="en-US" sz="1300" b="0" i="0" u="none" strike="noStrike">
                <a:solidFill>
                  <a:srgbClr val="374151"/>
                </a:solidFill>
                <a:latin typeface="Geist"/>
                <a:ea typeface="Geist"/>
                <a:cs typeface="Geist"/>
                <a:sym typeface="Geist"/>
              </a:rPr>
              <a:t> er </a:t>
            </a:r>
            <a:r>
              <a:rPr lang="en-US" sz="1300" b="0" i="0" u="none" strike="noStrike" err="1">
                <a:solidFill>
                  <a:srgbClr val="374151"/>
                </a:solidFill>
                <a:latin typeface="Geist"/>
                <a:ea typeface="Geist"/>
                <a:cs typeface="Geist"/>
                <a:sym typeface="Geist"/>
              </a:rPr>
              <a:t>slukket</a:t>
            </a:r>
            <a:r>
              <a:rPr lang="en-US" sz="1300" b="0" i="0" u="none" strike="noStrike">
                <a:solidFill>
                  <a:srgbClr val="374151"/>
                </a:solidFill>
                <a:latin typeface="Geist"/>
                <a:ea typeface="Geist"/>
                <a:cs typeface="Geist"/>
                <a:sym typeface="Geist"/>
              </a:rPr>
              <a:t>)</a:t>
            </a:r>
          </a:p>
        </p:txBody>
      </p:sp>
      <p:pic>
        <p:nvPicPr>
          <p:cNvPr id="14" name="Picture 14"/>
          <p:cNvPicPr>
            <a:picLocks noChangeAspect="1"/>
          </p:cNvPicPr>
          <p:nvPr/>
        </p:nvPicPr>
        <p:blipFill>
          <a:blip r:embed="rId4"/>
          <a:srcRect/>
          <a:stretch>
            <a:fillRect/>
          </a:stretch>
        </p:blipFill>
        <p:spPr>
          <a:xfrm>
            <a:off x="2444750" y="3251200"/>
            <a:ext cx="1739900" cy="1651000"/>
          </a:xfrm>
          <a:prstGeom prst="rect">
            <a:avLst/>
          </a:prstGeom>
          <a:noFill/>
          <a:ln w="25400" cap="flat" cmpd="sng">
            <a:noFill/>
            <a:prstDash val="solid"/>
            <a:rou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508000" y="762000"/>
            <a:ext cx="8128000" cy="889000"/>
          </a:xfrm>
          <a:prstGeom prst="rect">
            <a:avLst/>
          </a:prstGeom>
          <a:noFill/>
          <a:ln w="9525" cap="flat" cmpd="sng">
            <a:noFill/>
            <a:prstDash val="solid"/>
            <a:round/>
          </a:ln>
        </p:spPr>
        <p:txBody>
          <a:bodyPr vert="horz" wrap="square" lIns="0" tIns="0" rIns="0" bIns="0" rtlCol="0" anchor="ctr" anchorCtr="0"/>
          <a:lstStyle/>
          <a:p>
            <a:pPr marL="0" indent="0" algn="l">
              <a:lnSpc>
                <a:spcPct val="125000"/>
              </a:lnSpc>
              <a:defRPr/>
            </a:pPr>
            <a:r>
              <a:rPr lang="en-US" sz="3600" b="1" i="0" u="none" strike="noStrike">
                <a:solidFill>
                  <a:srgbClr val="1F2329"/>
                </a:solidFill>
                <a:latin typeface="Noto Sans SC"/>
                <a:ea typeface="Noto Sans SC"/>
                <a:cs typeface="Noto Sans SC"/>
                <a:sym typeface="Noto Sans SC"/>
              </a:rPr>
              <a:t>Øvelse</a:t>
            </a:r>
            <a:endParaRPr lang="en-US" sz="1100"/>
          </a:p>
        </p:txBody>
      </p:sp>
      <p:sp>
        <p:nvSpPr>
          <p:cNvPr id="3" name="AutoShape 3"/>
          <p:cNvSpPr/>
          <p:nvPr/>
        </p:nvSpPr>
        <p:spPr>
          <a:xfrm>
            <a:off x="-12700" y="2120900"/>
            <a:ext cx="9156700" cy="10033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4826000" y="27559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4470400" y="27559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4102100" y="27559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254000" y="2222500"/>
            <a:ext cx="8636000" cy="762000"/>
          </a:xfrm>
          <a:prstGeom prst="rect">
            <a:avLst/>
          </a:prstGeom>
          <a:noFill/>
          <a:ln w="9525"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FFFFFF"/>
                </a:solidFill>
                <a:latin typeface="Noto Sans SC"/>
                <a:ea typeface="Noto Sans SC"/>
                <a:cs typeface="Noto Sans SC"/>
                <a:sym typeface="Noto Sans SC"/>
              </a:rPr>
              <a:t>Konstruer din egen Algoritme</a:t>
            </a:r>
            <a:endParaRPr lang="en-US" sz="1100"/>
          </a:p>
        </p:txBody>
      </p:sp>
      <p:sp>
        <p:nvSpPr>
          <p:cNvPr id="8" name="AutoShape 8"/>
          <p:cNvSpPr/>
          <p:nvPr/>
        </p:nvSpPr>
        <p:spPr>
          <a:xfrm>
            <a:off x="508000" y="3492500"/>
            <a:ext cx="8128000" cy="1524000"/>
          </a:xfrm>
          <a:prstGeom prst="rect">
            <a:avLst/>
          </a:prstGeom>
          <a:noFill/>
          <a:ln w="9525" cap="flat" cmpd="sng">
            <a:noFill/>
            <a:prstDash val="solid"/>
            <a:round/>
          </a:ln>
        </p:spPr>
        <p:txBody>
          <a:bodyPr vert="horz" wrap="square" lIns="0" tIns="0" rIns="0" bIns="0" rtlCol="0" anchor="ctr" anchorCtr="0"/>
          <a:lstStyle/>
          <a:p>
            <a:pPr marL="0" indent="0" algn="l">
              <a:lnSpc>
                <a:spcPct val="116666"/>
              </a:lnSpc>
              <a:defRPr/>
            </a:pPr>
            <a:r>
              <a:rPr lang="en-US" sz="1500" b="0" i="0" u="none" strike="noStrike">
                <a:solidFill>
                  <a:srgbClr val="43474E"/>
                </a:solidFill>
                <a:latin typeface="Noto Sans SC"/>
                <a:ea typeface="Noto Sans SC"/>
                <a:cs typeface="Noto Sans SC"/>
                <a:sym typeface="Noto Sans SC"/>
              </a:rPr>
              <a:t>Gør det teoretiske praktisk! Vælg en simpel, men konkret opgave (f.eks. "lav en peanutbutter-sandwich" eller "find den største tal i en liste") og bryd den ned i en sekvens af klare, uumkredelige trin. Husk at algoritmen skal være så præcis, at en computer kunne følge den – ingen antagelser eller uklarheder!</a:t>
            </a:r>
            <a:endParaRPr lang="en-US" sz="1100"/>
          </a:p>
          <a:p>
            <a:pPr marL="0" indent="0" algn="l">
              <a:lnSpc>
                <a:spcPct val="116666"/>
              </a:lnSpc>
            </a:pPr>
            <a:r>
              <a:rPr lang="en-US" sz="1500" b="0" i="0" u="none" strike="noStrike">
                <a:solidFill>
                  <a:srgbClr val="43474E"/>
                </a:solidFill>
                <a:latin typeface="Noto Sans SC"/>
                <a:ea typeface="Noto Sans SC"/>
                <a:cs typeface="Noto Sans SC"/>
                <a:sym typeface="Noto Sans SC"/>
              </a:rPr>
              <a:t>Arbejder i par eller små grupper, og del jeres løsninger med resten af klassen for at diskutere logik og muligheder for optimering.</a:t>
            </a:r>
          </a:p>
        </p:txBody>
      </p:sp>
      <p:sp>
        <p:nvSpPr>
          <p:cNvPr id="9" name="AutoShape 9"/>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Tree>
    <p:extLst>
      <p:ext uri="{BB962C8B-B14F-4D97-AF65-F5344CB8AC3E}">
        <p14:creationId xmlns:p14="http://schemas.microsoft.com/office/powerpoint/2010/main" val="9434390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6A62D9">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3"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03300" y="1625600"/>
            <a:ext cx="7137400" cy="2070100"/>
          </a:xfrm>
          <a:prstGeom prst="rect">
            <a:avLst/>
          </a:prstGeom>
          <a:noFill/>
          <a:ln w="9525" cap="flat" cmpd="sng">
            <a:noFill/>
            <a:prstDash val="solid"/>
            <a:round/>
          </a:ln>
        </p:spPr>
        <p:txBody>
          <a:bodyPr vert="horz" wrap="square" lIns="88900" tIns="88900" rIns="88900" bIns="88900" rtlCol="0" anchor="b" anchorCtr="0"/>
          <a:lstStyle/>
          <a:p>
            <a:pPr algn="ctr">
              <a:defRPr/>
            </a:pPr>
            <a:endParaRPr/>
          </a:p>
        </p:txBody>
      </p:sp>
      <p:cxnSp>
        <p:nvCxnSpPr>
          <p:cNvPr id="5" name="Connector 5"/>
          <p:cNvCxnSpPr/>
          <p:nvPr/>
        </p:nvCxnSpPr>
        <p:spPr>
          <a:xfrm>
            <a:off x="3708400" y="3746500"/>
            <a:ext cx="1727247" cy="12700"/>
          </a:xfrm>
          <a:prstGeom prst="straightConnector1">
            <a:avLst/>
          </a:prstGeom>
          <a:solidFill>
            <a:srgbClr val="DEE0E3">
              <a:alpha val="100000"/>
            </a:srgbClr>
          </a:solidFill>
          <a:ln w="38100" cap="flat" cmpd="sng">
            <a:solidFill>
              <a:srgbClr val="000000">
                <a:alpha val="100000"/>
              </a:srgbClr>
            </a:solidFill>
            <a:prstDash val="solid"/>
            <a:round/>
            <a:headEnd type="none" w="med" len="med"/>
            <a:tailEnd type="none" w="med" len="med"/>
          </a:ln>
        </p:spPr>
      </p:cxnSp>
      <p:sp>
        <p:nvSpPr>
          <p:cNvPr id="6" name="AutoShape 6"/>
          <p:cNvSpPr/>
          <p:nvPr/>
        </p:nvSpPr>
        <p:spPr>
          <a:xfrm>
            <a:off x="7962900" y="4775200"/>
            <a:ext cx="1066800" cy="2540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279400" y="1663700"/>
            <a:ext cx="8572500" cy="1828800"/>
          </a:xfrm>
          <a:prstGeom prst="rect">
            <a:avLst/>
          </a:prstGeom>
          <a:noFill/>
          <a:ln w="9525" cap="flat" cmpd="sng">
            <a:noFill/>
            <a:prstDash val="solid"/>
            <a:round/>
          </a:ln>
        </p:spPr>
        <p:txBody>
          <a:bodyPr vert="horz" wrap="square" lIns="88900" tIns="88900" rIns="88900" bIns="88900" rtlCol="0" anchor="ctr" anchorCtr="0"/>
          <a:lstStyle/>
          <a:p>
            <a:pPr marL="0" indent="0" algn="ctr">
              <a:lnSpc>
                <a:spcPct val="100000"/>
              </a:lnSpc>
            </a:pPr>
            <a:r>
              <a:rPr lang="en-US" sz="4500" b="1" i="0" u="none" strike="noStrike">
                <a:solidFill>
                  <a:srgbClr val="FFFFFF"/>
                </a:solidFill>
                <a:latin typeface="Geist"/>
                <a:ea typeface="Geist"/>
                <a:cs typeface="Geist"/>
                <a:sym typeface="Geist"/>
              </a:rPr>
              <a:t>Definition </a:t>
            </a:r>
            <a:r>
              <a:rPr lang="en-US" sz="4500" b="1" i="0" u="none" strike="noStrike" err="1">
                <a:solidFill>
                  <a:srgbClr val="FFFFFF"/>
                </a:solidFill>
                <a:latin typeface="Geist"/>
                <a:ea typeface="Geist"/>
                <a:cs typeface="Geist"/>
                <a:sym typeface="Geist"/>
              </a:rPr>
              <a:t>og</a:t>
            </a:r>
            <a:r>
              <a:rPr lang="en-US" sz="4500" b="1" i="0" u="none" strike="noStrike">
                <a:solidFill>
                  <a:srgbClr val="FFFFFF"/>
                </a:solidFill>
                <a:latin typeface="Geist"/>
                <a:ea typeface="Geist"/>
                <a:cs typeface="Geist"/>
                <a:sym typeface="Geist"/>
              </a:rPr>
              <a:t> </a:t>
            </a:r>
            <a:r>
              <a:rPr lang="en-US" sz="4500" b="1" i="0" u="none" strike="noStrike" err="1">
                <a:solidFill>
                  <a:srgbClr val="FFFFFF"/>
                </a:solidFill>
                <a:latin typeface="Geist"/>
                <a:ea typeface="Geist"/>
                <a:cs typeface="Geist"/>
                <a:sym typeface="Geist"/>
              </a:rPr>
              <a:t>Egenskaber</a:t>
            </a:r>
            <a:endParaRPr lang="en-US" sz="4500" b="1" i="0" u="none" strike="noStrike">
              <a:solidFill>
                <a:srgbClr val="FFFFFF"/>
              </a:solidFill>
              <a:latin typeface="Geist"/>
              <a:ea typeface="Geist"/>
              <a:cs typeface="Geist"/>
              <a:sym typeface="Geist"/>
            </a:endParaRPr>
          </a:p>
        </p:txBody>
      </p:sp>
      <p:sp>
        <p:nvSpPr>
          <p:cNvPr id="9" name="AutoShape 9"/>
          <p:cNvSpPr/>
          <p:nvPr/>
        </p:nvSpPr>
        <p:spPr>
          <a:xfrm>
            <a:off x="1244600" y="4114800"/>
            <a:ext cx="6654800" cy="6350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16666"/>
              </a:lnSpc>
              <a:spcAft>
                <a:spcPts val="1600"/>
              </a:spcAft>
              <a:defRPr/>
            </a:pPr>
            <a:r>
              <a:rPr lang="en-US" sz="2400" b="0" i="0" u="none" strike="noStrike">
                <a:solidFill>
                  <a:srgbClr val="FFFFFF"/>
                </a:solidFill>
                <a:latin typeface="Geist"/>
                <a:ea typeface="Geist"/>
                <a:cs typeface="Geist"/>
                <a:sym typeface="Geist"/>
              </a:rPr>
              <a:t>Algoritmer: Teori og Grundlæggende Principper</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3"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7503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Algoritmer</a:t>
            </a:r>
            <a:r>
              <a:rPr lang="en-US" sz="1300" b="0" i="0" u="none" strike="noStrike">
                <a:solidFill>
                  <a:srgbClr val="FFFFFF"/>
                </a:solidFill>
                <a:latin typeface="Geist"/>
                <a:ea typeface="Geist"/>
                <a:cs typeface="Geist"/>
                <a:sym typeface="Geist"/>
              </a:rPr>
              <a:t>| Grundlæggende Begreber</a:t>
            </a:r>
            <a:endParaRPr lang="en-US" sz="1100"/>
          </a:p>
        </p:txBody>
      </p:sp>
      <p:sp>
        <p:nvSpPr>
          <p:cNvPr id="9" name="AutoShape 9"/>
          <p:cNvSpPr/>
          <p:nvPr/>
        </p:nvSpPr>
        <p:spPr>
          <a:xfrm>
            <a:off x="889000" y="685800"/>
            <a:ext cx="6826250" cy="6477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16666"/>
              </a:lnSpc>
              <a:spcAft>
                <a:spcPts val="1600"/>
              </a:spcAft>
              <a:defRPr/>
            </a:pPr>
            <a:r>
              <a:rPr lang="en-US" sz="3000" b="1" i="0" u="none" strike="noStrike">
                <a:solidFill>
                  <a:srgbClr val="000000"/>
                </a:solidFill>
                <a:latin typeface="Poppins"/>
                <a:ea typeface="Poppins"/>
                <a:cs typeface="Poppins"/>
                <a:sym typeface="Poppins"/>
              </a:rPr>
              <a:t>Definition </a:t>
            </a:r>
            <a:r>
              <a:rPr lang="en-US" sz="3000" b="1" i="0" u="none" strike="noStrike" err="1">
                <a:solidFill>
                  <a:srgbClr val="000000"/>
                </a:solidFill>
                <a:latin typeface="Poppins"/>
                <a:ea typeface="Poppins"/>
                <a:cs typeface="Poppins"/>
                <a:sym typeface="Poppins"/>
              </a:rPr>
              <a:t>og</a:t>
            </a:r>
            <a:r>
              <a:rPr lang="en-US" sz="3000" b="1" i="0" u="none" strike="noStrike">
                <a:solidFill>
                  <a:srgbClr val="000000"/>
                </a:solidFill>
                <a:latin typeface="Poppins"/>
                <a:ea typeface="Poppins"/>
                <a:cs typeface="Poppins"/>
                <a:sym typeface="Poppins"/>
              </a:rPr>
              <a:t> </a:t>
            </a:r>
            <a:r>
              <a:rPr lang="en-US" sz="3000" b="1" i="0" u="none" strike="noStrike" err="1">
                <a:solidFill>
                  <a:srgbClr val="000000"/>
                </a:solidFill>
                <a:latin typeface="Poppins"/>
                <a:ea typeface="Poppins"/>
                <a:cs typeface="Poppins"/>
                <a:sym typeface="Poppins"/>
              </a:rPr>
              <a:t>Nøgleegenskaber</a:t>
            </a:r>
            <a:endParaRPr lang="en-US" sz="1100"/>
          </a:p>
        </p:txBody>
      </p:sp>
      <p:pic>
        <p:nvPicPr>
          <p:cNvPr id="10" name="Picture 10"/>
          <p:cNvPicPr>
            <a:picLocks noChangeAspect="1"/>
          </p:cNvPicPr>
          <p:nvPr/>
        </p:nvPicPr>
        <p:blipFill>
          <a:blip r:embed="rId4"/>
          <a:srcRect/>
          <a:stretch>
            <a:fillRect/>
          </a:stretch>
        </p:blipFill>
        <p:spPr>
          <a:xfrm>
            <a:off x="482600" y="825500"/>
            <a:ext cx="368300" cy="368300"/>
          </a:xfrm>
          <a:prstGeom prst="rect">
            <a:avLst/>
          </a:prstGeom>
          <a:noFill/>
          <a:ln w="25400" cap="flat" cmpd="sng">
            <a:noFill/>
            <a:prstDash val="solid"/>
            <a:round/>
          </a:ln>
        </p:spPr>
      </p:pic>
      <p:sp>
        <p:nvSpPr>
          <p:cNvPr id="11" name="AutoShape 11"/>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82600" y="1333500"/>
            <a:ext cx="8204200" cy="3429000"/>
          </a:xfrm>
          <a:prstGeom prst="rect">
            <a:avLst/>
          </a:prstGeom>
          <a:noFill/>
          <a:ln w="9525" cap="flat" cmpd="sng">
            <a:noFill/>
            <a:prstDash val="solid"/>
            <a:round/>
          </a:ln>
        </p:spPr>
        <p:txBody>
          <a:bodyPr vert="horz" wrap="square" lIns="88900" tIns="88900" rIns="88900" bIns="88900" rtlCol="0" anchor="t" anchorCtr="0"/>
          <a:lstStyle>
            <a:lvl1pPr marL="711200" indent="-254000"/>
            <a:lvl2pPr marL="1168400" indent="-254000"/>
            <a:lvl3pPr marL="1625600" indent="-254000"/>
            <a:lvl4pPr marL="2082800" indent="-254000"/>
            <a:lvl5pPr marL="2540000" indent="-254000"/>
            <a:lvl6pPr marL="2997200" indent="-254000"/>
            <a:lvl7pPr marL="3454400" indent="-254000"/>
            <a:lvl8pPr marL="3911600" indent="-254000"/>
            <a:lvl9pPr marL="4368800" indent="-254000"/>
          </a:lstStyle>
          <a:p>
            <a:pPr marL="457200" indent="-368300" algn="l">
              <a:lnSpc>
                <a:spcPct val="108333"/>
              </a:lnSpc>
              <a:buClr>
                <a:srgbClr val="000000"/>
              </a:buClr>
              <a:buChar char="•"/>
              <a:defRPr/>
            </a:pPr>
            <a:r>
              <a:rPr lang="en-US" sz="2000" b="1" i="0" u="none" strike="noStrike">
                <a:solidFill>
                  <a:srgbClr val="000000"/>
                </a:solidFill>
                <a:latin typeface="Geist"/>
                <a:ea typeface="Geist"/>
                <a:cs typeface="Geist"/>
                <a:sym typeface="Geist"/>
              </a:rPr>
              <a:t>Formel Definition</a:t>
            </a:r>
            <a:r>
              <a:rPr lang="en-US" sz="1800" b="0" i="0" u="none" strike="noStrike">
                <a:solidFill>
                  <a:srgbClr val="000000"/>
                </a:solidFill>
                <a:latin typeface="Geist"/>
                <a:ea typeface="Geist"/>
                <a:cs typeface="Geist"/>
                <a:sym typeface="Geist"/>
              </a:rPr>
              <a:t>: En </a:t>
            </a:r>
            <a:r>
              <a:rPr lang="en-US" sz="1800" b="0" i="0" u="none" strike="noStrike" err="1">
                <a:solidFill>
                  <a:srgbClr val="000000"/>
                </a:solidFill>
                <a:latin typeface="Geist"/>
                <a:ea typeface="Geist"/>
                <a:cs typeface="Geist"/>
                <a:sym typeface="Geist"/>
              </a:rPr>
              <a:t>præcis</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trinvis</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beskrivelse</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af</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en</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fremgangsmåde</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til</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løsning</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af</a:t>
            </a:r>
            <a:r>
              <a:rPr lang="en-US" sz="1800" b="0" i="0" u="none" strike="noStrike">
                <a:solidFill>
                  <a:srgbClr val="000000"/>
                </a:solidFill>
                <a:latin typeface="Geist"/>
                <a:ea typeface="Geist"/>
                <a:cs typeface="Geist"/>
                <a:sym typeface="Geist"/>
              </a:rPr>
              <a:t> et </a:t>
            </a:r>
            <a:r>
              <a:rPr lang="en-US" sz="1800" b="0" i="0" u="none" strike="noStrike" err="1">
                <a:solidFill>
                  <a:srgbClr val="000000"/>
                </a:solidFill>
                <a:latin typeface="Geist"/>
                <a:ea typeface="Geist"/>
                <a:cs typeface="Geist"/>
                <a:sym typeface="Geist"/>
              </a:rPr>
              <a:t>specifikt</a:t>
            </a:r>
            <a:r>
              <a:rPr lang="en-US" sz="1800" b="0" i="0" u="none" strike="noStrike">
                <a:solidFill>
                  <a:srgbClr val="000000"/>
                </a:solidFill>
                <a:latin typeface="Geist"/>
                <a:ea typeface="Geist"/>
                <a:cs typeface="Geist"/>
                <a:sym typeface="Geist"/>
              </a:rPr>
              <a:t> problem, der er </a:t>
            </a:r>
            <a:r>
              <a:rPr lang="en-US" sz="1800" b="0" i="0" u="none" strike="noStrike" err="1">
                <a:solidFill>
                  <a:srgbClr val="000000"/>
                </a:solidFill>
                <a:latin typeface="Geist"/>
                <a:ea typeface="Geist"/>
                <a:cs typeface="Geist"/>
                <a:sym typeface="Geist"/>
              </a:rPr>
              <a:t>logisk</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og</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gennemsigtig</a:t>
            </a:r>
            <a:r>
              <a:rPr lang="en-US" sz="1800" b="0" i="0" u="none" strike="noStrike">
                <a:solidFill>
                  <a:srgbClr val="000000"/>
                </a:solidFill>
                <a:latin typeface="Geist"/>
                <a:ea typeface="Geist"/>
                <a:cs typeface="Geist"/>
                <a:sym typeface="Geist"/>
              </a:rPr>
              <a:t>.</a:t>
            </a:r>
            <a:endParaRPr lang="en-US" sz="1100"/>
          </a:p>
          <a:p>
            <a:pPr marL="457200" indent="-368300" algn="l">
              <a:lnSpc>
                <a:spcPct val="108333"/>
              </a:lnSpc>
              <a:spcBef>
                <a:spcPts val="1200"/>
              </a:spcBef>
              <a:buClr>
                <a:srgbClr val="000000"/>
              </a:buClr>
              <a:buChar char="•"/>
            </a:pPr>
            <a:r>
              <a:rPr lang="en-US" sz="2000" b="1" i="0" u="none" strike="noStrike" err="1">
                <a:solidFill>
                  <a:srgbClr val="000000"/>
                </a:solidFill>
                <a:latin typeface="Geist"/>
                <a:ea typeface="Geist"/>
                <a:cs typeface="Geist"/>
                <a:sym typeface="Geist"/>
              </a:rPr>
              <a:t>Velledefinerede</a:t>
            </a:r>
            <a:r>
              <a:rPr lang="en-US" sz="2000" b="1" i="0" u="none" strike="noStrike">
                <a:solidFill>
                  <a:srgbClr val="000000"/>
                </a:solidFill>
                <a:latin typeface="Geist"/>
                <a:ea typeface="Geist"/>
                <a:cs typeface="Geist"/>
                <a:sym typeface="Geist"/>
              </a:rPr>
              <a:t> </a:t>
            </a:r>
            <a:r>
              <a:rPr lang="en-US" sz="2000" b="1" i="0" u="none" strike="noStrike" err="1">
                <a:solidFill>
                  <a:srgbClr val="000000"/>
                </a:solidFill>
                <a:latin typeface="Geist"/>
                <a:ea typeface="Geist"/>
                <a:cs typeface="Geist"/>
                <a:sym typeface="Geist"/>
              </a:rPr>
              <a:t>Skridt</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Hvert</a:t>
            </a:r>
            <a:r>
              <a:rPr lang="en-US" sz="1800" b="0" i="0" u="none" strike="noStrike">
                <a:solidFill>
                  <a:srgbClr val="000000"/>
                </a:solidFill>
                <a:latin typeface="Geist"/>
                <a:ea typeface="Geist"/>
                <a:cs typeface="Geist"/>
                <a:sym typeface="Geist"/>
              </a:rPr>
              <a:t> trin er </a:t>
            </a:r>
            <a:r>
              <a:rPr lang="en-US" sz="1800" b="0" i="0" u="none" strike="noStrike" err="1">
                <a:solidFill>
                  <a:srgbClr val="000000"/>
                </a:solidFill>
                <a:latin typeface="Geist"/>
                <a:ea typeface="Geist"/>
                <a:cs typeface="Geist"/>
                <a:sym typeface="Geist"/>
              </a:rPr>
              <a:t>entydigt</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og</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klart</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defineret</a:t>
            </a:r>
            <a:r>
              <a:rPr lang="en-US" sz="1800" b="0" i="0" u="none" strike="noStrike">
                <a:solidFill>
                  <a:srgbClr val="000000"/>
                </a:solidFill>
                <a:latin typeface="Geist"/>
                <a:ea typeface="Geist"/>
                <a:cs typeface="Geist"/>
                <a:sym typeface="Geist"/>
              </a:rPr>
              <a:t> – </a:t>
            </a:r>
            <a:r>
              <a:rPr lang="en-US" sz="1800" b="0" i="0" u="none" strike="noStrike" err="1">
                <a:solidFill>
                  <a:srgbClr val="000000"/>
                </a:solidFill>
                <a:latin typeface="Geist"/>
                <a:ea typeface="Geist"/>
                <a:cs typeface="Geist"/>
                <a:sym typeface="Geist"/>
              </a:rPr>
              <a:t>ingen</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tvetydigheder</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eller</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misforståelser</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i</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udførelsen</a:t>
            </a:r>
            <a:r>
              <a:rPr lang="en-US" sz="1800" b="0" i="0" u="none" strike="noStrike">
                <a:solidFill>
                  <a:srgbClr val="000000"/>
                </a:solidFill>
                <a:latin typeface="Geist"/>
                <a:ea typeface="Geist"/>
                <a:cs typeface="Geist"/>
                <a:sym typeface="Geist"/>
              </a:rPr>
              <a:t>.</a:t>
            </a:r>
          </a:p>
          <a:p>
            <a:pPr marL="457200" indent="-368300" algn="l">
              <a:lnSpc>
                <a:spcPct val="108333"/>
              </a:lnSpc>
              <a:spcBef>
                <a:spcPts val="1200"/>
              </a:spcBef>
              <a:buClr>
                <a:srgbClr val="000000"/>
              </a:buClr>
              <a:buChar char="•"/>
            </a:pPr>
            <a:r>
              <a:rPr lang="en-US" sz="2000" b="1" i="0" u="none" strike="noStrike" err="1">
                <a:solidFill>
                  <a:srgbClr val="000000"/>
                </a:solidFill>
                <a:latin typeface="Geist"/>
                <a:ea typeface="Geist"/>
                <a:cs typeface="Geist"/>
                <a:sym typeface="Geist"/>
              </a:rPr>
              <a:t>Garanteret</a:t>
            </a:r>
            <a:r>
              <a:rPr lang="en-US" sz="2000" b="1" i="0" u="none" strike="noStrike">
                <a:solidFill>
                  <a:srgbClr val="000000"/>
                </a:solidFill>
                <a:latin typeface="Geist"/>
                <a:ea typeface="Geist"/>
                <a:cs typeface="Geist"/>
                <a:sym typeface="Geist"/>
              </a:rPr>
              <a:t> </a:t>
            </a:r>
            <a:r>
              <a:rPr lang="en-US" sz="2000" b="1" i="0" u="none" strike="noStrike" err="1">
                <a:solidFill>
                  <a:srgbClr val="000000"/>
                </a:solidFill>
                <a:latin typeface="Geist"/>
                <a:ea typeface="Geist"/>
                <a:cs typeface="Geist"/>
                <a:sym typeface="Geist"/>
              </a:rPr>
              <a:t>Terminering</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Algoritmen</a:t>
            </a:r>
            <a:r>
              <a:rPr lang="en-US" sz="1800" b="0" i="0" u="none" strike="noStrike">
                <a:solidFill>
                  <a:srgbClr val="000000"/>
                </a:solidFill>
                <a:latin typeface="Geist"/>
                <a:ea typeface="Geist"/>
                <a:cs typeface="Geist"/>
                <a:sym typeface="Geist"/>
              </a:rPr>
              <a:t> stopper </a:t>
            </a:r>
            <a:r>
              <a:rPr lang="en-US" sz="1800" b="0" i="0" u="none" strike="noStrike" err="1">
                <a:solidFill>
                  <a:srgbClr val="000000"/>
                </a:solidFill>
                <a:latin typeface="Geist"/>
                <a:ea typeface="Geist"/>
                <a:cs typeface="Geist"/>
                <a:sym typeface="Geist"/>
              </a:rPr>
              <a:t>altid</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efter</a:t>
            </a:r>
            <a:r>
              <a:rPr lang="en-US" sz="1800" b="0" i="0" u="none" strike="noStrike">
                <a:solidFill>
                  <a:srgbClr val="000000"/>
                </a:solidFill>
                <a:latin typeface="Geist"/>
                <a:ea typeface="Geist"/>
                <a:cs typeface="Geist"/>
                <a:sym typeface="Geist"/>
              </a:rPr>
              <a:t> et </a:t>
            </a:r>
            <a:r>
              <a:rPr lang="en-US" sz="1800" b="0" i="0" u="none" strike="noStrike" err="1">
                <a:solidFill>
                  <a:srgbClr val="000000"/>
                </a:solidFill>
                <a:latin typeface="Geist"/>
                <a:ea typeface="Geist"/>
                <a:cs typeface="Geist"/>
                <a:sym typeface="Geist"/>
              </a:rPr>
              <a:t>endeligt</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antal</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skridt</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og</a:t>
            </a:r>
            <a:r>
              <a:rPr lang="en-US" sz="1800" b="0" i="0" u="none" strike="noStrike">
                <a:solidFill>
                  <a:srgbClr val="000000"/>
                </a:solidFill>
                <a:latin typeface="Geist"/>
                <a:ea typeface="Geist"/>
                <a:cs typeface="Geist"/>
                <a:sym typeface="Geist"/>
              </a:rPr>
              <a:t> giver et </a:t>
            </a:r>
            <a:r>
              <a:rPr lang="en-US" sz="1800" b="0" i="0" u="none" strike="noStrike" err="1">
                <a:solidFill>
                  <a:srgbClr val="000000"/>
                </a:solidFill>
                <a:latin typeface="Geist"/>
                <a:ea typeface="Geist"/>
                <a:cs typeface="Geist"/>
                <a:sym typeface="Geist"/>
              </a:rPr>
              <a:t>afsluttet</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resultat</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ingen</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uendelige</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løkker</a:t>
            </a:r>
            <a:r>
              <a:rPr lang="en-US" sz="1800" b="0" i="0" u="none" strike="noStrike">
                <a:solidFill>
                  <a:srgbClr val="000000"/>
                </a:solidFill>
                <a:latin typeface="Geist"/>
                <a:ea typeface="Geist"/>
                <a:cs typeface="Geist"/>
                <a:sym typeface="Geist"/>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3" name="AutoShape 3"/>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87503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Repetition</a:t>
            </a:r>
            <a:r>
              <a:rPr lang="en-US" sz="1300" b="0" i="0" u="none" strike="noStrike">
                <a:solidFill>
                  <a:srgbClr val="FFFFFF"/>
                </a:solidFill>
                <a:latin typeface="Geist"/>
                <a:ea typeface="Geist"/>
                <a:cs typeface="Geist"/>
                <a:sym typeface="Geist"/>
              </a:rPr>
              <a:t>Algoritmer – Kernespørgsmål</a:t>
            </a:r>
            <a:endParaRPr lang="en-US" sz="1100"/>
          </a:p>
        </p:txBody>
      </p:sp>
      <p:sp>
        <p:nvSpPr>
          <p:cNvPr id="8" name="AutoShape 8"/>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393700" y="647700"/>
            <a:ext cx="8356600" cy="4025900"/>
          </a:xfrm>
          <a:prstGeom prst="rect">
            <a:avLst/>
          </a:prstGeom>
          <a:noFill/>
          <a:ln w="9525" cap="flat" cmpd="sng">
            <a:noFill/>
            <a:prstDash val="solid"/>
            <a:round/>
          </a:ln>
        </p:spPr>
        <p:txBody>
          <a:bodyPr vert="horz" wrap="square" lIns="88900" tIns="88900" rIns="88900" bIns="88900" rtlCol="0" anchor="t" anchorCtr="0"/>
          <a:lstStyle>
            <a:lvl1pPr marL="660400" indent="-203200"/>
            <a:lvl2pPr marL="1117600" indent="-203200"/>
            <a:lvl3pPr marL="1574800" indent="-203200"/>
            <a:lvl4pPr marL="2032000" indent="-203200"/>
            <a:lvl5pPr marL="2489200" indent="-203200"/>
            <a:lvl6pPr marL="2946400" indent="-203200"/>
            <a:lvl7pPr marL="3403600" indent="-203200"/>
            <a:lvl8pPr marL="3860800" indent="-203200"/>
            <a:lvl9pPr marL="4318000" indent="-203200"/>
          </a:lstStyle>
          <a:p>
            <a:pPr marL="0" indent="0" algn="l">
              <a:lnSpc>
                <a:spcPct val="100000"/>
              </a:lnSpc>
              <a:defRPr/>
            </a:pPr>
            <a:r>
              <a:rPr lang="en-US" sz="1900" b="1" i="0" u="none" strike="noStrike" err="1">
                <a:solidFill>
                  <a:srgbClr val="000000"/>
                </a:solidFill>
                <a:latin typeface="Geist"/>
                <a:ea typeface="Geist"/>
                <a:cs typeface="Geist"/>
                <a:sym typeface="Geist"/>
              </a:rPr>
              <a:t>Gennemgå</a:t>
            </a:r>
            <a:r>
              <a:rPr lang="en-US" sz="1900" b="1" i="0" u="none" strike="noStrike">
                <a:solidFill>
                  <a:srgbClr val="000000"/>
                </a:solidFill>
                <a:latin typeface="Geist"/>
                <a:ea typeface="Geist"/>
                <a:cs typeface="Geist"/>
                <a:sym typeface="Geist"/>
              </a:rPr>
              <a:t> </a:t>
            </a:r>
            <a:r>
              <a:rPr lang="en-US" sz="1900" b="1" i="0" u="none" strike="noStrike" err="1">
                <a:solidFill>
                  <a:srgbClr val="000000"/>
                </a:solidFill>
                <a:latin typeface="Geist"/>
                <a:ea typeface="Geist"/>
                <a:cs typeface="Geist"/>
                <a:sym typeface="Geist"/>
              </a:rPr>
              <a:t>følgende</a:t>
            </a:r>
            <a:r>
              <a:rPr lang="en-US" sz="1900" b="1" i="0" u="none" strike="noStrike">
                <a:solidFill>
                  <a:srgbClr val="000000"/>
                </a:solidFill>
                <a:latin typeface="Geist"/>
                <a:ea typeface="Geist"/>
                <a:cs typeface="Geist"/>
                <a:sym typeface="Geist"/>
              </a:rPr>
              <a:t> </a:t>
            </a:r>
            <a:r>
              <a:rPr lang="en-US" sz="1900" b="1" i="0" u="none" strike="noStrike" err="1">
                <a:solidFill>
                  <a:srgbClr val="000000"/>
                </a:solidFill>
                <a:latin typeface="Geist"/>
                <a:ea typeface="Geist"/>
                <a:cs typeface="Geist"/>
                <a:sym typeface="Geist"/>
              </a:rPr>
              <a:t>spørgsmål</a:t>
            </a:r>
            <a:r>
              <a:rPr lang="en-US" sz="1900" b="1" i="0" u="none" strike="noStrike">
                <a:solidFill>
                  <a:srgbClr val="000000"/>
                </a:solidFill>
                <a:latin typeface="Geist"/>
                <a:ea typeface="Geist"/>
                <a:cs typeface="Geist"/>
                <a:sym typeface="Geist"/>
              </a:rPr>
              <a:t> for at </a:t>
            </a:r>
            <a:r>
              <a:rPr lang="en-US" sz="1900" b="1" i="0" u="none" strike="noStrike" err="1">
                <a:solidFill>
                  <a:srgbClr val="000000"/>
                </a:solidFill>
                <a:latin typeface="Geist"/>
                <a:ea typeface="Geist"/>
                <a:cs typeface="Geist"/>
                <a:sym typeface="Geist"/>
              </a:rPr>
              <a:t>consolidere</a:t>
            </a:r>
            <a:r>
              <a:rPr lang="en-US" sz="1900" b="1" i="0" u="none" strike="noStrike">
                <a:solidFill>
                  <a:srgbClr val="000000"/>
                </a:solidFill>
                <a:latin typeface="Geist"/>
                <a:ea typeface="Geist"/>
                <a:cs typeface="Geist"/>
                <a:sym typeface="Geist"/>
              </a:rPr>
              <a:t> din </a:t>
            </a:r>
            <a:r>
              <a:rPr lang="en-US" sz="1900" b="1" i="0" u="none" strike="noStrike" err="1">
                <a:solidFill>
                  <a:srgbClr val="000000"/>
                </a:solidFill>
                <a:latin typeface="Geist"/>
                <a:ea typeface="Geist"/>
                <a:cs typeface="Geist"/>
                <a:sym typeface="Geist"/>
              </a:rPr>
              <a:t>forståelse</a:t>
            </a:r>
            <a:r>
              <a:rPr lang="en-US" sz="1900" b="1" i="0" u="none" strike="noStrike">
                <a:solidFill>
                  <a:srgbClr val="000000"/>
                </a:solidFill>
                <a:latin typeface="Geist"/>
                <a:ea typeface="Geist"/>
                <a:cs typeface="Geist"/>
                <a:sym typeface="Geist"/>
              </a:rPr>
              <a:t> </a:t>
            </a:r>
            <a:r>
              <a:rPr lang="en-US" sz="1900" b="1" i="0" u="none" strike="noStrike" err="1">
                <a:solidFill>
                  <a:srgbClr val="000000"/>
                </a:solidFill>
                <a:latin typeface="Geist"/>
                <a:ea typeface="Geist"/>
                <a:cs typeface="Geist"/>
                <a:sym typeface="Geist"/>
              </a:rPr>
              <a:t>af</a:t>
            </a:r>
            <a:r>
              <a:rPr lang="en-US" sz="1900" b="1" i="0" u="none" strike="noStrike">
                <a:solidFill>
                  <a:srgbClr val="000000"/>
                </a:solidFill>
                <a:latin typeface="Geist"/>
                <a:ea typeface="Geist"/>
                <a:cs typeface="Geist"/>
                <a:sym typeface="Geist"/>
              </a:rPr>
              <a:t> </a:t>
            </a:r>
            <a:r>
              <a:rPr lang="en-US" sz="1900" b="1" i="0" u="none" strike="noStrike" err="1">
                <a:solidFill>
                  <a:srgbClr val="000000"/>
                </a:solidFill>
                <a:latin typeface="Geist"/>
                <a:ea typeface="Geist"/>
                <a:cs typeface="Geist"/>
                <a:sym typeface="Geist"/>
              </a:rPr>
              <a:t>algoritmerens</a:t>
            </a:r>
            <a:r>
              <a:rPr lang="en-US" sz="1900" b="1" i="0" u="none" strike="noStrike">
                <a:solidFill>
                  <a:srgbClr val="000000"/>
                </a:solidFill>
                <a:latin typeface="Geist"/>
                <a:ea typeface="Geist"/>
                <a:cs typeface="Geist"/>
                <a:sym typeface="Geist"/>
              </a:rPr>
              <a:t> </a:t>
            </a:r>
            <a:r>
              <a:rPr lang="en-US" sz="1900" b="1" i="0" u="none" strike="noStrike" err="1">
                <a:solidFill>
                  <a:srgbClr val="000000"/>
                </a:solidFill>
                <a:latin typeface="Geist"/>
                <a:ea typeface="Geist"/>
                <a:cs typeface="Geist"/>
                <a:sym typeface="Geist"/>
              </a:rPr>
              <a:t>principper</a:t>
            </a:r>
            <a:r>
              <a:rPr lang="en-US" sz="1900" b="1" i="0" u="none" strike="noStrike">
                <a:solidFill>
                  <a:srgbClr val="000000"/>
                </a:solidFill>
                <a:latin typeface="Geist"/>
                <a:ea typeface="Geist"/>
                <a:cs typeface="Geist"/>
                <a:sym typeface="Geist"/>
              </a:rPr>
              <a:t>:</a:t>
            </a:r>
            <a:endParaRPr lang="en-US" sz="1100"/>
          </a:p>
          <a:p>
            <a:pPr marL="0" indent="0" algn="l">
              <a:lnSpc>
                <a:spcPct val="100000"/>
              </a:lnSpc>
            </a:pPr>
            <a:endParaRPr lang="en-US" sz="1100"/>
          </a:p>
          <a:p>
            <a:pPr marL="114300" indent="0" algn="l">
              <a:lnSpc>
                <a:spcPct val="108333"/>
              </a:lnSpc>
              <a:buClr>
                <a:srgbClr val="000000"/>
              </a:buClr>
            </a:pPr>
            <a:endParaRPr lang="en-US" sz="1600" b="0" i="0" u="none" strike="noStrike">
              <a:solidFill>
                <a:srgbClr val="000000"/>
              </a:solidFill>
              <a:latin typeface="Geist"/>
              <a:ea typeface="Geist"/>
              <a:cs typeface="Geist"/>
              <a:sym typeface="Geist"/>
            </a:endParaRPr>
          </a:p>
        </p:txBody>
      </p:sp>
      <p:graphicFrame>
        <p:nvGraphicFramePr>
          <p:cNvPr id="10" name="Table 9">
            <a:extLst>
              <a:ext uri="{FF2B5EF4-FFF2-40B4-BE49-F238E27FC236}">
                <a16:creationId xmlns:a16="http://schemas.microsoft.com/office/drawing/2014/main" id="{7F0E15C3-B82C-93FA-5D46-F27007422603}"/>
              </a:ext>
            </a:extLst>
          </p:cNvPr>
          <p:cNvGraphicFramePr>
            <a:graphicFrameLocks noGrp="1"/>
          </p:cNvGraphicFramePr>
          <p:nvPr>
            <p:extLst>
              <p:ext uri="{D42A27DB-BD31-4B8C-83A1-F6EECF244321}">
                <p14:modId xmlns:p14="http://schemas.microsoft.com/office/powerpoint/2010/main" val="716073620"/>
              </p:ext>
            </p:extLst>
          </p:nvPr>
        </p:nvGraphicFramePr>
        <p:xfrm>
          <a:off x="2350623" y="1348394"/>
          <a:ext cx="4442754" cy="3262311"/>
        </p:xfrm>
        <a:graphic>
          <a:graphicData uri="http://schemas.openxmlformats.org/drawingml/2006/table">
            <a:tbl>
              <a:tblPr>
                <a:tableStyleId>{5C22544A-7EE6-4342-B048-85BDC9FD1C3A}</a:tableStyleId>
              </a:tblPr>
              <a:tblGrid>
                <a:gridCol w="259227">
                  <a:extLst>
                    <a:ext uri="{9D8B030D-6E8A-4147-A177-3AD203B41FA5}">
                      <a16:colId xmlns:a16="http://schemas.microsoft.com/office/drawing/2014/main" val="714884626"/>
                    </a:ext>
                  </a:extLst>
                </a:gridCol>
                <a:gridCol w="4183527">
                  <a:extLst>
                    <a:ext uri="{9D8B030D-6E8A-4147-A177-3AD203B41FA5}">
                      <a16:colId xmlns:a16="http://schemas.microsoft.com/office/drawing/2014/main" val="1148955108"/>
                    </a:ext>
                  </a:extLst>
                </a:gridCol>
              </a:tblGrid>
              <a:tr h="772653">
                <a:tc>
                  <a:txBody>
                    <a:bodyPr/>
                    <a:lstStyle/>
                    <a:p>
                      <a:pPr>
                        <a:buNone/>
                      </a:pPr>
                      <a:r>
                        <a:rPr lang="en-DK" sz="800"/>
                        <a:t>1</a:t>
                      </a:r>
                    </a:p>
                  </a:txBody>
                  <a:tcPr marL="51510" marR="51510" marT="25755" marB="25755" anchor="ctr"/>
                </a:tc>
                <a:tc>
                  <a:txBody>
                    <a:bodyPr/>
                    <a:lstStyle/>
                    <a:p>
                      <a:pPr>
                        <a:buNone/>
                      </a:pPr>
                      <a:r>
                        <a:rPr lang="en-DK" sz="800"/>
                        <a:t>Algoritme eller program? Forklar forskellen mellem en algoritme og et computerprogram. Find et eksempel fra jeres eget Scratch-spil, hvor I først beskriver løsningen som en algoritme og derefter viser, hvordan den bliver implementeret i Scratch.</a:t>
                      </a:r>
                    </a:p>
                  </a:txBody>
                  <a:tcPr marL="51510" marR="51510" marT="25755" marB="25755" anchor="ctr"/>
                </a:tc>
                <a:extLst>
                  <a:ext uri="{0D108BD9-81ED-4DB2-BD59-A6C34878D82A}">
                    <a16:rowId xmlns:a16="http://schemas.microsoft.com/office/drawing/2014/main" val="296417020"/>
                  </a:ext>
                </a:extLst>
              </a:tr>
              <a:tr h="652462">
                <a:tc>
                  <a:txBody>
                    <a:bodyPr/>
                    <a:lstStyle/>
                    <a:p>
                      <a:pPr>
                        <a:buNone/>
                      </a:pPr>
                      <a:r>
                        <a:rPr lang="en-DK" sz="800"/>
                        <a:t>2</a:t>
                      </a:r>
                    </a:p>
                  </a:txBody>
                  <a:tcPr marL="51510" marR="51510" marT="25755" marB="25755" anchor="ctr"/>
                </a:tc>
                <a:tc>
                  <a:txBody>
                    <a:bodyPr/>
                    <a:lstStyle/>
                    <a:p>
                      <a:pPr>
                        <a:buNone/>
                      </a:pPr>
                      <a:r>
                        <a:rPr lang="en-DK" sz="800"/>
                        <a:t>Nedbrydning: Vælg en større funktion i jeres Scratch-,  Nedbryd funktionen i mindst 5 mindre trin. Vis derefter, hvordan de enkelte trin kan implementeres med Scratch-blokke.</a:t>
                      </a:r>
                    </a:p>
                  </a:txBody>
                  <a:tcPr marL="51510" marR="51510" marT="25755" marB="25755" anchor="ctr"/>
                </a:tc>
                <a:extLst>
                  <a:ext uri="{0D108BD9-81ED-4DB2-BD59-A6C34878D82A}">
                    <a16:rowId xmlns:a16="http://schemas.microsoft.com/office/drawing/2014/main" val="667812731"/>
                  </a:ext>
                </a:extLst>
              </a:tr>
              <a:tr h="652462">
                <a:tc>
                  <a:txBody>
                    <a:bodyPr/>
                    <a:lstStyle/>
                    <a:p>
                      <a:pPr>
                        <a:buNone/>
                      </a:pPr>
                      <a:r>
                        <a:rPr lang="en-DK" sz="800"/>
                        <a:t>3</a:t>
                      </a:r>
                    </a:p>
                  </a:txBody>
                  <a:tcPr marL="51510" marR="51510" marT="25755" marB="25755" anchor="ctr"/>
                </a:tc>
                <a:tc>
                  <a:txBody>
                    <a:bodyPr/>
                    <a:lstStyle/>
                    <a:p>
                      <a:pPr>
                        <a:buNone/>
                      </a:pPr>
                      <a:r>
                        <a:rPr lang="en-DK" sz="800"/>
                        <a:t>Sekventiel eksekvering: Lav et lille Scratch-program, hvor mindst 5 handlinger sker i en bestemt rækkefølge. Hvad ville der ske, hvis I ændrede rækkefølgen på blokkene? Forklar, hvorfor rækkefølgen er vigtig.</a:t>
                      </a:r>
                    </a:p>
                  </a:txBody>
                  <a:tcPr marL="51510" marR="51510" marT="25755" marB="25755" anchor="ctr"/>
                </a:tc>
                <a:extLst>
                  <a:ext uri="{0D108BD9-81ED-4DB2-BD59-A6C34878D82A}">
                    <a16:rowId xmlns:a16="http://schemas.microsoft.com/office/drawing/2014/main" val="94396906"/>
                  </a:ext>
                </a:extLst>
              </a:tr>
              <a:tr h="652462">
                <a:tc>
                  <a:txBody>
                    <a:bodyPr/>
                    <a:lstStyle/>
                    <a:p>
                      <a:pPr>
                        <a:buNone/>
                      </a:pPr>
                      <a:r>
                        <a:rPr lang="en-DK" sz="800"/>
                        <a:t>4</a:t>
                      </a:r>
                    </a:p>
                  </a:txBody>
                  <a:tcPr marL="51510" marR="51510" marT="25755" marB="25755" anchor="ctr"/>
                </a:tc>
                <a:tc>
                  <a:txBody>
                    <a:bodyPr/>
                    <a:lstStyle/>
                    <a:p>
                      <a:pPr>
                        <a:buNone/>
                      </a:pPr>
                      <a:r>
                        <a:rPr lang="en-DK" sz="800"/>
                        <a:t>Tilstand (state): Forestil jer, at jeres Scratch-spil har følgende tilstande: start → spil → mål → slut. Hvilke data skal Scratch holde styr på for at vide, hvilken tilstand spillet er i? Vis det med variabler eller Scratch-blokke.</a:t>
                      </a:r>
                    </a:p>
                  </a:txBody>
                  <a:tcPr marL="51510" marR="51510" marT="25755" marB="25755" anchor="ctr"/>
                </a:tc>
                <a:extLst>
                  <a:ext uri="{0D108BD9-81ED-4DB2-BD59-A6C34878D82A}">
                    <a16:rowId xmlns:a16="http://schemas.microsoft.com/office/drawing/2014/main" val="33437558"/>
                  </a:ext>
                </a:extLst>
              </a:tr>
              <a:tr h="532272">
                <a:tc>
                  <a:txBody>
                    <a:bodyPr/>
                    <a:lstStyle/>
                    <a:p>
                      <a:pPr>
                        <a:buNone/>
                      </a:pPr>
                      <a:r>
                        <a:rPr lang="en-DK" sz="800"/>
                        <a:t>5</a:t>
                      </a:r>
                    </a:p>
                  </a:txBody>
                  <a:tcPr marL="51510" marR="51510" marT="25755" marB="25755" anchor="ctr"/>
                </a:tc>
                <a:tc>
                  <a:txBody>
                    <a:bodyPr/>
                    <a:lstStyle/>
                    <a:p>
                      <a:pPr>
                        <a:buNone/>
                      </a:pPr>
                      <a:r>
                        <a:rPr lang="en-DK" sz="800"/>
                        <a:t>Kontrolstrukturer: Find eksempler på sekvens, valg og gentagelse i Scratch. Forklar, hvad de tre kontrolstrukturer bruges til, og find mindst ét eksempel </a:t>
                      </a:r>
                    </a:p>
                  </a:txBody>
                  <a:tcPr marL="51510" marR="51510" marT="25755" marB="25755" anchor="ctr"/>
                </a:tc>
                <a:extLst>
                  <a:ext uri="{0D108BD9-81ED-4DB2-BD59-A6C34878D82A}">
                    <a16:rowId xmlns:a16="http://schemas.microsoft.com/office/drawing/2014/main" val="4162349743"/>
                  </a:ext>
                </a:extLst>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3"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750300" y="63500"/>
            <a:ext cx="203200" cy="203200"/>
          </a:xfrm>
          <a:prstGeom prst="ellipse">
            <a:avLst/>
          </a:prstGeom>
          <a:no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469900" y="784711"/>
            <a:ext cx="7759700" cy="30480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16666"/>
              </a:lnSpc>
              <a:defRPr/>
            </a:pPr>
            <a:r>
              <a:rPr lang="en-US" sz="2400" b="1" i="0" u="none" strike="noStrike" err="1">
                <a:solidFill>
                  <a:srgbClr val="6A62D9"/>
                </a:solidFill>
                <a:latin typeface="Geist"/>
                <a:ea typeface="Geist"/>
                <a:cs typeface="Geist"/>
                <a:sym typeface="Geist"/>
              </a:rPr>
              <a:t>Opgave</a:t>
            </a:r>
            <a:r>
              <a:rPr lang="en-US" sz="2400" b="1" i="0" u="none" strike="noStrike">
                <a:solidFill>
                  <a:srgbClr val="6A62D9"/>
                </a:solidFill>
                <a:latin typeface="Geist"/>
                <a:ea typeface="Geist"/>
                <a:cs typeface="Geist"/>
                <a:sym typeface="Geist"/>
              </a:rPr>
              <a:t>: I scratch!</a:t>
            </a:r>
            <a:endParaRPr lang="en-US" sz="1100"/>
          </a:p>
          <a:p>
            <a:pPr marL="457200" indent="-457200" algn="l">
              <a:lnSpc>
                <a:spcPct val="116666"/>
              </a:lnSpc>
              <a:spcBef>
                <a:spcPts val="1200"/>
              </a:spcBef>
              <a:buAutoNum type="arabicPeriod"/>
            </a:pPr>
            <a:r>
              <a:rPr lang="en-US" sz="1900" b="1" i="0" u="none" strike="noStrike" err="1">
                <a:solidFill>
                  <a:srgbClr val="000000"/>
                </a:solidFill>
                <a:latin typeface="Geist"/>
                <a:ea typeface="Geist"/>
                <a:cs typeface="Geist"/>
                <a:sym typeface="Geist"/>
              </a:rPr>
              <a:t>Gruppeopgave</a:t>
            </a:r>
            <a:r>
              <a:rPr lang="en-US" sz="1900" b="1" i="0" u="none" strike="noStrike">
                <a:solidFill>
                  <a:srgbClr val="000000"/>
                </a:solidFill>
                <a:latin typeface="Geist"/>
                <a:ea typeface="Geist"/>
                <a:cs typeface="Geist"/>
                <a:sym typeface="Geist"/>
              </a:rPr>
              <a:t> (15 </a:t>
            </a:r>
            <a:r>
              <a:rPr lang="en-US" sz="1900" b="1" i="0" u="none" strike="noStrike" err="1">
                <a:solidFill>
                  <a:srgbClr val="000000"/>
                </a:solidFill>
                <a:latin typeface="Geist"/>
                <a:ea typeface="Geist"/>
                <a:cs typeface="Geist"/>
                <a:sym typeface="Geist"/>
              </a:rPr>
              <a:t>minutter</a:t>
            </a:r>
            <a:r>
              <a:rPr lang="en-US" sz="1900" b="1" i="0" u="none" strike="noStrike">
                <a:solidFill>
                  <a:srgbClr val="000000"/>
                </a:solidFill>
                <a:latin typeface="Geist"/>
                <a:ea typeface="Geist"/>
                <a:cs typeface="Geist"/>
                <a:sym typeface="Geist"/>
              </a:rPr>
              <a:t>):</a:t>
            </a:r>
            <a:br>
              <a:rPr lang="en-US" sz="1800" b="0" i="0" u="none" strike="noStrike">
                <a:solidFill>
                  <a:srgbClr val="000000"/>
                </a:solidFill>
                <a:latin typeface="Geist"/>
                <a:ea typeface="Geist"/>
                <a:cs typeface="Geist"/>
                <a:sym typeface="Geist"/>
              </a:rPr>
            </a:br>
            <a:r>
              <a:rPr lang="en-US" sz="1700" b="0" i="0" u="none" strike="noStrike" err="1">
                <a:solidFill>
                  <a:srgbClr val="000000"/>
                </a:solidFill>
                <a:latin typeface="Geist"/>
                <a:ea typeface="Geist"/>
                <a:cs typeface="Geist"/>
                <a:sym typeface="Geist"/>
              </a:rPr>
              <a:t>Diskutér</a:t>
            </a:r>
            <a:r>
              <a:rPr lang="en-US" sz="1700" b="0" i="0" u="none" strike="noStrike">
                <a:solidFill>
                  <a:srgbClr val="000000"/>
                </a:solidFill>
                <a:latin typeface="Geist"/>
                <a:ea typeface="Geist"/>
                <a:cs typeface="Geist"/>
                <a:sym typeface="Geist"/>
              </a:rPr>
              <a:t> </a:t>
            </a:r>
            <a:r>
              <a:rPr lang="en-US" sz="1700" b="0" i="0" u="none" strike="noStrike" err="1">
                <a:solidFill>
                  <a:srgbClr val="000000"/>
                </a:solidFill>
                <a:latin typeface="Geist"/>
                <a:ea typeface="Geist"/>
                <a:cs typeface="Geist"/>
                <a:sym typeface="Geist"/>
              </a:rPr>
              <a:t>i</a:t>
            </a:r>
            <a:r>
              <a:rPr lang="en-US" sz="1700" b="0" i="0" u="none" strike="noStrike">
                <a:solidFill>
                  <a:srgbClr val="000000"/>
                </a:solidFill>
                <a:latin typeface="Geist"/>
                <a:ea typeface="Geist"/>
                <a:cs typeface="Geist"/>
                <a:sym typeface="Geist"/>
              </a:rPr>
              <a:t> </a:t>
            </a:r>
            <a:r>
              <a:rPr lang="en-US" sz="1700" b="0" i="0" u="none" strike="noStrike" err="1">
                <a:solidFill>
                  <a:srgbClr val="000000"/>
                </a:solidFill>
                <a:latin typeface="Geist"/>
                <a:ea typeface="Geist"/>
                <a:cs typeface="Geist"/>
                <a:sym typeface="Geist"/>
              </a:rPr>
              <a:t>grupper</a:t>
            </a:r>
            <a:r>
              <a:rPr lang="en-US" sz="1700" b="0" i="0" u="none" strike="noStrike">
                <a:solidFill>
                  <a:srgbClr val="000000"/>
                </a:solidFill>
                <a:latin typeface="Geist"/>
                <a:ea typeface="Geist"/>
                <a:cs typeface="Geist"/>
                <a:sym typeface="Geist"/>
              </a:rPr>
              <a:t> (3-4 </a:t>
            </a:r>
            <a:r>
              <a:rPr lang="en-US" sz="1700" b="0" i="0" u="none" strike="noStrike" err="1">
                <a:solidFill>
                  <a:srgbClr val="000000"/>
                </a:solidFill>
                <a:latin typeface="Geist"/>
                <a:ea typeface="Geist"/>
                <a:cs typeface="Geist"/>
                <a:sym typeface="Geist"/>
              </a:rPr>
              <a:t>personer</a:t>
            </a:r>
            <a:r>
              <a:rPr lang="en-US" sz="1700" b="0" i="0" u="none" strike="noStrike">
                <a:solidFill>
                  <a:srgbClr val="000000"/>
                </a:solidFill>
                <a:latin typeface="Geist"/>
                <a:ea typeface="Geist"/>
                <a:cs typeface="Geist"/>
                <a:sym typeface="Geist"/>
              </a:rPr>
              <a:t>) </a:t>
            </a:r>
            <a:r>
              <a:rPr lang="en-US" sz="1700" b="0" i="0" u="none" strike="noStrike" err="1">
                <a:solidFill>
                  <a:srgbClr val="000000"/>
                </a:solidFill>
                <a:latin typeface="Geist"/>
                <a:ea typeface="Geist"/>
                <a:cs typeface="Geist"/>
                <a:sym typeface="Geist"/>
              </a:rPr>
              <a:t>og</a:t>
            </a:r>
            <a:r>
              <a:rPr lang="en-US" sz="1700" b="0" i="0" u="none" strike="noStrike">
                <a:solidFill>
                  <a:srgbClr val="000000"/>
                </a:solidFill>
                <a:latin typeface="Geist"/>
                <a:ea typeface="Geist"/>
                <a:cs typeface="Geist"/>
                <a:sym typeface="Geist"/>
              </a:rPr>
              <a:t> </a:t>
            </a:r>
            <a:r>
              <a:rPr lang="en-US" sz="1700" b="0" i="0" u="none" strike="noStrike" err="1">
                <a:solidFill>
                  <a:srgbClr val="000000"/>
                </a:solidFill>
                <a:latin typeface="Geist"/>
                <a:ea typeface="Geist"/>
                <a:cs typeface="Geist"/>
                <a:sym typeface="Geist"/>
              </a:rPr>
              <a:t>analyse</a:t>
            </a:r>
            <a:r>
              <a:rPr lang="en-US" sz="1700" b="0" i="0" u="none" strike="noStrike">
                <a:solidFill>
                  <a:srgbClr val="000000"/>
                </a:solidFill>
                <a:latin typeface="Geist"/>
                <a:ea typeface="Geist"/>
                <a:cs typeface="Geist"/>
                <a:sym typeface="Geist"/>
              </a:rPr>
              <a:t> 2 scratch </a:t>
            </a:r>
            <a:r>
              <a:rPr lang="en-US" sz="1700" b="0" i="0" u="none" strike="noStrike" err="1">
                <a:solidFill>
                  <a:srgbClr val="000000"/>
                </a:solidFill>
                <a:latin typeface="Geist"/>
                <a:ea typeface="Geist"/>
                <a:cs typeface="Geist"/>
                <a:sym typeface="Geist"/>
              </a:rPr>
              <a:t>kode</a:t>
            </a:r>
            <a:r>
              <a:rPr lang="en-US" sz="1700" b="0" i="0" u="none" strike="noStrike">
                <a:solidFill>
                  <a:srgbClr val="000000"/>
                </a:solidFill>
                <a:latin typeface="Geist"/>
                <a:ea typeface="Geist"/>
                <a:cs typeface="Geist"/>
                <a:sym typeface="Geist"/>
              </a:rPr>
              <a:t> sample</a:t>
            </a:r>
          </a:p>
          <a:p>
            <a:pPr>
              <a:lnSpc>
                <a:spcPct val="116666"/>
              </a:lnSpc>
              <a:spcBef>
                <a:spcPts val="1200"/>
              </a:spcBef>
            </a:pPr>
            <a:r>
              <a:rPr lang="en-US" sz="1700">
                <a:latin typeface="Geist"/>
                <a:ea typeface="Geist"/>
                <a:cs typeface="Geist"/>
                <a:sym typeface="Geist"/>
                <a:hlinkClick r:id="rId4"/>
              </a:rPr>
              <a:t>https://scratch.mit.edu/projects/1368477162/</a:t>
            </a:r>
            <a:endParaRPr lang="en-US" sz="1700">
              <a:latin typeface="Geist"/>
              <a:ea typeface="Geist"/>
              <a:cs typeface="Geist"/>
              <a:sym typeface="Geist"/>
            </a:endParaRPr>
          </a:p>
          <a:p>
            <a:pPr>
              <a:lnSpc>
                <a:spcPct val="116666"/>
              </a:lnSpc>
              <a:spcBef>
                <a:spcPts val="1200"/>
              </a:spcBef>
            </a:pPr>
            <a:r>
              <a:rPr lang="en-US" sz="1700">
                <a:latin typeface="Geist"/>
                <a:ea typeface="Geist"/>
                <a:cs typeface="Geist"/>
                <a:sym typeface="Geist"/>
                <a:hlinkClick r:id="rId5"/>
              </a:rPr>
              <a:t>https://scratch.mit.edu/projects/1368477528</a:t>
            </a:r>
            <a:endParaRPr lang="en-US" sz="1700">
              <a:latin typeface="Geist"/>
              <a:ea typeface="Geist"/>
              <a:cs typeface="Geist"/>
              <a:sym typeface="Geist"/>
            </a:endParaRPr>
          </a:p>
          <a:p>
            <a:pPr algn="l">
              <a:lnSpc>
                <a:spcPct val="116666"/>
              </a:lnSpc>
              <a:spcBef>
                <a:spcPts val="1200"/>
              </a:spcBef>
            </a:pPr>
            <a:endParaRPr lang="en-US" sz="1700" b="0" i="0" u="none" strike="noStrike">
              <a:solidFill>
                <a:srgbClr val="000000"/>
              </a:solidFill>
              <a:latin typeface="Geist"/>
              <a:ea typeface="Geist"/>
              <a:cs typeface="Geist"/>
              <a:sym typeface="Geist"/>
            </a:endParaRPr>
          </a:p>
          <a:p>
            <a:pPr>
              <a:spcBef>
                <a:spcPts val="1200"/>
              </a:spcBef>
            </a:pPr>
            <a:r>
              <a:rPr lang="en-US" sz="1900" b="1" i="0" u="none" strike="noStrike">
                <a:solidFill>
                  <a:srgbClr val="000000"/>
                </a:solidFill>
                <a:latin typeface="Geist"/>
                <a:ea typeface="Geist"/>
                <a:cs typeface="Geist"/>
                <a:sym typeface="Geist"/>
              </a:rPr>
              <a:t>2. </a:t>
            </a:r>
            <a:r>
              <a:rPr lang="en-US" sz="1900" b="1" i="0" u="none" strike="noStrike" err="1">
                <a:solidFill>
                  <a:srgbClr val="000000"/>
                </a:solidFill>
                <a:latin typeface="Geist"/>
                <a:ea typeface="Geist"/>
                <a:cs typeface="Geist"/>
                <a:sym typeface="Geist"/>
              </a:rPr>
              <a:t>Præsentation</a:t>
            </a:r>
            <a:r>
              <a:rPr lang="en-US" sz="1900" b="1" i="0" u="none" strike="noStrike">
                <a:solidFill>
                  <a:srgbClr val="000000"/>
                </a:solidFill>
                <a:latin typeface="Geist"/>
                <a:ea typeface="Geist"/>
                <a:cs typeface="Geist"/>
                <a:sym typeface="Geist"/>
              </a:rPr>
              <a:t> &amp; </a:t>
            </a:r>
            <a:r>
              <a:rPr lang="en-US" sz="1900" b="1" i="0" u="none" strike="noStrike" err="1">
                <a:solidFill>
                  <a:srgbClr val="000000"/>
                </a:solidFill>
                <a:latin typeface="Geist"/>
                <a:ea typeface="Geist"/>
                <a:cs typeface="Geist"/>
                <a:sym typeface="Geist"/>
              </a:rPr>
              <a:t>Diskussion</a:t>
            </a:r>
            <a:r>
              <a:rPr lang="en-US" sz="1900" b="1" i="0" u="none" strike="noStrike">
                <a:solidFill>
                  <a:srgbClr val="000000"/>
                </a:solidFill>
                <a:latin typeface="Geist"/>
                <a:ea typeface="Geist"/>
                <a:cs typeface="Geist"/>
                <a:sym typeface="Geist"/>
              </a:rPr>
              <a:t>:</a:t>
            </a:r>
            <a:br>
              <a:rPr lang="en-US" sz="1800" b="0" i="0" u="none" strike="noStrike">
                <a:solidFill>
                  <a:srgbClr val="000000"/>
                </a:solidFill>
                <a:latin typeface="Geist"/>
                <a:ea typeface="Geist"/>
                <a:cs typeface="Geist"/>
                <a:sym typeface="Geist"/>
              </a:rPr>
            </a:br>
            <a:r>
              <a:rPr lang="en-US" sz="1700" b="0" i="0" u="none" strike="noStrike" err="1">
                <a:solidFill>
                  <a:srgbClr val="000000"/>
                </a:solidFill>
                <a:latin typeface="Geist"/>
                <a:ea typeface="Geist"/>
                <a:cs typeface="Geist"/>
                <a:sym typeface="Geist"/>
              </a:rPr>
              <a:t>Efterfølgende</a:t>
            </a:r>
            <a:r>
              <a:rPr lang="en-US" sz="1700" b="0" i="0" u="none" strike="noStrike">
                <a:solidFill>
                  <a:srgbClr val="000000"/>
                </a:solidFill>
                <a:latin typeface="Geist"/>
                <a:ea typeface="Geist"/>
                <a:cs typeface="Geist"/>
                <a:sym typeface="Geist"/>
              </a:rPr>
              <a:t> </a:t>
            </a:r>
            <a:r>
              <a:rPr lang="en-US" sz="1700" b="0" i="0" u="none" strike="noStrike" err="1">
                <a:solidFill>
                  <a:srgbClr val="000000"/>
                </a:solidFill>
                <a:latin typeface="Geist"/>
                <a:ea typeface="Geist"/>
                <a:cs typeface="Geist"/>
                <a:sym typeface="Geist"/>
              </a:rPr>
              <a:t>undersøger</a:t>
            </a:r>
            <a:r>
              <a:rPr lang="en-US" sz="1700" b="0" i="0" u="none" strike="noStrike">
                <a:solidFill>
                  <a:srgbClr val="000000"/>
                </a:solidFill>
                <a:latin typeface="Geist"/>
                <a:ea typeface="Geist"/>
                <a:cs typeface="Geist"/>
                <a:sym typeface="Geist"/>
              </a:rPr>
              <a:t> vi: </a:t>
            </a:r>
            <a:r>
              <a:rPr lang="en-US" sz="1700" b="0" i="0" u="none" strike="noStrike" err="1">
                <a:solidFill>
                  <a:srgbClr val="000000"/>
                </a:solidFill>
                <a:latin typeface="Geist"/>
                <a:ea typeface="Geist"/>
                <a:cs typeface="Geist"/>
                <a:sym typeface="Geist"/>
              </a:rPr>
              <a:t>Hvad</a:t>
            </a:r>
            <a:r>
              <a:rPr lang="en-US" sz="1700" b="0" i="0" u="none" strike="noStrike">
                <a:solidFill>
                  <a:srgbClr val="000000"/>
                </a:solidFill>
                <a:latin typeface="Geist"/>
                <a:ea typeface="Geist"/>
                <a:cs typeface="Geist"/>
                <a:sym typeface="Geist"/>
              </a:rPr>
              <a:t> </a:t>
            </a:r>
            <a:r>
              <a:rPr lang="en-US" sz="1700" err="1">
                <a:latin typeface="Geist"/>
                <a:sym typeface="Geist"/>
              </a:rPr>
              <a:t>manglede</a:t>
            </a:r>
            <a:r>
              <a:rPr lang="en-US" sz="1700">
                <a:latin typeface="Geist"/>
                <a:sym typeface="Geist"/>
              </a:rPr>
              <a:t> der</a:t>
            </a:r>
            <a:r>
              <a:rPr lang="en-DK" sz="1700">
                <a:latin typeface="Geist"/>
              </a:rPr>
              <a:t>? </a:t>
            </a:r>
            <a:r>
              <a:rPr lang="en-US" sz="1700">
                <a:latin typeface="Geist"/>
                <a:sym typeface="Geist"/>
              </a:rPr>
              <a:t>? </a:t>
            </a:r>
            <a:r>
              <a:rPr lang="en-US" sz="1700" err="1">
                <a:latin typeface="Geist"/>
                <a:sym typeface="Geist"/>
              </a:rPr>
              <a:t>Hvordan</a:t>
            </a:r>
            <a:r>
              <a:rPr lang="en-US" sz="1700">
                <a:latin typeface="Geist"/>
                <a:sym typeface="Geist"/>
              </a:rPr>
              <a:t> </a:t>
            </a:r>
            <a:r>
              <a:rPr lang="en-DK" sz="1700">
                <a:latin typeface="Geist"/>
              </a:rPr>
              <a:t>dokumentere jeres arbejde direkte i Scratch-koden?</a:t>
            </a:r>
            <a:endParaRPr lang="en-US" sz="1700">
              <a:latin typeface="Geist"/>
              <a:sym typeface="Geist"/>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kstfelt 1">
            <a:extLst>
              <a:ext uri="{FF2B5EF4-FFF2-40B4-BE49-F238E27FC236}">
                <a16:creationId xmlns:a16="http://schemas.microsoft.com/office/drawing/2014/main" id="{49941B85-CBEC-D619-7DDF-4C40CEB87C75}"/>
              </a:ext>
            </a:extLst>
          </p:cNvPr>
          <p:cNvSpPr txBox="1"/>
          <p:nvPr/>
        </p:nvSpPr>
        <p:spPr>
          <a:xfrm>
            <a:off x="842433" y="781050"/>
            <a:ext cx="4572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solidFill>
                  <a:srgbClr val="6A62D9"/>
                </a:solidFill>
                <a:latin typeface="Geist"/>
              </a:rPr>
              <a:t>Challenge: </a:t>
            </a:r>
            <a:endParaRPr lang="da-DK"/>
          </a:p>
          <a:p>
            <a:pPr algn="ctr"/>
            <a:endParaRPr lang="da-DK"/>
          </a:p>
        </p:txBody>
      </p:sp>
      <p:sp>
        <p:nvSpPr>
          <p:cNvPr id="3" name="Tekstfelt 2">
            <a:extLst>
              <a:ext uri="{FF2B5EF4-FFF2-40B4-BE49-F238E27FC236}">
                <a16:creationId xmlns:a16="http://schemas.microsoft.com/office/drawing/2014/main" id="{2E29A9BF-D235-4F34-84CE-B2CA03A1685D}"/>
              </a:ext>
            </a:extLst>
          </p:cNvPr>
          <p:cNvSpPr txBox="1"/>
          <p:nvPr/>
        </p:nvSpPr>
        <p:spPr>
          <a:xfrm>
            <a:off x="2861733" y="781050"/>
            <a:ext cx="457200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linkClick r:id="rId3"/>
              </a:rPr>
              <a:t>https://scratch.mit.edu/projects/729448378</a:t>
            </a:r>
            <a:endParaRPr lang="da-DK"/>
          </a:p>
          <a:p>
            <a:endParaRPr lang="en-US"/>
          </a:p>
          <a:p>
            <a:pPr algn="ctr"/>
            <a:endParaRPr lang="da-DK"/>
          </a:p>
        </p:txBody>
      </p:sp>
      <p:graphicFrame>
        <p:nvGraphicFramePr>
          <p:cNvPr id="6" name="Tabel 5">
            <a:extLst>
              <a:ext uri="{FF2B5EF4-FFF2-40B4-BE49-F238E27FC236}">
                <a16:creationId xmlns:a16="http://schemas.microsoft.com/office/drawing/2014/main" id="{3A23368C-D23E-8105-D1FA-EF5F8F6E7040}"/>
              </a:ext>
            </a:extLst>
          </p:cNvPr>
          <p:cNvGraphicFramePr>
            <a:graphicFrameLocks noGrp="1"/>
          </p:cNvGraphicFramePr>
          <p:nvPr>
            <p:extLst>
              <p:ext uri="{D42A27DB-BD31-4B8C-83A1-F6EECF244321}">
                <p14:modId xmlns:p14="http://schemas.microsoft.com/office/powerpoint/2010/main" val="2205276627"/>
              </p:ext>
            </p:extLst>
          </p:nvPr>
        </p:nvGraphicFramePr>
        <p:xfrm>
          <a:off x="842433" y="1375834"/>
          <a:ext cx="7287733" cy="5829036"/>
        </p:xfrm>
        <a:graphic>
          <a:graphicData uri="http://schemas.openxmlformats.org/drawingml/2006/table">
            <a:tbl>
              <a:tblPr bandRow="1">
                <a:tableStyleId>{5C22544A-7EE6-4342-B048-85BDC9FD1C3A}</a:tableStyleId>
              </a:tblPr>
              <a:tblGrid>
                <a:gridCol w="801218">
                  <a:extLst>
                    <a:ext uri="{9D8B030D-6E8A-4147-A177-3AD203B41FA5}">
                      <a16:colId xmlns:a16="http://schemas.microsoft.com/office/drawing/2014/main" val="2551304995"/>
                    </a:ext>
                  </a:extLst>
                </a:gridCol>
                <a:gridCol w="1580485">
                  <a:extLst>
                    <a:ext uri="{9D8B030D-6E8A-4147-A177-3AD203B41FA5}">
                      <a16:colId xmlns:a16="http://schemas.microsoft.com/office/drawing/2014/main" val="3039248751"/>
                    </a:ext>
                  </a:extLst>
                </a:gridCol>
                <a:gridCol w="4906030">
                  <a:extLst>
                    <a:ext uri="{9D8B030D-6E8A-4147-A177-3AD203B41FA5}">
                      <a16:colId xmlns:a16="http://schemas.microsoft.com/office/drawing/2014/main" val="508559299"/>
                    </a:ext>
                  </a:extLst>
                </a:gridCol>
              </a:tblGrid>
              <a:tr h="274637">
                <a:tc>
                  <a:txBody>
                    <a:bodyPr/>
                    <a:lstStyle/>
                    <a:p>
                      <a:pPr>
                        <a:buNone/>
                      </a:pPr>
                      <a:r>
                        <a:rPr lang="da-DK" b="1"/>
                        <a:t>Nr.</a:t>
                      </a:r>
                      <a:endParaRPr lang="da-DK"/>
                    </a:p>
                  </a:txBody>
                  <a:tcPr anchor="ctr">
                    <a:lnL>
                      <a:noFill/>
                    </a:lnL>
                    <a:lnR>
                      <a:noFill/>
                    </a:lnR>
                    <a:lnT>
                      <a:noFill/>
                    </a:lnT>
                    <a:lnB>
                      <a:noFill/>
                    </a:lnB>
                    <a:noFill/>
                  </a:tcPr>
                </a:tc>
                <a:tc>
                  <a:txBody>
                    <a:bodyPr/>
                    <a:lstStyle/>
                    <a:p>
                      <a:pPr>
                        <a:buNone/>
                      </a:pPr>
                      <a:r>
                        <a:rPr lang="da-DK" b="1"/>
                        <a:t>Emne</a:t>
                      </a:r>
                      <a:endParaRPr lang="da-DK"/>
                    </a:p>
                  </a:txBody>
                  <a:tcPr anchor="ctr">
                    <a:lnL>
                      <a:noFill/>
                    </a:lnL>
                    <a:lnR>
                      <a:noFill/>
                    </a:lnR>
                    <a:lnT>
                      <a:noFill/>
                    </a:lnT>
                    <a:lnB>
                      <a:noFill/>
                    </a:lnB>
                    <a:noFill/>
                  </a:tcPr>
                </a:tc>
                <a:tc>
                  <a:txBody>
                    <a:bodyPr/>
                    <a:lstStyle/>
                    <a:p>
                      <a:pPr>
                        <a:buNone/>
                      </a:pPr>
                      <a:r>
                        <a:rPr lang="da-DK" b="1"/>
                        <a:t>Spørgsmål / Opgave</a:t>
                      </a:r>
                      <a:endParaRPr lang="da-DK"/>
                    </a:p>
                  </a:txBody>
                  <a:tcPr anchor="ctr">
                    <a:lnL>
                      <a:noFill/>
                    </a:lnL>
                    <a:lnR>
                      <a:noFill/>
                    </a:lnR>
                    <a:lnT>
                      <a:noFill/>
                    </a:lnT>
                    <a:lnB>
                      <a:noFill/>
                    </a:lnB>
                    <a:noFill/>
                  </a:tcPr>
                </a:tc>
                <a:extLst>
                  <a:ext uri="{0D108BD9-81ED-4DB2-BD59-A6C34878D82A}">
                    <a16:rowId xmlns:a16="http://schemas.microsoft.com/office/drawing/2014/main" val="27455935"/>
                  </a:ext>
                </a:extLst>
              </a:tr>
              <a:tr h="466051">
                <a:tc>
                  <a:txBody>
                    <a:bodyPr/>
                    <a:lstStyle/>
                    <a:p>
                      <a:pPr>
                        <a:buNone/>
                      </a:pPr>
                      <a:r>
                        <a:rPr lang="da-DK"/>
                        <a:t>1</a:t>
                      </a:r>
                    </a:p>
                  </a:txBody>
                  <a:tcPr anchor="ctr">
                    <a:lnL>
                      <a:noFill/>
                    </a:lnL>
                    <a:lnR>
                      <a:noFill/>
                    </a:lnR>
                    <a:lnT>
                      <a:noFill/>
                    </a:lnT>
                    <a:lnB>
                      <a:noFill/>
                    </a:lnB>
                    <a:noFill/>
                  </a:tcPr>
                </a:tc>
                <a:tc>
                  <a:txBody>
                    <a:bodyPr/>
                    <a:lstStyle/>
                    <a:p>
                      <a:pPr>
                        <a:buNone/>
                      </a:pPr>
                      <a:r>
                        <a:rPr lang="da-DK" b="1"/>
                        <a:t>Spillets idé</a:t>
                      </a:r>
                      <a:endParaRPr lang="da-DK"/>
                    </a:p>
                  </a:txBody>
                  <a:tcPr anchor="ctr">
                    <a:lnL>
                      <a:noFill/>
                    </a:lnL>
                    <a:lnR>
                      <a:noFill/>
                    </a:lnR>
                    <a:lnT>
                      <a:noFill/>
                    </a:lnT>
                    <a:lnB>
                      <a:noFill/>
                    </a:lnB>
                    <a:noFill/>
                  </a:tcPr>
                </a:tc>
                <a:tc>
                  <a:txBody>
                    <a:bodyPr/>
                    <a:lstStyle/>
                    <a:p>
                      <a:pPr>
                        <a:buNone/>
                      </a:pPr>
                      <a:r>
                        <a:rPr lang="da-DK"/>
                        <a:t>Hvad handler spillet om, og hvad er spillerens mål?</a:t>
                      </a:r>
                    </a:p>
                  </a:txBody>
                  <a:tcPr anchor="ctr">
                    <a:lnL>
                      <a:noFill/>
                    </a:lnL>
                    <a:lnR>
                      <a:noFill/>
                    </a:lnR>
                    <a:lnT>
                      <a:noFill/>
                    </a:lnT>
                    <a:lnB>
                      <a:noFill/>
                    </a:lnB>
                    <a:noFill/>
                  </a:tcPr>
                </a:tc>
                <a:extLst>
                  <a:ext uri="{0D108BD9-81ED-4DB2-BD59-A6C34878D82A}">
                    <a16:rowId xmlns:a16="http://schemas.microsoft.com/office/drawing/2014/main" val="182156883"/>
                  </a:ext>
                </a:extLst>
              </a:tr>
              <a:tr h="466051">
                <a:tc>
                  <a:txBody>
                    <a:bodyPr/>
                    <a:lstStyle/>
                    <a:p>
                      <a:pPr>
                        <a:buNone/>
                      </a:pPr>
                      <a:r>
                        <a:rPr lang="da-DK"/>
                        <a:t>2</a:t>
                      </a:r>
                    </a:p>
                  </a:txBody>
                  <a:tcPr anchor="ctr">
                    <a:lnL>
                      <a:noFill/>
                    </a:lnL>
                    <a:lnR>
                      <a:noFill/>
                    </a:lnR>
                    <a:lnT>
                      <a:noFill/>
                    </a:lnT>
                    <a:lnB>
                      <a:noFill/>
                    </a:lnB>
                    <a:noFill/>
                  </a:tcPr>
                </a:tc>
                <a:tc>
                  <a:txBody>
                    <a:bodyPr/>
                    <a:lstStyle/>
                    <a:p>
                      <a:pPr>
                        <a:buNone/>
                      </a:pPr>
                      <a:r>
                        <a:rPr lang="da-DK" b="1"/>
                        <a:t>Spillets regler</a:t>
                      </a:r>
                      <a:endParaRPr lang="da-DK"/>
                    </a:p>
                  </a:txBody>
                  <a:tcPr anchor="ctr">
                    <a:lnL>
                      <a:noFill/>
                    </a:lnL>
                    <a:lnR>
                      <a:noFill/>
                    </a:lnR>
                    <a:lnT>
                      <a:noFill/>
                    </a:lnT>
                    <a:lnB>
                      <a:noFill/>
                    </a:lnB>
                    <a:noFill/>
                  </a:tcPr>
                </a:tc>
                <a:tc>
                  <a:txBody>
                    <a:bodyPr/>
                    <a:lstStyle/>
                    <a:p>
                      <a:pPr>
                        <a:buNone/>
                      </a:pPr>
                      <a:r>
                        <a:rPr lang="da-DK"/>
                        <a:t>Hvilke regler skal spilleren følge for at kunne gennemføre eller vinde spillet?</a:t>
                      </a:r>
                    </a:p>
                  </a:txBody>
                  <a:tcPr anchor="ctr">
                    <a:lnL>
                      <a:noFill/>
                    </a:lnL>
                    <a:lnR>
                      <a:noFill/>
                    </a:lnR>
                    <a:lnT>
                      <a:noFill/>
                    </a:lnT>
                    <a:lnB>
                      <a:noFill/>
                    </a:lnB>
                    <a:noFill/>
                  </a:tcPr>
                </a:tc>
                <a:extLst>
                  <a:ext uri="{0D108BD9-81ED-4DB2-BD59-A6C34878D82A}">
                    <a16:rowId xmlns:a16="http://schemas.microsoft.com/office/drawing/2014/main" val="1199529662"/>
                  </a:ext>
                </a:extLst>
              </a:tr>
              <a:tr h="466051">
                <a:tc>
                  <a:txBody>
                    <a:bodyPr/>
                    <a:lstStyle/>
                    <a:p>
                      <a:pPr>
                        <a:buNone/>
                      </a:pPr>
                      <a:r>
                        <a:rPr lang="da-DK"/>
                        <a:t>3</a:t>
                      </a:r>
                    </a:p>
                  </a:txBody>
                  <a:tcPr anchor="ctr">
                    <a:lnL>
                      <a:noFill/>
                    </a:lnL>
                    <a:lnR>
                      <a:noFill/>
                    </a:lnR>
                    <a:lnT>
                      <a:noFill/>
                    </a:lnT>
                    <a:lnB>
                      <a:noFill/>
                    </a:lnB>
                    <a:noFill/>
                  </a:tcPr>
                </a:tc>
                <a:tc>
                  <a:txBody>
                    <a:bodyPr/>
                    <a:lstStyle/>
                    <a:p>
                      <a:pPr>
                        <a:buNone/>
                      </a:pPr>
                      <a:r>
                        <a:rPr lang="da-DK" b="1"/>
                        <a:t>Algoritmer</a:t>
                      </a:r>
                      <a:endParaRPr lang="da-DK"/>
                    </a:p>
                  </a:txBody>
                  <a:tcPr anchor="ctr">
                    <a:lnL>
                      <a:noFill/>
                    </a:lnL>
                    <a:lnR>
                      <a:noFill/>
                    </a:lnR>
                    <a:lnT>
                      <a:noFill/>
                    </a:lnT>
                    <a:lnB>
                      <a:noFill/>
                    </a:lnB>
                    <a:noFill/>
                  </a:tcPr>
                </a:tc>
                <a:tc>
                  <a:txBody>
                    <a:bodyPr/>
                    <a:lstStyle/>
                    <a:p>
                      <a:pPr>
                        <a:buNone/>
                      </a:pPr>
                      <a:r>
                        <a:rPr lang="da-DK"/>
                        <a:t>Find mindst én algoritme i spillet. Beskriv trin for trin, hvad algoritmen gør.</a:t>
                      </a:r>
                    </a:p>
                  </a:txBody>
                  <a:tcPr anchor="ctr">
                    <a:lnL>
                      <a:noFill/>
                    </a:lnL>
                    <a:lnR>
                      <a:noFill/>
                    </a:lnR>
                    <a:lnT>
                      <a:noFill/>
                    </a:lnT>
                    <a:lnB>
                      <a:noFill/>
                    </a:lnB>
                    <a:noFill/>
                  </a:tcPr>
                </a:tc>
                <a:extLst>
                  <a:ext uri="{0D108BD9-81ED-4DB2-BD59-A6C34878D82A}">
                    <a16:rowId xmlns:a16="http://schemas.microsoft.com/office/drawing/2014/main" val="1133579765"/>
                  </a:ext>
                </a:extLst>
              </a:tr>
              <a:tr h="657465">
                <a:tc>
                  <a:txBody>
                    <a:bodyPr/>
                    <a:lstStyle/>
                    <a:p>
                      <a:pPr>
                        <a:buNone/>
                      </a:pPr>
                      <a:r>
                        <a:rPr lang="da-DK"/>
                        <a:t>4</a:t>
                      </a:r>
                    </a:p>
                  </a:txBody>
                  <a:tcPr anchor="ctr">
                    <a:lnL>
                      <a:noFill/>
                    </a:lnL>
                    <a:lnR>
                      <a:noFill/>
                    </a:lnR>
                    <a:lnT>
                      <a:noFill/>
                    </a:lnT>
                    <a:lnB>
                      <a:noFill/>
                    </a:lnB>
                    <a:noFill/>
                  </a:tcPr>
                </a:tc>
                <a:tc>
                  <a:txBody>
                    <a:bodyPr/>
                    <a:lstStyle/>
                    <a:p>
                      <a:pPr>
                        <a:buNone/>
                      </a:pPr>
                      <a:r>
                        <a:rPr lang="da-DK" b="1"/>
                        <a:t>Nedbrydning</a:t>
                      </a:r>
                      <a:endParaRPr lang="da-DK"/>
                    </a:p>
                  </a:txBody>
                  <a:tcPr anchor="ctr">
                    <a:lnL>
                      <a:noFill/>
                    </a:lnL>
                    <a:lnR>
                      <a:noFill/>
                    </a:lnR>
                    <a:lnT>
                      <a:noFill/>
                    </a:lnT>
                    <a:lnB>
                      <a:noFill/>
                    </a:lnB>
                    <a:noFill/>
                  </a:tcPr>
                </a:tc>
                <a:tc>
                  <a:txBody>
                    <a:bodyPr/>
                    <a:lstStyle/>
                    <a:p>
                      <a:pPr>
                        <a:buNone/>
                      </a:pPr>
                      <a:r>
                        <a:rPr lang="da-DK"/>
                        <a:t>Find en større funktion i spillet og forklar, hvordan den kan opdeles i mindre delopgaver.</a:t>
                      </a:r>
                    </a:p>
                  </a:txBody>
                  <a:tcPr anchor="ctr">
                    <a:lnL>
                      <a:noFill/>
                    </a:lnL>
                    <a:lnR>
                      <a:noFill/>
                    </a:lnR>
                    <a:lnT>
                      <a:noFill/>
                    </a:lnT>
                    <a:lnB>
                      <a:noFill/>
                    </a:lnB>
                    <a:noFill/>
                  </a:tcPr>
                </a:tc>
                <a:extLst>
                  <a:ext uri="{0D108BD9-81ED-4DB2-BD59-A6C34878D82A}">
                    <a16:rowId xmlns:a16="http://schemas.microsoft.com/office/drawing/2014/main" val="1323702671"/>
                  </a:ext>
                </a:extLst>
              </a:tr>
              <a:tr h="657465">
                <a:tc>
                  <a:txBody>
                    <a:bodyPr/>
                    <a:lstStyle/>
                    <a:p>
                      <a:pPr>
                        <a:buNone/>
                      </a:pPr>
                      <a:r>
                        <a:rPr lang="da-DK"/>
                        <a:t>5</a:t>
                      </a:r>
                    </a:p>
                  </a:txBody>
                  <a:tcPr anchor="ctr">
                    <a:lnL>
                      <a:noFill/>
                    </a:lnL>
                    <a:lnR>
                      <a:noFill/>
                    </a:lnR>
                    <a:lnT>
                      <a:noFill/>
                    </a:lnT>
                    <a:lnB>
                      <a:noFill/>
                    </a:lnB>
                    <a:noFill/>
                  </a:tcPr>
                </a:tc>
                <a:tc>
                  <a:txBody>
                    <a:bodyPr/>
                    <a:lstStyle/>
                    <a:p>
                      <a:pPr>
                        <a:buNone/>
                      </a:pPr>
                      <a:r>
                        <a:rPr lang="da-DK" b="1"/>
                        <a:t>Sekvens</a:t>
                      </a:r>
                      <a:endParaRPr lang="da-DK"/>
                    </a:p>
                  </a:txBody>
                  <a:tcPr anchor="ctr">
                    <a:lnL>
                      <a:noFill/>
                    </a:lnL>
                    <a:lnR>
                      <a:noFill/>
                    </a:lnR>
                    <a:lnT>
                      <a:noFill/>
                    </a:lnT>
                    <a:lnB>
                      <a:noFill/>
                    </a:lnB>
                    <a:noFill/>
                  </a:tcPr>
                </a:tc>
                <a:tc>
                  <a:txBody>
                    <a:bodyPr/>
                    <a:lstStyle/>
                    <a:p>
                      <a:pPr>
                        <a:buNone/>
                      </a:pPr>
                      <a:r>
                        <a:rPr lang="da-DK"/>
                        <a:t>Find et eksempel, hvor Scratch udfører handlinger i en bestemt rækkefølge. Hvorfor er rækkefølgen vigtig?</a:t>
                      </a:r>
                    </a:p>
                  </a:txBody>
                  <a:tcPr anchor="ctr">
                    <a:lnL>
                      <a:noFill/>
                    </a:lnL>
                    <a:lnR>
                      <a:noFill/>
                    </a:lnR>
                    <a:lnT>
                      <a:noFill/>
                    </a:lnT>
                    <a:lnB>
                      <a:noFill/>
                    </a:lnB>
                    <a:noFill/>
                  </a:tcPr>
                </a:tc>
                <a:extLst>
                  <a:ext uri="{0D108BD9-81ED-4DB2-BD59-A6C34878D82A}">
                    <a16:rowId xmlns:a16="http://schemas.microsoft.com/office/drawing/2014/main" val="3803147582"/>
                  </a:ext>
                </a:extLst>
              </a:tr>
              <a:tr h="657465">
                <a:tc>
                  <a:txBody>
                    <a:bodyPr/>
                    <a:lstStyle/>
                    <a:p>
                      <a:pPr>
                        <a:buNone/>
                      </a:pPr>
                      <a:r>
                        <a:rPr lang="da-DK"/>
                        <a:t>6</a:t>
                      </a:r>
                    </a:p>
                  </a:txBody>
                  <a:tcPr anchor="ctr">
                    <a:lnL>
                      <a:noFill/>
                    </a:lnL>
                    <a:lnR>
                      <a:noFill/>
                    </a:lnR>
                    <a:lnT>
                      <a:noFill/>
                    </a:lnT>
                    <a:lnB>
                      <a:noFill/>
                    </a:lnB>
                    <a:noFill/>
                  </a:tcPr>
                </a:tc>
                <a:tc>
                  <a:txBody>
                    <a:bodyPr/>
                    <a:lstStyle/>
                    <a:p>
                      <a:pPr>
                        <a:buNone/>
                      </a:pPr>
                      <a:r>
                        <a:rPr lang="da-DK" b="1"/>
                        <a:t>Løkker</a:t>
                      </a:r>
                      <a:endParaRPr lang="da-DK"/>
                    </a:p>
                  </a:txBody>
                  <a:tcPr anchor="ctr">
                    <a:lnL>
                      <a:noFill/>
                    </a:lnL>
                    <a:lnR>
                      <a:noFill/>
                    </a:lnR>
                    <a:lnT>
                      <a:noFill/>
                    </a:lnT>
                    <a:lnB>
                      <a:noFill/>
                    </a:lnB>
                    <a:noFill/>
                  </a:tcPr>
                </a:tc>
                <a:tc>
                  <a:txBody>
                    <a:bodyPr/>
                    <a:lstStyle/>
                    <a:p>
                      <a:pPr>
                        <a:buNone/>
                      </a:pPr>
                      <a:r>
                        <a:rPr lang="da-DK"/>
                        <a:t>Find de steder, hvor spillet bruger en løkke. Hvad bliver gentaget, og hvorfor er en løkke en god løsning?</a:t>
                      </a:r>
                    </a:p>
                  </a:txBody>
                  <a:tcPr anchor="ctr">
                    <a:lnL>
                      <a:noFill/>
                    </a:lnL>
                    <a:lnR>
                      <a:noFill/>
                    </a:lnR>
                    <a:lnT>
                      <a:noFill/>
                    </a:lnT>
                    <a:lnB>
                      <a:noFill/>
                    </a:lnB>
                    <a:noFill/>
                  </a:tcPr>
                </a:tc>
                <a:extLst>
                  <a:ext uri="{0D108BD9-81ED-4DB2-BD59-A6C34878D82A}">
                    <a16:rowId xmlns:a16="http://schemas.microsoft.com/office/drawing/2014/main" val="3033222874"/>
                  </a:ext>
                </a:extLst>
              </a:tr>
              <a:tr h="682432">
                <a:tc>
                  <a:txBody>
                    <a:bodyPr/>
                    <a:lstStyle/>
                    <a:p>
                      <a:pPr>
                        <a:buNone/>
                      </a:pPr>
                      <a:r>
                        <a:rPr lang="da-DK"/>
                        <a:t>7</a:t>
                      </a:r>
                    </a:p>
                  </a:txBody>
                  <a:tcPr anchor="ctr">
                    <a:lnL>
                      <a:noFill/>
                    </a:lnL>
                    <a:lnR>
                      <a:noFill/>
                    </a:lnR>
                    <a:lnT>
                      <a:noFill/>
                    </a:lnT>
                    <a:lnB>
                      <a:noFill/>
                    </a:lnB>
                    <a:noFill/>
                  </a:tcPr>
                </a:tc>
                <a:tc>
                  <a:txBody>
                    <a:bodyPr/>
                    <a:lstStyle/>
                    <a:p>
                      <a:pPr>
                        <a:buNone/>
                      </a:pPr>
                      <a:r>
                        <a:rPr lang="da-DK" b="1"/>
                        <a:t>selection</a:t>
                      </a:r>
                      <a:endParaRPr lang="da-DK" b="1" dirty="0"/>
                    </a:p>
                  </a:txBody>
                  <a:tcPr anchor="ctr">
                    <a:lnL>
                      <a:noFill/>
                    </a:lnL>
                    <a:lnR>
                      <a:noFill/>
                    </a:lnR>
                    <a:lnT>
                      <a:noFill/>
                    </a:lnT>
                    <a:lnB>
                      <a:noFill/>
                    </a:lnB>
                    <a:noFill/>
                  </a:tcPr>
                </a:tc>
                <a:tc>
                  <a:txBody>
                    <a:bodyPr/>
                    <a:lstStyle/>
                    <a:p>
                      <a:pPr>
                        <a:buNone/>
                      </a:pPr>
                      <a:r>
                        <a:rPr lang="da-DK"/>
                        <a:t>Find et eksempel på </a:t>
                      </a:r>
                      <a:r>
                        <a:rPr lang="da-DK">
                          <a:latin typeface="Courier New" panose="02070309020205020404" pitchFamily="49" charset="0"/>
                        </a:rPr>
                        <a:t>hvis ... så</a:t>
                      </a:r>
                      <a:r>
                        <a:rPr lang="da-DK"/>
                        <a:t> eller </a:t>
                      </a:r>
                      <a:r>
                        <a:rPr lang="da-DK">
                          <a:latin typeface="Courier New" panose="02070309020205020404" pitchFamily="49" charset="0"/>
                        </a:rPr>
                        <a:t>hvis ... ellers</a:t>
                      </a:r>
                      <a:r>
                        <a:rPr lang="da-DK"/>
                        <a:t>. Hvilken beslutning træffer programmet?</a:t>
                      </a:r>
                    </a:p>
                  </a:txBody>
                  <a:tcPr anchor="ctr">
                    <a:lnL>
                      <a:noFill/>
                    </a:lnL>
                    <a:lnR>
                      <a:noFill/>
                    </a:lnR>
                    <a:lnT>
                      <a:noFill/>
                    </a:lnT>
                    <a:lnB>
                      <a:noFill/>
                    </a:lnB>
                    <a:noFill/>
                  </a:tcPr>
                </a:tc>
                <a:extLst>
                  <a:ext uri="{0D108BD9-81ED-4DB2-BD59-A6C34878D82A}">
                    <a16:rowId xmlns:a16="http://schemas.microsoft.com/office/drawing/2014/main" val="1802397149"/>
                  </a:ext>
                </a:extLst>
              </a:tr>
              <a:tr h="848878">
                <a:tc>
                  <a:txBody>
                    <a:bodyPr/>
                    <a:lstStyle/>
                    <a:p>
                      <a:pPr>
                        <a:buNone/>
                      </a:pPr>
                      <a:r>
                        <a:rPr lang="da-DK"/>
                        <a:t>8</a:t>
                      </a:r>
                    </a:p>
                  </a:txBody>
                  <a:tcPr anchor="ctr">
                    <a:lnL>
                      <a:noFill/>
                    </a:lnL>
                    <a:lnR>
                      <a:noFill/>
                    </a:lnR>
                    <a:lnT>
                      <a:noFill/>
                    </a:lnT>
                    <a:lnB>
                      <a:noFill/>
                    </a:lnB>
                    <a:noFill/>
                  </a:tcPr>
                </a:tc>
                <a:tc>
                  <a:txBody>
                    <a:bodyPr/>
                    <a:lstStyle/>
                    <a:p>
                      <a:pPr>
                        <a:buNone/>
                      </a:pPr>
                      <a:r>
                        <a:rPr lang="da-DK" b="1"/>
                        <a:t>Tilstand (state)</a:t>
                      </a:r>
                      <a:endParaRPr lang="da-DK"/>
                    </a:p>
                  </a:txBody>
                  <a:tcPr anchor="ctr">
                    <a:lnL>
                      <a:noFill/>
                    </a:lnL>
                    <a:lnR>
                      <a:noFill/>
                    </a:lnR>
                    <a:lnT>
                      <a:noFill/>
                    </a:lnT>
                    <a:lnB>
                      <a:noFill/>
                    </a:lnB>
                    <a:noFill/>
                  </a:tcPr>
                </a:tc>
                <a:tc>
                  <a:txBody>
                    <a:bodyPr/>
                    <a:lstStyle/>
                    <a:p>
                      <a:pPr>
                        <a:buNone/>
                      </a:pPr>
                      <a:r>
                        <a:rPr lang="da-DK"/>
                        <a:t>Hvilke forskellige tilstande kan spillet være i? Fx start, spil, game over eller vundet. Hvordan holder programmet styr på tilstanden?</a:t>
                      </a:r>
                    </a:p>
                  </a:txBody>
                  <a:tcPr anchor="ctr">
                    <a:lnL>
                      <a:noFill/>
                    </a:lnL>
                    <a:lnR>
                      <a:noFill/>
                    </a:lnR>
                    <a:lnT>
                      <a:noFill/>
                    </a:lnT>
                    <a:lnB>
                      <a:noFill/>
                    </a:lnB>
                    <a:noFill/>
                  </a:tcPr>
                </a:tc>
                <a:extLst>
                  <a:ext uri="{0D108BD9-81ED-4DB2-BD59-A6C34878D82A}">
                    <a16:rowId xmlns:a16="http://schemas.microsoft.com/office/drawing/2014/main" val="3668837739"/>
                  </a:ext>
                </a:extLst>
              </a:tr>
              <a:tr h="466051">
                <a:tc>
                  <a:txBody>
                    <a:bodyPr/>
                    <a:lstStyle/>
                    <a:p>
                      <a:pPr>
                        <a:buNone/>
                      </a:pPr>
                      <a:r>
                        <a:rPr lang="da-DK"/>
                        <a:t>9</a:t>
                      </a:r>
                    </a:p>
                  </a:txBody>
                  <a:tcPr anchor="ctr">
                    <a:lnL>
                      <a:noFill/>
                    </a:lnL>
                    <a:lnR>
                      <a:noFill/>
                    </a:lnR>
                    <a:lnT>
                      <a:noFill/>
                    </a:lnT>
                    <a:lnB>
                      <a:noFill/>
                    </a:lnB>
                    <a:noFill/>
                  </a:tcPr>
                </a:tc>
                <a:tc>
                  <a:txBody>
                    <a:bodyPr/>
                    <a:lstStyle/>
                    <a:p>
                      <a:pPr>
                        <a:buNone/>
                      </a:pPr>
                      <a:r>
                        <a:rPr lang="da-DK" b="1"/>
                        <a:t>Variabler</a:t>
                      </a:r>
                      <a:endParaRPr lang="da-DK"/>
                    </a:p>
                  </a:txBody>
                  <a:tcPr anchor="ctr">
                    <a:lnL>
                      <a:noFill/>
                    </a:lnL>
                    <a:lnR>
                      <a:noFill/>
                    </a:lnR>
                    <a:lnT>
                      <a:noFill/>
                    </a:lnT>
                    <a:lnB>
                      <a:noFill/>
                    </a:lnB>
                    <a:noFill/>
                  </a:tcPr>
                </a:tc>
                <a:tc>
                  <a:txBody>
                    <a:bodyPr/>
                    <a:lstStyle/>
                    <a:p>
                      <a:pPr>
                        <a:buNone/>
                      </a:pPr>
                      <a:r>
                        <a:rPr lang="da-DK"/>
                        <a:t>Hvilke variabler bruger spillet? Hvad bruges de enkelte variabler til?</a:t>
                      </a:r>
                    </a:p>
                  </a:txBody>
                  <a:tcPr anchor="ctr">
                    <a:lnL>
                      <a:noFill/>
                    </a:lnL>
                    <a:lnR>
                      <a:noFill/>
                    </a:lnR>
                    <a:lnT>
                      <a:noFill/>
                    </a:lnT>
                    <a:lnB>
                      <a:noFill/>
                    </a:lnB>
                    <a:noFill/>
                  </a:tcPr>
                </a:tc>
                <a:extLst>
                  <a:ext uri="{0D108BD9-81ED-4DB2-BD59-A6C34878D82A}">
                    <a16:rowId xmlns:a16="http://schemas.microsoft.com/office/drawing/2014/main" val="322744425"/>
                  </a:ext>
                </a:extLst>
              </a:tr>
            </a:tbl>
          </a:graphicData>
        </a:graphic>
      </p:graphicFrame>
    </p:spTree>
    <p:extLst>
      <p:ext uri="{BB962C8B-B14F-4D97-AF65-F5344CB8AC3E}">
        <p14:creationId xmlns:p14="http://schemas.microsoft.com/office/powerpoint/2010/main" val="3722731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8102600" y="4838700"/>
            <a:ext cx="914400" cy="152400"/>
          </a:xfrm>
          <a:prstGeom prst="rect">
            <a:avLst/>
          </a:prstGeom>
          <a:noFill/>
          <a:ln w="25400" cap="flat" cmpd="sng">
            <a:noFill/>
            <a:prstDash val="solid"/>
            <a:round/>
          </a:ln>
        </p:spPr>
      </p:pic>
      <p:sp>
        <p:nvSpPr>
          <p:cNvPr id="3" name="AutoShape 3"/>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 y="-12700"/>
            <a:ext cx="9156700" cy="342900"/>
          </a:xfrm>
          <a:prstGeom prst="roundRect">
            <a:avLst>
              <a:gd name="adj" fmla="val 0"/>
            </a:avLst>
          </a:prstGeom>
          <a:solidFill>
            <a:srgbClr val="6A62D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87503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83947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026400" y="63500"/>
            <a:ext cx="203200" cy="203200"/>
          </a:xfrm>
          <a:prstGeom prst="ellipse">
            <a:avLst/>
          </a:prstGeom>
          <a:solidFill>
            <a:srgbClr val="FFFFFF">
              <a:alpha val="100000"/>
            </a:srgbClr>
          </a:solidFill>
          <a:ln w="25400" cap="flat" cmpd="sng">
            <a:solidFill>
              <a:srgbClr val="FFFFFF">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8900" y="4445"/>
            <a:ext cx="4572000" cy="317500"/>
          </a:xfrm>
          <a:prstGeom prst="rect">
            <a:avLst/>
          </a:prstGeom>
          <a:noFill/>
          <a:ln w="9525" cap="flat" cmpd="sng">
            <a:noFill/>
            <a:prstDash val="solid"/>
            <a:round/>
          </a:ln>
        </p:spPr>
        <p:txBody>
          <a:bodyPr vert="horz" wrap="square" lIns="88900" tIns="88900" rIns="88900" bIns="88900" rtlCol="0" anchor="ctr" anchorCtr="0"/>
          <a:lstStyle/>
          <a:p>
            <a:pPr marL="0" indent="0" algn="l">
              <a:lnSpc>
                <a:spcPct val="100000"/>
              </a:lnSpc>
              <a:defRPr/>
            </a:pPr>
            <a:r>
              <a:rPr lang="en-US" sz="1500" b="1" i="0" u="none" strike="noStrike">
                <a:solidFill>
                  <a:srgbClr val="FFFFFF"/>
                </a:solidFill>
                <a:latin typeface="Geist"/>
                <a:ea typeface="Geist"/>
                <a:cs typeface="Geist"/>
                <a:sym typeface="Geist"/>
              </a:rPr>
              <a:t>IT &amp; </a:t>
            </a:r>
            <a:r>
              <a:rPr lang="en-US" sz="1500" b="1" i="0" u="none" strike="noStrike" err="1">
                <a:solidFill>
                  <a:srgbClr val="FFFFFF"/>
                </a:solidFill>
                <a:latin typeface="Geist"/>
                <a:ea typeface="Geist"/>
                <a:cs typeface="Geist"/>
                <a:sym typeface="Geist"/>
              </a:rPr>
              <a:t>Algoritmer</a:t>
            </a:r>
            <a:r>
              <a:rPr lang="en-US" sz="1300" b="0" i="0" u="none" strike="noStrike" err="1">
                <a:solidFill>
                  <a:srgbClr val="FFFFFF"/>
                </a:solidFill>
                <a:latin typeface="Geist"/>
                <a:ea typeface="Geist"/>
                <a:cs typeface="Geist"/>
                <a:sym typeface="Geist"/>
              </a:rPr>
              <a:t>Grundlæggende</a:t>
            </a:r>
            <a:r>
              <a:rPr lang="en-US" sz="1300" b="0" i="0" u="none" strike="noStrike">
                <a:solidFill>
                  <a:srgbClr val="FFFFFF"/>
                </a:solidFill>
                <a:latin typeface="Geist"/>
                <a:ea typeface="Geist"/>
                <a:cs typeface="Geist"/>
                <a:sym typeface="Geist"/>
              </a:rPr>
              <a:t> </a:t>
            </a:r>
            <a:r>
              <a:rPr lang="en-US" sz="1300" b="0" i="0" u="none" strike="noStrike" err="1">
                <a:solidFill>
                  <a:srgbClr val="FFFFFF"/>
                </a:solidFill>
                <a:latin typeface="Geist"/>
                <a:ea typeface="Geist"/>
                <a:cs typeface="Geist"/>
                <a:sym typeface="Geist"/>
              </a:rPr>
              <a:t>Koncepter</a:t>
            </a:r>
            <a:r>
              <a:rPr lang="en-US" sz="1300" b="0" i="0" u="none" strike="noStrike">
                <a:solidFill>
                  <a:srgbClr val="FFFFFF"/>
                </a:solidFill>
                <a:latin typeface="Geist"/>
                <a:ea typeface="Geist"/>
                <a:cs typeface="Geist"/>
                <a:sym typeface="Geist"/>
              </a:rPr>
              <a:t> – </a:t>
            </a:r>
            <a:r>
              <a:rPr lang="en-US" sz="1300" b="0" i="0" u="none" strike="noStrike" err="1">
                <a:solidFill>
                  <a:srgbClr val="FFFFFF"/>
                </a:solidFill>
                <a:latin typeface="Geist"/>
                <a:ea typeface="Geist"/>
                <a:cs typeface="Geist"/>
                <a:sym typeface="Geist"/>
              </a:rPr>
              <a:t>Opsummering</a:t>
            </a:r>
            <a:endParaRPr lang="en-US" sz="1100"/>
          </a:p>
        </p:txBody>
      </p:sp>
      <p:sp>
        <p:nvSpPr>
          <p:cNvPr id="9" name="AutoShape 9"/>
          <p:cNvSpPr/>
          <p:nvPr/>
        </p:nvSpPr>
        <p:spPr>
          <a:xfrm>
            <a:off x="7962900" y="4775200"/>
            <a:ext cx="1066800" cy="254000"/>
          </a:xfrm>
          <a:prstGeom prst="roundRect">
            <a:avLst>
              <a:gd name="adj" fmla="val 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4"/>
          <a:srcRect/>
          <a:stretch>
            <a:fillRect/>
          </a:stretch>
        </p:blipFill>
        <p:spPr>
          <a:xfrm>
            <a:off x="3556000" y="2933700"/>
            <a:ext cx="2032000" cy="2032000"/>
          </a:xfrm>
          <a:prstGeom prst="star16">
            <a:avLst>
              <a:gd name="adj" fmla="val 39699"/>
            </a:avLst>
          </a:prstGeom>
          <a:noFill/>
          <a:ln w="25400" cap="flat" cmpd="sng">
            <a:noFill/>
            <a:prstDash val="solid"/>
            <a:round/>
          </a:ln>
        </p:spPr>
      </p:pic>
      <p:sp>
        <p:nvSpPr>
          <p:cNvPr id="11" name="AutoShape 11"/>
          <p:cNvSpPr/>
          <p:nvPr/>
        </p:nvSpPr>
        <p:spPr>
          <a:xfrm>
            <a:off x="4318000" y="3530600"/>
            <a:ext cx="762000" cy="6477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100000"/>
              </a:lnSpc>
              <a:defRPr/>
            </a:pPr>
            <a:r>
              <a:rPr lang="en-US" sz="900" b="1" i="0" u="none" strike="noStrike">
                <a:solidFill>
                  <a:srgbClr val="D9EAD3"/>
                </a:solidFill>
                <a:latin typeface="Geist"/>
                <a:ea typeface="Geist"/>
                <a:cs typeface="Geist"/>
                <a:sym typeface="Geist"/>
              </a:rPr>
              <a:t>Kernebegreber</a:t>
            </a:r>
            <a:endParaRPr lang="en-US" sz="1100"/>
          </a:p>
          <a:p>
            <a:pPr marL="0" indent="0" algn="ctr">
              <a:lnSpc>
                <a:spcPct val="100000"/>
              </a:lnSpc>
            </a:pPr>
            <a:r>
              <a:rPr lang="en-US" sz="900" b="1" i="0" u="none" strike="noStrike">
                <a:solidFill>
                  <a:srgbClr val="D9EAD3"/>
                </a:solidFill>
                <a:latin typeface="Geist"/>
                <a:ea typeface="Geist"/>
                <a:cs typeface="Geist"/>
                <a:sym typeface="Geist"/>
              </a:rPr>
              <a:t>Termination</a:t>
            </a:r>
          </a:p>
        </p:txBody>
      </p:sp>
      <p:sp>
        <p:nvSpPr>
          <p:cNvPr id="12" name="AutoShape 12"/>
          <p:cNvSpPr/>
          <p:nvPr/>
        </p:nvSpPr>
        <p:spPr>
          <a:xfrm>
            <a:off x="739775" y="409575"/>
            <a:ext cx="4108450" cy="596900"/>
          </a:xfrm>
          <a:prstGeom prst="rect">
            <a:avLst/>
          </a:prstGeom>
          <a:noFill/>
          <a:ln w="9525" cap="flat" cmpd="sng">
            <a:noFill/>
            <a:prstDash val="solid"/>
            <a:round/>
          </a:ln>
        </p:spPr>
        <p:txBody>
          <a:bodyPr vert="horz" wrap="square" lIns="88900" tIns="88900" rIns="88900" bIns="88900" rtlCol="0" anchor="t" anchorCtr="0"/>
          <a:lstStyle/>
          <a:p>
            <a:pPr marL="0" indent="0" algn="l">
              <a:lnSpc>
                <a:spcPct val="100000"/>
              </a:lnSpc>
              <a:defRPr/>
            </a:pPr>
            <a:r>
              <a:rPr lang="en-US" sz="2700" b="1" i="0" u="none" strike="noStrike" err="1">
                <a:solidFill>
                  <a:srgbClr val="000000"/>
                </a:solidFill>
                <a:latin typeface="Geist"/>
                <a:ea typeface="Geist"/>
                <a:cs typeface="Geist"/>
                <a:sym typeface="Geist"/>
              </a:rPr>
              <a:t>Afslut</a:t>
            </a:r>
            <a:r>
              <a:rPr lang="en-US" sz="2700" b="1" i="0" u="none" strike="noStrike">
                <a:solidFill>
                  <a:srgbClr val="000000"/>
                </a:solidFill>
                <a:latin typeface="Geist"/>
                <a:ea typeface="Geist"/>
                <a:cs typeface="Geist"/>
                <a:sym typeface="Geist"/>
              </a:rPr>
              <a:t> Kerne </a:t>
            </a:r>
            <a:r>
              <a:rPr lang="en-US" sz="2700" b="1" i="0" u="none" strike="noStrike" err="1">
                <a:solidFill>
                  <a:srgbClr val="000000"/>
                </a:solidFill>
                <a:latin typeface="Geist"/>
                <a:ea typeface="Geist"/>
                <a:cs typeface="Geist"/>
                <a:sym typeface="Geist"/>
              </a:rPr>
              <a:t>Koncepter</a:t>
            </a:r>
            <a:endParaRPr lang="en-US" sz="1100"/>
          </a:p>
        </p:txBody>
      </p:sp>
      <p:pic>
        <p:nvPicPr>
          <p:cNvPr id="13" name="Picture 13"/>
          <p:cNvPicPr>
            <a:picLocks noChangeAspect="1"/>
          </p:cNvPicPr>
          <p:nvPr/>
        </p:nvPicPr>
        <p:blipFill>
          <a:blip r:embed="rId5"/>
          <a:srcRect/>
          <a:stretch>
            <a:fillRect/>
          </a:stretch>
        </p:blipFill>
        <p:spPr>
          <a:xfrm rot="5400000">
            <a:off x="2438400" y="3225800"/>
            <a:ext cx="1079500" cy="1079500"/>
          </a:xfrm>
          <a:prstGeom prst="rect">
            <a:avLst/>
          </a:prstGeom>
          <a:noFill/>
          <a:ln w="25400" cap="flat" cmpd="sng">
            <a:noFill/>
            <a:prstDash val="solid"/>
            <a:round/>
          </a:ln>
        </p:spPr>
      </p:pic>
      <p:pic>
        <p:nvPicPr>
          <p:cNvPr id="14" name="Picture 14"/>
          <p:cNvPicPr>
            <a:picLocks noChangeAspect="1"/>
          </p:cNvPicPr>
          <p:nvPr/>
        </p:nvPicPr>
        <p:blipFill>
          <a:blip r:embed="rId5"/>
          <a:srcRect/>
          <a:stretch>
            <a:fillRect/>
          </a:stretch>
        </p:blipFill>
        <p:spPr>
          <a:xfrm rot="5399999" flipV="1">
            <a:off x="5778500" y="3416300"/>
            <a:ext cx="1079500" cy="1079500"/>
          </a:xfrm>
          <a:prstGeom prst="rect">
            <a:avLst/>
          </a:prstGeom>
          <a:noFill/>
          <a:ln w="25400" cap="flat" cmpd="sng">
            <a:noFill/>
            <a:prstDash val="solid"/>
            <a:round/>
          </a:ln>
        </p:spPr>
      </p:pic>
      <p:sp>
        <p:nvSpPr>
          <p:cNvPr id="15" name="AutoShape 15"/>
          <p:cNvSpPr/>
          <p:nvPr/>
        </p:nvSpPr>
        <p:spPr>
          <a:xfrm>
            <a:off x="50800" y="3416300"/>
            <a:ext cx="1790700" cy="5461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66666"/>
              </a:lnSpc>
              <a:defRPr/>
            </a:pPr>
            <a:r>
              <a:rPr lang="en-US" sz="2800" b="0" i="0" u="none" strike="noStrike">
                <a:solidFill>
                  <a:srgbClr val="000000"/>
                </a:solidFill>
                <a:latin typeface="Geist"/>
                <a:ea typeface="Geist"/>
                <a:cs typeface="Geist"/>
                <a:sym typeface="Geist"/>
              </a:rPr>
              <a:t>Valg (If)</a:t>
            </a:r>
            <a:endParaRPr lang="en-US" sz="1100"/>
          </a:p>
        </p:txBody>
      </p:sp>
      <p:pic>
        <p:nvPicPr>
          <p:cNvPr id="16" name="Picture 16"/>
          <p:cNvPicPr>
            <a:picLocks noChangeAspect="1"/>
          </p:cNvPicPr>
          <p:nvPr/>
        </p:nvPicPr>
        <p:blipFill>
          <a:blip r:embed="rId6"/>
          <a:srcRect/>
          <a:stretch>
            <a:fillRect/>
          </a:stretch>
        </p:blipFill>
        <p:spPr>
          <a:xfrm rot="-480000">
            <a:off x="609600" y="3835400"/>
            <a:ext cx="2438400" cy="1206500"/>
          </a:xfrm>
          <a:prstGeom prst="rect">
            <a:avLst/>
          </a:prstGeom>
          <a:noFill/>
          <a:ln w="25400" cap="flat" cmpd="sng">
            <a:noFill/>
            <a:prstDash val="solid"/>
            <a:round/>
          </a:ln>
        </p:spPr>
      </p:pic>
      <p:pic>
        <p:nvPicPr>
          <p:cNvPr id="18" name="Picture 18"/>
          <p:cNvPicPr>
            <a:picLocks noChangeAspect="1"/>
          </p:cNvPicPr>
          <p:nvPr/>
        </p:nvPicPr>
        <p:blipFill>
          <a:blip r:embed="rId6"/>
          <a:srcRect/>
          <a:stretch>
            <a:fillRect/>
          </a:stretch>
        </p:blipFill>
        <p:spPr>
          <a:xfrm rot="-10319999" flipV="1">
            <a:off x="6172200" y="3810000"/>
            <a:ext cx="2057400" cy="1016000"/>
          </a:xfrm>
          <a:prstGeom prst="rect">
            <a:avLst/>
          </a:prstGeom>
          <a:noFill/>
          <a:ln w="25400" cap="flat" cmpd="sng">
            <a:noFill/>
            <a:prstDash val="solid"/>
            <a:round/>
          </a:ln>
        </p:spPr>
      </p:pic>
      <p:pic>
        <p:nvPicPr>
          <p:cNvPr id="19" name="Picture 19"/>
          <p:cNvPicPr>
            <a:picLocks noChangeAspect="1"/>
          </p:cNvPicPr>
          <p:nvPr/>
        </p:nvPicPr>
        <p:blipFill>
          <a:blip r:embed="rId7"/>
          <a:srcRect/>
          <a:stretch>
            <a:fillRect/>
          </a:stretch>
        </p:blipFill>
        <p:spPr>
          <a:xfrm rot="2220000">
            <a:off x="4254500" y="2260600"/>
            <a:ext cx="1079500" cy="1066800"/>
          </a:xfrm>
          <a:prstGeom prst="rect">
            <a:avLst/>
          </a:prstGeom>
          <a:noFill/>
          <a:ln w="25400" cap="flat" cmpd="sng">
            <a:noFill/>
            <a:prstDash val="solid"/>
            <a:round/>
          </a:ln>
        </p:spPr>
      </p:pic>
      <p:sp>
        <p:nvSpPr>
          <p:cNvPr id="20" name="AutoShape 20"/>
          <p:cNvSpPr/>
          <p:nvPr/>
        </p:nvSpPr>
        <p:spPr>
          <a:xfrm>
            <a:off x="1041400" y="2641600"/>
            <a:ext cx="2997200" cy="5461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66666"/>
              </a:lnSpc>
              <a:defRPr/>
            </a:pPr>
            <a:r>
              <a:rPr lang="en-US" sz="2800" b="0" i="0" u="none" strike="noStrike" err="1">
                <a:solidFill>
                  <a:srgbClr val="000000"/>
                </a:solidFill>
                <a:latin typeface="Geist"/>
                <a:ea typeface="Geist"/>
                <a:cs typeface="Geist"/>
                <a:sym typeface="Geist"/>
              </a:rPr>
              <a:t>Algoritme</a:t>
            </a:r>
            <a:endParaRPr lang="en-US" sz="1100"/>
          </a:p>
        </p:txBody>
      </p:sp>
      <p:sp>
        <p:nvSpPr>
          <p:cNvPr id="21" name="AutoShape 21"/>
          <p:cNvSpPr/>
          <p:nvPr/>
        </p:nvSpPr>
        <p:spPr>
          <a:xfrm>
            <a:off x="4051000" y="2207517"/>
            <a:ext cx="3594100" cy="5461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66666"/>
              </a:lnSpc>
              <a:defRPr/>
            </a:pPr>
            <a:r>
              <a:rPr lang="en-US" sz="2800" b="0" i="0" u="none" strike="noStrike" err="1">
                <a:solidFill>
                  <a:srgbClr val="000000"/>
                </a:solidFill>
                <a:latin typeface="Geist"/>
                <a:ea typeface="Geist"/>
                <a:cs typeface="Geist"/>
                <a:sym typeface="Geist"/>
              </a:rPr>
              <a:t>Nedbrydning</a:t>
            </a:r>
            <a:endParaRPr lang="en-US" sz="1100"/>
          </a:p>
        </p:txBody>
      </p:sp>
      <p:sp>
        <p:nvSpPr>
          <p:cNvPr id="22" name="AutoShape 22"/>
          <p:cNvSpPr/>
          <p:nvPr/>
        </p:nvSpPr>
        <p:spPr>
          <a:xfrm>
            <a:off x="5156200" y="2819400"/>
            <a:ext cx="2997200" cy="5461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66666"/>
              </a:lnSpc>
              <a:defRPr/>
            </a:pPr>
            <a:r>
              <a:rPr lang="en-US" sz="2800" b="0" i="0" u="none" strike="noStrike">
                <a:solidFill>
                  <a:srgbClr val="000000"/>
                </a:solidFill>
                <a:latin typeface="Geist"/>
                <a:ea typeface="Geist"/>
                <a:cs typeface="Geist"/>
                <a:sym typeface="Geist"/>
              </a:rPr>
              <a:t>Sekventiel</a:t>
            </a:r>
            <a:endParaRPr lang="en-US" sz="1100"/>
          </a:p>
        </p:txBody>
      </p:sp>
      <p:sp>
        <p:nvSpPr>
          <p:cNvPr id="23" name="AutoShape 23"/>
          <p:cNvSpPr/>
          <p:nvPr/>
        </p:nvSpPr>
        <p:spPr>
          <a:xfrm>
            <a:off x="7302500" y="3492500"/>
            <a:ext cx="1689100" cy="546100"/>
          </a:xfrm>
          <a:prstGeom prst="rect">
            <a:avLst/>
          </a:prstGeom>
          <a:noFill/>
          <a:ln w="9525" cap="flat" cmpd="sng">
            <a:noFill/>
            <a:prstDash val="solid"/>
            <a:round/>
          </a:ln>
        </p:spPr>
        <p:txBody>
          <a:bodyPr vert="horz" wrap="square" lIns="88900" tIns="88900" rIns="88900" bIns="88900" rtlCol="0" anchor="t" anchorCtr="0"/>
          <a:lstStyle/>
          <a:p>
            <a:pPr marL="0" indent="0" algn="ctr">
              <a:lnSpc>
                <a:spcPct val="66666"/>
              </a:lnSpc>
              <a:defRPr/>
            </a:pPr>
            <a:r>
              <a:rPr lang="en-US" sz="2400" b="0" i="0" u="none" strike="noStrike">
                <a:solidFill>
                  <a:srgbClr val="000000"/>
                </a:solidFill>
                <a:latin typeface="Geist"/>
                <a:ea typeface="Geist"/>
                <a:cs typeface="Geist"/>
                <a:sym typeface="Geist"/>
              </a:rPr>
              <a:t>Gentagelse</a:t>
            </a:r>
            <a:endParaRPr lang="en-US" sz="1100"/>
          </a:p>
        </p:txBody>
      </p:sp>
      <p:sp>
        <p:nvSpPr>
          <p:cNvPr id="24" name="AutoShape 24"/>
          <p:cNvSpPr/>
          <p:nvPr/>
        </p:nvSpPr>
        <p:spPr>
          <a:xfrm>
            <a:off x="1094517" y="976378"/>
            <a:ext cx="7645400" cy="1066800"/>
          </a:xfrm>
          <a:prstGeom prst="rect">
            <a:avLst/>
          </a:prstGeom>
          <a:noFill/>
          <a:ln w="9525" cap="flat" cmpd="sng">
            <a:noFill/>
            <a:prstDash val="solid"/>
            <a:round/>
          </a:ln>
        </p:spPr>
        <p:txBody>
          <a:bodyPr vert="horz" wrap="square" lIns="88900" tIns="88900" rIns="88900" bIns="88900" rtlCol="0" anchor="t" anchorCtr="0"/>
          <a:lstStyle/>
          <a:p>
            <a:pPr>
              <a:defRPr/>
            </a:pPr>
            <a:r>
              <a:rPr lang="en-US" sz="1800" b="0" i="0" u="none" strike="noStrike">
                <a:solidFill>
                  <a:srgbClr val="000000"/>
                </a:solidFill>
                <a:latin typeface="Geist"/>
                <a:ea typeface="Geist"/>
                <a:cs typeface="Geist"/>
                <a:sym typeface="Geist"/>
              </a:rPr>
              <a:t>En </a:t>
            </a:r>
            <a:r>
              <a:rPr lang="en-US" sz="1800" b="0" i="0" u="none" strike="noStrike" err="1">
                <a:solidFill>
                  <a:srgbClr val="000000"/>
                </a:solidFill>
                <a:latin typeface="Geist"/>
                <a:ea typeface="Geist"/>
                <a:cs typeface="Geist"/>
                <a:sym typeface="Geist"/>
              </a:rPr>
              <a:t>algoritme</a:t>
            </a:r>
            <a:r>
              <a:rPr lang="en-US" sz="1800" b="0" i="0" u="none" strike="noStrike">
                <a:solidFill>
                  <a:srgbClr val="000000"/>
                </a:solidFill>
                <a:latin typeface="Geist"/>
                <a:ea typeface="Geist"/>
                <a:cs typeface="Geist"/>
                <a:sym typeface="Geist"/>
              </a:rPr>
              <a:t> er </a:t>
            </a:r>
            <a:r>
              <a:rPr lang="en-US" sz="1800" b="0" i="0" u="none" strike="noStrike" err="1">
                <a:solidFill>
                  <a:srgbClr val="000000"/>
                </a:solidFill>
                <a:latin typeface="Geist"/>
                <a:ea typeface="Geist"/>
                <a:cs typeface="Geist"/>
                <a:sym typeface="Geist"/>
              </a:rPr>
              <a:t>en</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trinvis</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fremgangsmåde</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til</a:t>
            </a:r>
            <a:r>
              <a:rPr lang="en-US" sz="1800" b="0" i="0" u="none" strike="noStrike">
                <a:solidFill>
                  <a:srgbClr val="000000"/>
                </a:solidFill>
                <a:latin typeface="Geist"/>
                <a:ea typeface="Geist"/>
                <a:cs typeface="Geist"/>
                <a:sym typeface="Geist"/>
              </a:rPr>
              <a:t> at </a:t>
            </a:r>
            <a:r>
              <a:rPr lang="en-US" sz="1800" b="0" i="0" u="none" strike="noStrike" err="1">
                <a:solidFill>
                  <a:srgbClr val="000000"/>
                </a:solidFill>
                <a:latin typeface="Geist"/>
                <a:ea typeface="Geist"/>
                <a:cs typeface="Geist"/>
                <a:sym typeface="Geist"/>
              </a:rPr>
              <a:t>løse</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problemer</a:t>
            </a:r>
            <a:r>
              <a:rPr lang="en-US" sz="1800" b="0" i="0" u="none" strike="noStrike">
                <a:solidFill>
                  <a:srgbClr val="000000"/>
                </a:solidFill>
                <a:latin typeface="Geist"/>
                <a:ea typeface="Geist"/>
                <a:cs typeface="Geist"/>
                <a:sym typeface="Geist"/>
              </a:rPr>
              <a:t>. Vi </a:t>
            </a:r>
            <a:r>
              <a:rPr lang="en-US" sz="1800" b="0" i="0" u="none" strike="noStrike" err="1">
                <a:solidFill>
                  <a:srgbClr val="000000"/>
                </a:solidFill>
                <a:latin typeface="Geist"/>
                <a:ea typeface="Geist"/>
                <a:cs typeface="Geist"/>
                <a:sym typeface="Geist"/>
              </a:rPr>
              <a:t>bruger</a:t>
            </a:r>
            <a:r>
              <a:rPr lang="en-US" sz="1800" b="1" i="0" u="none" strike="noStrike" err="1">
                <a:solidFill>
                  <a:srgbClr val="6A62D9"/>
                </a:solidFill>
                <a:latin typeface="Geist"/>
                <a:ea typeface="Geist"/>
                <a:cs typeface="Geist"/>
                <a:sym typeface="Geist"/>
              </a:rPr>
              <a:t>nedbrydning</a:t>
            </a:r>
            <a:r>
              <a:rPr lang="en-US" sz="1800" b="0" i="0" u="none" strike="noStrike" err="1">
                <a:solidFill>
                  <a:srgbClr val="000000"/>
                </a:solidFill>
                <a:latin typeface="Geist"/>
                <a:ea typeface="Geist"/>
                <a:cs typeface="Geist"/>
                <a:sym typeface="Geist"/>
              </a:rPr>
              <a:t>til</a:t>
            </a:r>
            <a:r>
              <a:rPr lang="en-US" sz="1800" b="0" i="0" u="none" strike="noStrike">
                <a:solidFill>
                  <a:srgbClr val="000000"/>
                </a:solidFill>
                <a:latin typeface="Geist"/>
                <a:ea typeface="Geist"/>
                <a:cs typeface="Geist"/>
                <a:sym typeface="Geist"/>
              </a:rPr>
              <a:t> at </a:t>
            </a:r>
            <a:r>
              <a:rPr lang="en-US" sz="1800" b="0" i="0" u="none" strike="noStrike" err="1">
                <a:solidFill>
                  <a:srgbClr val="000000"/>
                </a:solidFill>
                <a:latin typeface="Geist"/>
                <a:ea typeface="Geist"/>
                <a:cs typeface="Geist"/>
                <a:sym typeface="Geist"/>
              </a:rPr>
              <a:t>håndtere</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kompleksitet</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og</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kontrolstrukturer</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som</a:t>
            </a:r>
            <a:r>
              <a:rPr lang="en-US" sz="1800" b="1" i="0" u="none" strike="noStrike" err="1">
                <a:solidFill>
                  <a:srgbClr val="6A62D9"/>
                </a:solidFill>
                <a:latin typeface="Geist"/>
                <a:ea typeface="Geist"/>
                <a:cs typeface="Geist"/>
                <a:sym typeface="Geist"/>
              </a:rPr>
              <a:t>valg</a:t>
            </a:r>
            <a:r>
              <a:rPr lang="en-US" sz="1800" b="0" i="0" u="none" strike="noStrike" err="1">
                <a:solidFill>
                  <a:srgbClr val="000000"/>
                </a:solidFill>
                <a:latin typeface="Geist"/>
                <a:ea typeface="Geist"/>
                <a:cs typeface="Geist"/>
                <a:sym typeface="Geist"/>
              </a:rPr>
              <a:t>og</a:t>
            </a:r>
            <a:r>
              <a:rPr lang="en-US" sz="1800" b="1" i="0" u="none" strike="noStrike" err="1">
                <a:solidFill>
                  <a:srgbClr val="6A62D9"/>
                </a:solidFill>
                <a:latin typeface="Geist"/>
                <a:ea typeface="Geist"/>
                <a:cs typeface="Geist"/>
                <a:sym typeface="Geist"/>
              </a:rPr>
              <a:t>gentagelse</a:t>
            </a:r>
            <a:r>
              <a:rPr lang="en-US" sz="1800" b="0" i="0" u="none" strike="noStrike" err="1">
                <a:solidFill>
                  <a:srgbClr val="000000"/>
                </a:solidFill>
                <a:latin typeface="Geist"/>
                <a:ea typeface="Geist"/>
                <a:cs typeface="Geist"/>
                <a:sym typeface="Geist"/>
              </a:rPr>
              <a:t>til</a:t>
            </a:r>
            <a:r>
              <a:rPr lang="en-US" sz="1800" b="0" i="0" u="none" strike="noStrike">
                <a:solidFill>
                  <a:srgbClr val="000000"/>
                </a:solidFill>
                <a:latin typeface="Geist"/>
                <a:ea typeface="Geist"/>
                <a:cs typeface="Geist"/>
                <a:sym typeface="Geist"/>
              </a:rPr>
              <a:t> at </a:t>
            </a:r>
            <a:r>
              <a:rPr lang="en-US" sz="1800" b="0" i="0" u="none" strike="noStrike" err="1">
                <a:solidFill>
                  <a:srgbClr val="000000"/>
                </a:solidFill>
                <a:latin typeface="Geist"/>
                <a:ea typeface="Geist"/>
                <a:cs typeface="Geist"/>
                <a:sym typeface="Geist"/>
              </a:rPr>
              <a:t>styre</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udførelsen</a:t>
            </a:r>
            <a:r>
              <a:rPr lang="en-US" sz="1800" b="0" i="0" u="none" strike="noStrike">
                <a:solidFill>
                  <a:srgbClr val="000000"/>
                </a:solidFill>
                <a:latin typeface="Geist"/>
                <a:ea typeface="Geist"/>
                <a:cs typeface="Geist"/>
                <a:sym typeface="Geist"/>
              </a:rPr>
              <a:t>. Husk: </a:t>
            </a:r>
            <a:r>
              <a:rPr lang="en-US" sz="1800" b="0" i="0" u="none" strike="noStrike" err="1">
                <a:solidFill>
                  <a:srgbClr val="000000"/>
                </a:solidFill>
                <a:latin typeface="Geist"/>
                <a:ea typeface="Geist"/>
                <a:cs typeface="Geist"/>
                <a:sym typeface="Geist"/>
              </a:rPr>
              <a:t>en</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algoritme</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skal</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altid</a:t>
            </a:r>
            <a:r>
              <a:rPr lang="en-US" sz="1800" b="0" i="0" u="none" strike="noStrike">
                <a:solidFill>
                  <a:srgbClr val="000000"/>
                </a:solidFill>
                <a:latin typeface="Geist"/>
                <a:ea typeface="Geist"/>
                <a:cs typeface="Geist"/>
                <a:sym typeface="Geist"/>
              </a:rPr>
              <a:t> </a:t>
            </a:r>
            <a:r>
              <a:rPr lang="en-US" sz="1800" b="0" i="0" u="none" strike="noStrike" err="1">
                <a:solidFill>
                  <a:srgbClr val="000000"/>
                </a:solidFill>
                <a:latin typeface="Geist"/>
                <a:ea typeface="Geist"/>
                <a:cs typeface="Geist"/>
                <a:sym typeface="Geist"/>
              </a:rPr>
              <a:t>terminere</a:t>
            </a:r>
            <a:r>
              <a:rPr lang="en-US" sz="1800" b="0" i="0" u="none" strike="noStrike">
                <a:solidFill>
                  <a:srgbClr val="000000"/>
                </a:solidFill>
                <a:latin typeface="Geist"/>
                <a:ea typeface="Geist"/>
                <a:cs typeface="Geist"/>
                <a:sym typeface="Geist"/>
              </a:rPr>
              <a:t>! </a:t>
            </a:r>
            <a:r>
              <a:rPr lang="en-DK" sz="1800">
                <a:latin typeface="Geist"/>
              </a:rPr>
              <a:t>Til næste gang kan du forklare:</a:t>
            </a:r>
            <a:endParaRPr lang="en-US" sz="1800">
              <a:latin typeface="Geist"/>
            </a:endParaRPr>
          </a:p>
        </p:txBody>
      </p:sp>
    </p:spTree>
  </p:cSld>
  <p:clrMapOvr>
    <a:masterClrMapping/>
  </p:clrMapOvr>
</p:sld>
</file>

<file path=ppt/theme/theme1.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D2A715520D23D4EAC5E8A1D9C1935E2" ma:contentTypeVersion="3" ma:contentTypeDescription="Create a new document." ma:contentTypeScope="" ma:versionID="52ff65364cc533d0cfaef2a86e0ad119">
  <xsd:schema xmlns:xsd="http://www.w3.org/2001/XMLSchema" xmlns:xs="http://www.w3.org/2001/XMLSchema" xmlns:p="http://schemas.microsoft.com/office/2006/metadata/properties" xmlns:ns2="fb0221c7-f201-482a-b7ac-f35d1bc34810" targetNamespace="http://schemas.microsoft.com/office/2006/metadata/properties" ma:root="true" ma:fieldsID="b720365dcbe98b53cc339f1747eddf87" ns2:_="">
    <xsd:import namespace="fb0221c7-f201-482a-b7ac-f35d1bc34810"/>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0221c7-f201-482a-b7ac-f35d1bc3481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95886A1-01D8-4A12-8F53-5B21D189A1AA}">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638802A9-4D30-44B3-93E2-44E6C2262702}">
  <ds:schemaRefs>
    <ds:schemaRef ds:uri="fb0221c7-f201-482a-b7ac-f35d1bc3481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5D1D70D-2BD1-4100-88A8-58AD960ABF86}">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Skærmshow (16:9)</PresentationFormat>
  <Slides>22</Slides>
  <Notes>21</Notes>
  <HiddenSlides>1</HiddenSlides>
  <ScaleCrop>false</ScaleCrop>
  <HeadingPairs>
    <vt:vector size="4" baseType="variant">
      <vt:variant>
        <vt:lpstr>Tema</vt:lpstr>
      </vt:variant>
      <vt:variant>
        <vt:i4>1</vt:i4>
      </vt:variant>
      <vt:variant>
        <vt:lpstr>Slidetitler</vt:lpstr>
      </vt:variant>
      <vt:variant>
        <vt:i4>22</vt:i4>
      </vt:variant>
    </vt:vector>
  </HeadingPairs>
  <TitlesOfParts>
    <vt:vector size="23" baseType="lpstr">
      <vt:lpstr>默认主题</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lpstr>PowerPoint-præsentation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3</cp:revision>
  <dcterms:modified xsi:type="dcterms:W3CDTF">2026-08-14T09:23:03Z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{"Label":"1","ContentProducer":"001191110102MACQD9K64010000","ProduceID":"7673791042496810198","ReservedCode1":"","ContentPropagator":"","PropagateID":"","ReservedCode2":""}</vt:lpwstr>
  </property>
  <property fmtid="{D5CDD505-2E9C-101B-9397-08002B2CF9AE}" pid="3" name="ContentTypeId">
    <vt:lpwstr>0x010100CD2A715520D23D4EAC5E8A1D9C1935E2</vt:lpwstr>
  </property>
</Properties>
</file>