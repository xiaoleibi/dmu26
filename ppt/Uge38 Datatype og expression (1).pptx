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  <p:sldMasterId id="2147483656" r:id="rId2"/>
  </p:sldMasterIdLst>
  <p:notesMasterIdLst>
    <p:notesMasterId r:id="rId62"/>
  </p:notesMasterIdLst>
  <p:handoutMasterIdLst>
    <p:handoutMasterId r:id="rId63"/>
  </p:handoutMasterIdLst>
  <p:sldIdLst>
    <p:sldId id="256" r:id="rId3"/>
    <p:sldId id="359" r:id="rId4"/>
    <p:sldId id="360" r:id="rId5"/>
    <p:sldId id="265" r:id="rId6"/>
    <p:sldId id="266" r:id="rId7"/>
    <p:sldId id="334" r:id="rId8"/>
    <p:sldId id="339" r:id="rId9"/>
    <p:sldId id="322" r:id="rId10"/>
    <p:sldId id="268" r:id="rId11"/>
    <p:sldId id="269" r:id="rId12"/>
    <p:sldId id="343" r:id="rId13"/>
    <p:sldId id="270" r:id="rId14"/>
    <p:sldId id="345" r:id="rId15"/>
    <p:sldId id="271" r:id="rId16"/>
    <p:sldId id="272" r:id="rId17"/>
    <p:sldId id="369" r:id="rId18"/>
    <p:sldId id="323" r:id="rId19"/>
    <p:sldId id="274" r:id="rId20"/>
    <p:sldId id="275" r:id="rId21"/>
    <p:sldId id="367" r:id="rId22"/>
    <p:sldId id="276" r:id="rId23"/>
    <p:sldId id="277" r:id="rId24"/>
    <p:sldId id="278" r:id="rId25"/>
    <p:sldId id="279" r:id="rId26"/>
    <p:sldId id="324" r:id="rId27"/>
    <p:sldId id="281" r:id="rId28"/>
    <p:sldId id="282" r:id="rId29"/>
    <p:sldId id="361" r:id="rId30"/>
    <p:sldId id="362" r:id="rId31"/>
    <p:sldId id="283" r:id="rId32"/>
    <p:sldId id="368" r:id="rId33"/>
    <p:sldId id="284" r:id="rId34"/>
    <p:sldId id="346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25" r:id="rId44"/>
    <p:sldId id="295" r:id="rId45"/>
    <p:sldId id="296" r:id="rId46"/>
    <p:sldId id="363" r:id="rId47"/>
    <p:sldId id="297" r:id="rId48"/>
    <p:sldId id="298" r:id="rId49"/>
    <p:sldId id="299" r:id="rId50"/>
    <p:sldId id="326" r:id="rId51"/>
    <p:sldId id="301" r:id="rId52"/>
    <p:sldId id="302" r:id="rId53"/>
    <p:sldId id="303" r:id="rId54"/>
    <p:sldId id="347" r:id="rId55"/>
    <p:sldId id="349" r:id="rId56"/>
    <p:sldId id="304" r:id="rId57"/>
    <p:sldId id="350" r:id="rId58"/>
    <p:sldId id="364" r:id="rId59"/>
    <p:sldId id="365" r:id="rId60"/>
    <p:sldId id="321" r:id="rId6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FB9D"/>
    <a:srgbClr val="CCF5A3"/>
    <a:srgbClr val="FFFFCC"/>
    <a:srgbClr val="CCFFCC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E0B4FF-7C45-8F43-956B-5D0EA25B4D2A}" v="14" dt="2021-09-17T08:35:34.3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6"/>
    <p:restoredTop sz="84119" autoAdjust="0"/>
  </p:normalViewPr>
  <p:slideViewPr>
    <p:cSldViewPr>
      <p:cViewPr varScale="1">
        <p:scale>
          <a:sx n="91" d="100"/>
          <a:sy n="91" d="100"/>
        </p:scale>
        <p:origin x="320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4defdd0b-eb6b-464a-acc0-49fc44ef47a7" providerId="ADAL" clId="{9F77D9D9-AF9A-426C-BD56-B8B8845A6B24}"/>
    <pc:docChg chg="custSel addSld delSld modSld">
      <pc:chgData name="Xiaolei Bi" userId="4defdd0b-eb6b-464a-acc0-49fc44ef47a7" providerId="ADAL" clId="{9F77D9D9-AF9A-426C-BD56-B8B8845A6B24}" dt="2021-08-05T14:16:00.463" v="78" actId="5793"/>
      <pc:docMkLst>
        <pc:docMk/>
      </pc:docMkLst>
      <pc:sldChg chg="del">
        <pc:chgData name="Xiaolei Bi" userId="4defdd0b-eb6b-464a-acc0-49fc44ef47a7" providerId="ADAL" clId="{9F77D9D9-AF9A-426C-BD56-B8B8845A6B24}" dt="2021-08-05T13:40:32.654" v="1" actId="2696"/>
        <pc:sldMkLst>
          <pc:docMk/>
          <pc:sldMk cId="0" sldId="258"/>
        </pc:sldMkLst>
      </pc:sldChg>
      <pc:sldChg chg="del">
        <pc:chgData name="Xiaolei Bi" userId="4defdd0b-eb6b-464a-acc0-49fc44ef47a7" providerId="ADAL" clId="{9F77D9D9-AF9A-426C-BD56-B8B8845A6B24}" dt="2021-08-05T13:40:32.658" v="2" actId="2696"/>
        <pc:sldMkLst>
          <pc:docMk/>
          <pc:sldMk cId="0" sldId="259"/>
        </pc:sldMkLst>
      </pc:sldChg>
      <pc:sldChg chg="del">
        <pc:chgData name="Xiaolei Bi" userId="4defdd0b-eb6b-464a-acc0-49fc44ef47a7" providerId="ADAL" clId="{9F77D9D9-AF9A-426C-BD56-B8B8845A6B24}" dt="2021-08-05T13:40:32.660" v="3" actId="2696"/>
        <pc:sldMkLst>
          <pc:docMk/>
          <pc:sldMk cId="0" sldId="260"/>
        </pc:sldMkLst>
      </pc:sldChg>
      <pc:sldChg chg="del">
        <pc:chgData name="Xiaolei Bi" userId="4defdd0b-eb6b-464a-acc0-49fc44ef47a7" providerId="ADAL" clId="{9F77D9D9-AF9A-426C-BD56-B8B8845A6B24}" dt="2021-08-05T13:40:32.664" v="4" actId="2696"/>
        <pc:sldMkLst>
          <pc:docMk/>
          <pc:sldMk cId="0" sldId="261"/>
        </pc:sldMkLst>
      </pc:sldChg>
      <pc:sldChg chg="del">
        <pc:chgData name="Xiaolei Bi" userId="4defdd0b-eb6b-464a-acc0-49fc44ef47a7" providerId="ADAL" clId="{9F77D9D9-AF9A-426C-BD56-B8B8845A6B24}" dt="2021-08-05T13:40:32.666" v="5" actId="2696"/>
        <pc:sldMkLst>
          <pc:docMk/>
          <pc:sldMk cId="0" sldId="262"/>
        </pc:sldMkLst>
      </pc:sldChg>
      <pc:sldChg chg="del">
        <pc:chgData name="Xiaolei Bi" userId="4defdd0b-eb6b-464a-acc0-49fc44ef47a7" providerId="ADAL" clId="{9F77D9D9-AF9A-426C-BD56-B8B8845A6B24}" dt="2021-08-05T13:40:32.673" v="8" actId="2696"/>
        <pc:sldMkLst>
          <pc:docMk/>
          <pc:sldMk cId="0" sldId="263"/>
        </pc:sldMkLst>
      </pc:sldChg>
      <pc:sldChg chg="del">
        <pc:chgData name="Xiaolei Bi" userId="4defdd0b-eb6b-464a-acc0-49fc44ef47a7" providerId="ADAL" clId="{9F77D9D9-AF9A-426C-BD56-B8B8845A6B24}" dt="2021-08-05T13:40:32.683" v="12" actId="2696"/>
        <pc:sldMkLst>
          <pc:docMk/>
          <pc:sldMk cId="0" sldId="264"/>
        </pc:sldMkLst>
      </pc:sldChg>
      <pc:sldChg chg="modNotesTx">
        <pc:chgData name="Xiaolei Bi" userId="4defdd0b-eb6b-464a-acc0-49fc44ef47a7" providerId="ADAL" clId="{9F77D9D9-AF9A-426C-BD56-B8B8845A6B24}" dt="2021-08-05T13:47:20.426" v="75" actId="20577"/>
        <pc:sldMkLst>
          <pc:docMk/>
          <pc:sldMk cId="0" sldId="276"/>
        </pc:sldMkLst>
      </pc:sldChg>
      <pc:sldChg chg="modSp">
        <pc:chgData name="Xiaolei Bi" userId="4defdd0b-eb6b-464a-acc0-49fc44ef47a7" providerId="ADAL" clId="{9F77D9D9-AF9A-426C-BD56-B8B8845A6B24}" dt="2021-08-05T14:16:00.463" v="78" actId="5793"/>
        <pc:sldMkLst>
          <pc:docMk/>
          <pc:sldMk cId="0" sldId="297"/>
        </pc:sldMkLst>
        <pc:spChg chg="mod">
          <ac:chgData name="Xiaolei Bi" userId="4defdd0b-eb6b-464a-acc0-49fc44ef47a7" providerId="ADAL" clId="{9F77D9D9-AF9A-426C-BD56-B8B8845A6B24}" dt="2021-08-05T14:16:00.463" v="78" actId="5793"/>
          <ac:spMkLst>
            <pc:docMk/>
            <pc:sldMk cId="0" sldId="297"/>
            <ac:spMk id="90114" creationId="{00000000-0000-0000-0000-000000000000}"/>
          </ac:spMkLst>
        </pc:spChg>
      </pc:sldChg>
      <pc:sldChg chg="del">
        <pc:chgData name="Xiaolei Bi" userId="4defdd0b-eb6b-464a-acc0-49fc44ef47a7" providerId="ADAL" clId="{9F77D9D9-AF9A-426C-BD56-B8B8845A6B24}" dt="2021-08-05T13:40:32.668" v="6" actId="2696"/>
        <pc:sldMkLst>
          <pc:docMk/>
          <pc:sldMk cId="0" sldId="330"/>
        </pc:sldMkLst>
      </pc:sldChg>
      <pc:sldChg chg="del">
        <pc:chgData name="Xiaolei Bi" userId="4defdd0b-eb6b-464a-acc0-49fc44ef47a7" providerId="ADAL" clId="{9F77D9D9-AF9A-426C-BD56-B8B8845A6B24}" dt="2021-08-05T13:40:32.677" v="10" actId="2696"/>
        <pc:sldMkLst>
          <pc:docMk/>
          <pc:sldMk cId="0" sldId="331"/>
        </pc:sldMkLst>
      </pc:sldChg>
      <pc:sldChg chg="del">
        <pc:chgData name="Xiaolei Bi" userId="4defdd0b-eb6b-464a-acc0-49fc44ef47a7" providerId="ADAL" clId="{9F77D9D9-AF9A-426C-BD56-B8B8845A6B24}" dt="2021-08-05T13:40:32.685" v="13" actId="2696"/>
        <pc:sldMkLst>
          <pc:docMk/>
          <pc:sldMk cId="0" sldId="332"/>
        </pc:sldMkLst>
      </pc:sldChg>
      <pc:sldChg chg="del">
        <pc:chgData name="Xiaolei Bi" userId="4defdd0b-eb6b-464a-acc0-49fc44ef47a7" providerId="ADAL" clId="{9F77D9D9-AF9A-426C-BD56-B8B8845A6B24}" dt="2021-08-05T13:41:39.665" v="14" actId="2696"/>
        <pc:sldMkLst>
          <pc:docMk/>
          <pc:sldMk cId="0" sldId="333"/>
        </pc:sldMkLst>
      </pc:sldChg>
      <pc:sldChg chg="del">
        <pc:chgData name="Xiaolei Bi" userId="4defdd0b-eb6b-464a-acc0-49fc44ef47a7" providerId="ADAL" clId="{9F77D9D9-AF9A-426C-BD56-B8B8845A6B24}" dt="2021-08-05T13:41:39.671" v="15" actId="2696"/>
        <pc:sldMkLst>
          <pc:docMk/>
          <pc:sldMk cId="0" sldId="335"/>
        </pc:sldMkLst>
      </pc:sldChg>
      <pc:sldChg chg="del">
        <pc:chgData name="Xiaolei Bi" userId="4defdd0b-eb6b-464a-acc0-49fc44ef47a7" providerId="ADAL" clId="{9F77D9D9-AF9A-426C-BD56-B8B8845A6B24}" dt="2021-08-05T13:40:32.670" v="7" actId="2696"/>
        <pc:sldMkLst>
          <pc:docMk/>
          <pc:sldMk cId="0" sldId="336"/>
        </pc:sldMkLst>
      </pc:sldChg>
      <pc:sldChg chg="del">
        <pc:chgData name="Xiaolei Bi" userId="4defdd0b-eb6b-464a-acc0-49fc44ef47a7" providerId="ADAL" clId="{9F77D9D9-AF9A-426C-BD56-B8B8845A6B24}" dt="2021-08-05T13:40:32.651" v="0" actId="2696"/>
        <pc:sldMkLst>
          <pc:docMk/>
          <pc:sldMk cId="0" sldId="338"/>
        </pc:sldMkLst>
      </pc:sldChg>
      <pc:sldChg chg="del">
        <pc:chgData name="Xiaolei Bi" userId="4defdd0b-eb6b-464a-acc0-49fc44ef47a7" providerId="ADAL" clId="{9F77D9D9-AF9A-426C-BD56-B8B8845A6B24}" dt="2021-08-05T13:42:22.013" v="16" actId="2696"/>
        <pc:sldMkLst>
          <pc:docMk/>
          <pc:sldMk cId="0" sldId="340"/>
        </pc:sldMkLst>
      </pc:sldChg>
      <pc:sldChg chg="modNotesTx">
        <pc:chgData name="Xiaolei Bi" userId="4defdd0b-eb6b-464a-acc0-49fc44ef47a7" providerId="ADAL" clId="{9F77D9D9-AF9A-426C-BD56-B8B8845A6B24}" dt="2021-08-05T13:43:21.302" v="56" actId="20577"/>
        <pc:sldMkLst>
          <pc:docMk/>
          <pc:sldMk cId="0" sldId="343"/>
        </pc:sldMkLst>
      </pc:sldChg>
      <pc:sldChg chg="del">
        <pc:chgData name="Xiaolei Bi" userId="4defdd0b-eb6b-464a-acc0-49fc44ef47a7" providerId="ADAL" clId="{9F77D9D9-AF9A-426C-BD56-B8B8845A6B24}" dt="2021-08-05T13:42:42.472" v="17" actId="2696"/>
        <pc:sldMkLst>
          <pc:docMk/>
          <pc:sldMk cId="0" sldId="344"/>
        </pc:sldMkLst>
      </pc:sldChg>
      <pc:sldChg chg="addSp delSp modSp add modNotesTx">
        <pc:chgData name="Xiaolei Bi" userId="4defdd0b-eb6b-464a-acc0-49fc44ef47a7" providerId="ADAL" clId="{9F77D9D9-AF9A-426C-BD56-B8B8845A6B24}" dt="2021-08-05T13:46:56.060" v="59" actId="20577"/>
        <pc:sldMkLst>
          <pc:docMk/>
          <pc:sldMk cId="700111954" sldId="366"/>
        </pc:sldMkLst>
        <pc:spChg chg="del">
          <ac:chgData name="Xiaolei Bi" userId="4defdd0b-eb6b-464a-acc0-49fc44ef47a7" providerId="ADAL" clId="{9F77D9D9-AF9A-426C-BD56-B8B8845A6B24}" dt="2021-08-05T13:46:43.029" v="58"/>
          <ac:spMkLst>
            <pc:docMk/>
            <pc:sldMk cId="700111954" sldId="366"/>
            <ac:spMk id="3" creationId="{50A05F7A-86E1-4593-B863-2A3CC28EA0B0}"/>
          </ac:spMkLst>
        </pc:spChg>
        <pc:picChg chg="add mod">
          <ac:chgData name="Xiaolei Bi" userId="4defdd0b-eb6b-464a-acc0-49fc44ef47a7" providerId="ADAL" clId="{9F77D9D9-AF9A-426C-BD56-B8B8845A6B24}" dt="2021-08-05T13:46:43.029" v="58"/>
          <ac:picMkLst>
            <pc:docMk/>
            <pc:sldMk cId="700111954" sldId="366"/>
            <ac:picMk id="5" creationId="{4CC0E199-2A07-435F-A981-A2D04B3A5AF0}"/>
          </ac:picMkLst>
        </pc:picChg>
      </pc:sldChg>
      <pc:sldChg chg="del">
        <pc:chgData name="Xiaolei Bi" userId="4defdd0b-eb6b-464a-acc0-49fc44ef47a7" providerId="ADAL" clId="{9F77D9D9-AF9A-426C-BD56-B8B8845A6B24}" dt="2021-08-05T13:40:32.675" v="9" actId="2696"/>
        <pc:sldMkLst>
          <pc:docMk/>
          <pc:sldMk cId="3958147687" sldId="368"/>
        </pc:sldMkLst>
      </pc:sldChg>
      <pc:sldChg chg="del">
        <pc:chgData name="Xiaolei Bi" userId="4defdd0b-eb6b-464a-acc0-49fc44ef47a7" providerId="ADAL" clId="{9F77D9D9-AF9A-426C-BD56-B8B8845A6B24}" dt="2021-08-05T13:40:32.681" v="11" actId="2696"/>
        <pc:sldMkLst>
          <pc:docMk/>
          <pc:sldMk cId="0" sldId="369"/>
        </pc:sldMkLst>
      </pc:sldChg>
    </pc:docChg>
  </pc:docChgLst>
  <pc:docChgLst>
    <pc:chgData name="Xiaolei Bi" userId="4defdd0b-eb6b-464a-acc0-49fc44ef47a7" providerId="ADAL" clId="{62E0B4FF-7C45-8F43-956B-5D0EA25B4D2A}"/>
    <pc:docChg chg="undo custSel addSld delSld modSld">
      <pc:chgData name="Xiaolei Bi" userId="4defdd0b-eb6b-464a-acc0-49fc44ef47a7" providerId="ADAL" clId="{62E0B4FF-7C45-8F43-956B-5D0EA25B4D2A}" dt="2021-09-17T09:07:55.388" v="216" actId="478"/>
      <pc:docMkLst>
        <pc:docMk/>
      </pc:docMkLst>
      <pc:sldChg chg="modSp mod">
        <pc:chgData name="Xiaolei Bi" userId="4defdd0b-eb6b-464a-acc0-49fc44ef47a7" providerId="ADAL" clId="{62E0B4FF-7C45-8F43-956B-5D0EA25B4D2A}" dt="2021-09-15T06:21:54.998" v="2" actId="13926"/>
        <pc:sldMkLst>
          <pc:docMk/>
          <pc:sldMk cId="0" sldId="265"/>
        </pc:sldMkLst>
        <pc:spChg chg="mod">
          <ac:chgData name="Xiaolei Bi" userId="4defdd0b-eb6b-464a-acc0-49fc44ef47a7" providerId="ADAL" clId="{62E0B4FF-7C45-8F43-956B-5D0EA25B4D2A}" dt="2021-09-15T06:21:54.998" v="2" actId="13926"/>
          <ac:spMkLst>
            <pc:docMk/>
            <pc:sldMk cId="0" sldId="265"/>
            <ac:spMk id="45058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7:48:55.996" v="176" actId="20578"/>
        <pc:sldMkLst>
          <pc:docMk/>
          <pc:sldMk cId="0" sldId="266"/>
        </pc:sldMkLst>
        <pc:spChg chg="mod">
          <ac:chgData name="Xiaolei Bi" userId="4defdd0b-eb6b-464a-acc0-49fc44ef47a7" providerId="ADAL" clId="{62E0B4FF-7C45-8F43-956B-5D0EA25B4D2A}" dt="2021-09-17T07:48:55.996" v="176" actId="20578"/>
          <ac:spMkLst>
            <pc:docMk/>
            <pc:sldMk cId="0" sldId="266"/>
            <ac:spMk id="46086" creationId="{00000000-0000-0000-0000-000000000000}"/>
          </ac:spMkLst>
        </pc:spChg>
        <pc:spChg chg="mod">
          <ac:chgData name="Xiaolei Bi" userId="4defdd0b-eb6b-464a-acc0-49fc44ef47a7" providerId="ADAL" clId="{62E0B4FF-7C45-8F43-956B-5D0EA25B4D2A}" dt="2021-09-17T07:48:55.996" v="176" actId="20578"/>
          <ac:spMkLst>
            <pc:docMk/>
            <pc:sldMk cId="0" sldId="266"/>
            <ac:spMk id="46087" creationId="{00000000-0000-0000-0000-000000000000}"/>
          </ac:spMkLst>
        </pc:spChg>
        <pc:grpChg chg="mod">
          <ac:chgData name="Xiaolei Bi" userId="4defdd0b-eb6b-464a-acc0-49fc44ef47a7" providerId="ADAL" clId="{62E0B4FF-7C45-8F43-956B-5D0EA25B4D2A}" dt="2021-09-17T07:48:55.996" v="176" actId="20578"/>
          <ac:grpSpMkLst>
            <pc:docMk/>
            <pc:sldMk cId="0" sldId="266"/>
            <ac:grpSpMk id="46083" creationId="{00000000-0000-0000-0000-000000000000}"/>
          </ac:grpSpMkLst>
        </pc:grpChg>
      </pc:sldChg>
      <pc:sldChg chg="modSp">
        <pc:chgData name="Xiaolei Bi" userId="4defdd0b-eb6b-464a-acc0-49fc44ef47a7" providerId="ADAL" clId="{62E0B4FF-7C45-8F43-956B-5D0EA25B4D2A}" dt="2021-09-15T06:26:12.741" v="6" actId="13926"/>
        <pc:sldMkLst>
          <pc:docMk/>
          <pc:sldMk cId="0" sldId="268"/>
        </pc:sldMkLst>
        <pc:spChg chg="mod">
          <ac:chgData name="Xiaolei Bi" userId="4defdd0b-eb6b-464a-acc0-49fc44ef47a7" providerId="ADAL" clId="{62E0B4FF-7C45-8F43-956B-5D0EA25B4D2A}" dt="2021-09-15T06:26:12.741" v="6" actId="13926"/>
          <ac:spMkLst>
            <pc:docMk/>
            <pc:sldMk cId="0" sldId="268"/>
            <ac:spMk id="23556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2:12.199" v="7" actId="13926"/>
        <pc:sldMkLst>
          <pc:docMk/>
          <pc:sldMk cId="0" sldId="269"/>
        </pc:sldMkLst>
        <pc:spChg chg="mod">
          <ac:chgData name="Xiaolei Bi" userId="4defdd0b-eb6b-464a-acc0-49fc44ef47a7" providerId="ADAL" clId="{62E0B4FF-7C45-8F43-956B-5D0EA25B4D2A}" dt="2021-09-15T06:32:12.199" v="7" actId="13926"/>
          <ac:spMkLst>
            <pc:docMk/>
            <pc:sldMk cId="0" sldId="269"/>
            <ac:spMk id="53251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4:42.182" v="9" actId="13926"/>
        <pc:sldMkLst>
          <pc:docMk/>
          <pc:sldMk cId="0" sldId="270"/>
        </pc:sldMkLst>
        <pc:spChg chg="mod">
          <ac:chgData name="Xiaolei Bi" userId="4defdd0b-eb6b-464a-acc0-49fc44ef47a7" providerId="ADAL" clId="{62E0B4FF-7C45-8F43-956B-5D0EA25B4D2A}" dt="2021-09-15T06:33:57.235" v="8" actId="13926"/>
          <ac:spMkLst>
            <pc:docMk/>
            <pc:sldMk cId="0" sldId="270"/>
            <ac:spMk id="56322" creationId="{00000000-0000-0000-0000-000000000000}"/>
          </ac:spMkLst>
        </pc:spChg>
        <pc:spChg chg="mod">
          <ac:chgData name="Xiaolei Bi" userId="4defdd0b-eb6b-464a-acc0-49fc44ef47a7" providerId="ADAL" clId="{62E0B4FF-7C45-8F43-956B-5D0EA25B4D2A}" dt="2021-09-15T06:34:42.182" v="9" actId="13926"/>
          <ac:spMkLst>
            <pc:docMk/>
            <pc:sldMk cId="0" sldId="270"/>
            <ac:spMk id="56326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8:43.418" v="10" actId="13926"/>
        <pc:sldMkLst>
          <pc:docMk/>
          <pc:sldMk cId="0" sldId="271"/>
        </pc:sldMkLst>
        <pc:spChg chg="mod">
          <ac:chgData name="Xiaolei Bi" userId="4defdd0b-eb6b-464a-acc0-49fc44ef47a7" providerId="ADAL" clId="{62E0B4FF-7C45-8F43-956B-5D0EA25B4D2A}" dt="2021-09-15T06:38:43.418" v="10" actId="13926"/>
          <ac:spMkLst>
            <pc:docMk/>
            <pc:sldMk cId="0" sldId="271"/>
            <ac:spMk id="5939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48:25.688" v="75" actId="13926"/>
        <pc:sldMkLst>
          <pc:docMk/>
          <pc:sldMk cId="0" sldId="276"/>
        </pc:sldMkLst>
        <pc:spChg chg="mod">
          <ac:chgData name="Xiaolei Bi" userId="4defdd0b-eb6b-464a-acc0-49fc44ef47a7" providerId="ADAL" clId="{62E0B4FF-7C45-8F43-956B-5D0EA25B4D2A}" dt="2021-09-15T06:48:25.688" v="75" actId="13926"/>
          <ac:spMkLst>
            <pc:docMk/>
            <pc:sldMk cId="0" sldId="276"/>
            <ac:spMk id="6451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49:09.319" v="76" actId="13926"/>
        <pc:sldMkLst>
          <pc:docMk/>
          <pc:sldMk cId="0" sldId="278"/>
        </pc:sldMkLst>
        <pc:spChg chg="mod">
          <ac:chgData name="Xiaolei Bi" userId="4defdd0b-eb6b-464a-acc0-49fc44ef47a7" providerId="ADAL" clId="{62E0B4FF-7C45-8F43-956B-5D0EA25B4D2A}" dt="2021-09-15T06:49:09.319" v="76" actId="13926"/>
          <ac:spMkLst>
            <pc:docMk/>
            <pc:sldMk cId="0" sldId="278"/>
            <ac:spMk id="66562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8:36:46.131" v="183" actId="13926"/>
        <pc:sldMkLst>
          <pc:docMk/>
          <pc:sldMk cId="0" sldId="283"/>
        </pc:sldMkLst>
        <pc:spChg chg="mod">
          <ac:chgData name="Xiaolei Bi" userId="4defdd0b-eb6b-464a-acc0-49fc44ef47a7" providerId="ADAL" clId="{62E0B4FF-7C45-8F43-956B-5D0EA25B4D2A}" dt="2021-09-17T08:36:46.131" v="183" actId="13926"/>
          <ac:spMkLst>
            <pc:docMk/>
            <pc:sldMk cId="0" sldId="283"/>
            <ac:spMk id="73730" creationId="{00000000-0000-0000-0000-000000000000}"/>
          </ac:spMkLst>
        </pc:spChg>
      </pc:sldChg>
      <pc:sldChg chg="modNotesTx">
        <pc:chgData name="Xiaolei Bi" userId="4defdd0b-eb6b-464a-acc0-49fc44ef47a7" providerId="ADAL" clId="{62E0B4FF-7C45-8F43-956B-5D0EA25B4D2A}" dt="2021-09-15T07:02:17.200" v="88" actId="20577"/>
        <pc:sldMkLst>
          <pc:docMk/>
          <pc:sldMk cId="0" sldId="289"/>
        </pc:sldMkLst>
      </pc:sldChg>
      <pc:sldChg chg="addSp delSp modSp mod">
        <pc:chgData name="Xiaolei Bi" userId="4defdd0b-eb6b-464a-acc0-49fc44ef47a7" providerId="ADAL" clId="{62E0B4FF-7C45-8F43-956B-5D0EA25B4D2A}" dt="2021-09-17T09:07:55.388" v="216" actId="478"/>
        <pc:sldMkLst>
          <pc:docMk/>
          <pc:sldMk cId="0" sldId="292"/>
        </pc:sldMkLst>
        <pc:spChg chg="add del mod">
          <ac:chgData name="Xiaolei Bi" userId="4defdd0b-eb6b-464a-acc0-49fc44ef47a7" providerId="ADAL" clId="{62E0B4FF-7C45-8F43-956B-5D0EA25B4D2A}" dt="2021-09-17T09:07:55.388" v="216" actId="478"/>
          <ac:spMkLst>
            <pc:docMk/>
            <pc:sldMk cId="0" sldId="292"/>
            <ac:spMk id="2" creationId="{DAF55755-0FD9-A648-B520-B3021B16139C}"/>
          </ac:spMkLst>
        </pc:spChg>
      </pc:sldChg>
      <pc:sldChg chg="del">
        <pc:chgData name="Xiaolei Bi" userId="4defdd0b-eb6b-464a-acc0-49fc44ef47a7" providerId="ADAL" clId="{62E0B4FF-7C45-8F43-956B-5D0EA25B4D2A}" dt="2021-09-15T07:02:57.319" v="89" actId="2696"/>
        <pc:sldMkLst>
          <pc:docMk/>
          <pc:sldMk cId="0" sldId="293"/>
        </pc:sldMkLst>
      </pc:sldChg>
      <pc:sldChg chg="modSp mod">
        <pc:chgData name="Xiaolei Bi" userId="4defdd0b-eb6b-464a-acc0-49fc44ef47a7" providerId="ADAL" clId="{62E0B4FF-7C45-8F43-956B-5D0EA25B4D2A}" dt="2021-09-17T08:52:39.639" v="213" actId="13926"/>
        <pc:sldMkLst>
          <pc:docMk/>
          <pc:sldMk cId="0" sldId="297"/>
        </pc:sldMkLst>
        <pc:spChg chg="mod">
          <ac:chgData name="Xiaolei Bi" userId="4defdd0b-eb6b-464a-acc0-49fc44ef47a7" providerId="ADAL" clId="{62E0B4FF-7C45-8F43-956B-5D0EA25B4D2A}" dt="2021-09-17T08:52:39.639" v="213" actId="13926"/>
          <ac:spMkLst>
            <pc:docMk/>
            <pc:sldMk cId="0" sldId="297"/>
            <ac:spMk id="90114" creationId="{00000000-0000-0000-0000-000000000000}"/>
          </ac:spMkLst>
        </pc:spChg>
      </pc:sldChg>
      <pc:sldChg chg="modSp mod modNotesTx">
        <pc:chgData name="Xiaolei Bi" userId="4defdd0b-eb6b-464a-acc0-49fc44ef47a7" providerId="ADAL" clId="{62E0B4FF-7C45-8F43-956B-5D0EA25B4D2A}" dt="2021-09-15T08:49:35.762" v="174" actId="20577"/>
        <pc:sldMkLst>
          <pc:docMk/>
          <pc:sldMk cId="0" sldId="298"/>
        </pc:sldMkLst>
        <pc:spChg chg="mod">
          <ac:chgData name="Xiaolei Bi" userId="4defdd0b-eb6b-464a-acc0-49fc44ef47a7" providerId="ADAL" clId="{62E0B4FF-7C45-8F43-956B-5D0EA25B4D2A}" dt="2021-09-15T08:48:51.948" v="93" actId="13926"/>
          <ac:spMkLst>
            <pc:docMk/>
            <pc:sldMk cId="0" sldId="298"/>
            <ac:spMk id="91138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7:04:48.411" v="90" actId="13926"/>
        <pc:sldMkLst>
          <pc:docMk/>
          <pc:sldMk cId="0" sldId="299"/>
        </pc:sldMkLst>
        <pc:spChg chg="mod">
          <ac:chgData name="Xiaolei Bi" userId="4defdd0b-eb6b-464a-acc0-49fc44ef47a7" providerId="ADAL" clId="{62E0B4FF-7C45-8F43-956B-5D0EA25B4D2A}" dt="2021-09-15T07:04:48.411" v="90" actId="13926"/>
          <ac:spMkLst>
            <pc:docMk/>
            <pc:sldMk cId="0" sldId="299"/>
            <ac:spMk id="92162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7:05:45.147" v="92" actId="13926"/>
        <pc:sldMkLst>
          <pc:docMk/>
          <pc:sldMk cId="0" sldId="302"/>
        </pc:sldMkLst>
        <pc:spChg chg="mod">
          <ac:chgData name="Xiaolei Bi" userId="4defdd0b-eb6b-464a-acc0-49fc44ef47a7" providerId="ADAL" clId="{62E0B4FF-7C45-8F43-956B-5D0EA25B4D2A}" dt="2021-09-15T07:05:45.147" v="92" actId="13926"/>
          <ac:spMkLst>
            <pc:docMk/>
            <pc:sldMk cId="0" sldId="302"/>
            <ac:spMk id="95234" creationId="{00000000-0000-0000-0000-000000000000}"/>
          </ac:spMkLst>
        </pc:spChg>
      </pc:sldChg>
      <pc:sldChg chg="addSp delSp mod addAnim delAnim">
        <pc:chgData name="Xiaolei Bi" userId="4defdd0b-eb6b-464a-acc0-49fc44ef47a7" providerId="ADAL" clId="{62E0B4FF-7C45-8F43-956B-5D0EA25B4D2A}" dt="2021-09-17T08:19:09.048" v="178" actId="478"/>
        <pc:sldMkLst>
          <pc:docMk/>
          <pc:sldMk cId="0" sldId="343"/>
        </pc:sldMkLst>
        <pc:spChg chg="add del">
          <ac:chgData name="Xiaolei Bi" userId="4defdd0b-eb6b-464a-acc0-49fc44ef47a7" providerId="ADAL" clId="{62E0B4FF-7C45-8F43-956B-5D0EA25B4D2A}" dt="2021-09-17T08:19:09.048" v="178" actId="478"/>
          <ac:spMkLst>
            <pc:docMk/>
            <pc:sldMk cId="0" sldId="343"/>
            <ac:spMk id="5" creationId="{00000000-0000-0000-0000-000000000000}"/>
          </ac:spMkLst>
        </pc:spChg>
      </pc:sldChg>
      <pc:sldChg chg="addSp delSp mod addAnim delAnim">
        <pc:chgData name="Xiaolei Bi" userId="4defdd0b-eb6b-464a-acc0-49fc44ef47a7" providerId="ADAL" clId="{62E0B4FF-7C45-8F43-956B-5D0EA25B4D2A}" dt="2021-09-17T08:21:12.605" v="180" actId="478"/>
        <pc:sldMkLst>
          <pc:docMk/>
          <pc:sldMk cId="0" sldId="345"/>
        </pc:sldMkLst>
        <pc:spChg chg="add del">
          <ac:chgData name="Xiaolei Bi" userId="4defdd0b-eb6b-464a-acc0-49fc44ef47a7" providerId="ADAL" clId="{62E0B4FF-7C45-8F43-956B-5D0EA25B4D2A}" dt="2021-09-17T08:21:12.605" v="180" actId="478"/>
          <ac:spMkLst>
            <pc:docMk/>
            <pc:sldMk cId="0" sldId="345"/>
            <ac:spMk id="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8:53:24.180" v="214" actId="13926"/>
        <pc:sldMkLst>
          <pc:docMk/>
          <pc:sldMk cId="0" sldId="347"/>
        </pc:sldMkLst>
        <pc:spChg chg="mod">
          <ac:chgData name="Xiaolei Bi" userId="4defdd0b-eb6b-464a-acc0-49fc44ef47a7" providerId="ADAL" clId="{62E0B4FF-7C45-8F43-956B-5D0EA25B4D2A}" dt="2021-09-17T08:53:24.180" v="214" actId="13926"/>
          <ac:spMkLst>
            <pc:docMk/>
            <pc:sldMk cId="0" sldId="347"/>
            <ac:spMk id="97282" creationId="{00000000-0000-0000-0000-000000000000}"/>
          </ac:spMkLst>
        </pc:spChg>
      </pc:sldChg>
      <pc:sldChg chg="modSp modNotesTx">
        <pc:chgData name="Xiaolei Bi" userId="4defdd0b-eb6b-464a-acc0-49fc44ef47a7" providerId="ADAL" clId="{62E0B4FF-7C45-8F43-956B-5D0EA25B4D2A}" dt="2021-09-17T08:50:38.985" v="211" actId="20577"/>
        <pc:sldMkLst>
          <pc:docMk/>
          <pc:sldMk cId="0" sldId="362"/>
        </pc:sldMkLst>
        <pc:spChg chg="mod">
          <ac:chgData name="Xiaolei Bi" userId="4defdd0b-eb6b-464a-acc0-49fc44ef47a7" providerId="ADAL" clId="{62E0B4FF-7C45-8F43-956B-5D0EA25B4D2A}" dt="2021-09-17T08:35:34.355" v="182" actId="20577"/>
          <ac:spMkLst>
            <pc:docMk/>
            <pc:sldMk cId="0" sldId="362"/>
            <ac:spMk id="7" creationId="{00000000-0000-0000-0000-000000000000}"/>
          </ac:spMkLst>
        </pc:spChg>
      </pc:sldChg>
      <pc:sldChg chg="modSp mod modNotesTx">
        <pc:chgData name="Xiaolei Bi" userId="4defdd0b-eb6b-464a-acc0-49fc44ef47a7" providerId="ADAL" clId="{62E0B4FF-7C45-8F43-956B-5D0EA25B4D2A}" dt="2021-09-15T06:42:33.726" v="62" actId="20577"/>
        <pc:sldMkLst>
          <pc:docMk/>
          <pc:sldMk cId="700111954" sldId="366"/>
        </pc:sldMkLst>
        <pc:spChg chg="mod">
          <ac:chgData name="Xiaolei Bi" userId="4defdd0b-eb6b-464a-acc0-49fc44ef47a7" providerId="ADAL" clId="{62E0B4FF-7C45-8F43-956B-5D0EA25B4D2A}" dt="2021-09-15T06:40:51.843" v="28" actId="20577"/>
          <ac:spMkLst>
            <pc:docMk/>
            <pc:sldMk cId="700111954" sldId="366"/>
            <ac:spMk id="2" creationId="{41922D60-49B0-4A26-9074-9DD40EC8C585}"/>
          </ac:spMkLst>
        </pc:spChg>
      </pc:sldChg>
      <pc:sldChg chg="modSp new mod">
        <pc:chgData name="Xiaolei Bi" userId="4defdd0b-eb6b-464a-acc0-49fc44ef47a7" providerId="ADAL" clId="{62E0B4FF-7C45-8F43-956B-5D0EA25B4D2A}" dt="2021-09-17T08:27:40.548" v="181" actId="20578"/>
        <pc:sldMkLst>
          <pc:docMk/>
          <pc:sldMk cId="1098045101" sldId="367"/>
        </pc:sldMkLst>
        <pc:spChg chg="mod">
          <ac:chgData name="Xiaolei Bi" userId="4defdd0b-eb6b-464a-acc0-49fc44ef47a7" providerId="ADAL" clId="{62E0B4FF-7C45-8F43-956B-5D0EA25B4D2A}" dt="2021-09-15T06:47:11.169" v="67"/>
          <ac:spMkLst>
            <pc:docMk/>
            <pc:sldMk cId="1098045101" sldId="367"/>
            <ac:spMk id="2" creationId="{DDDEB061-F293-A149-84FC-176F114F7F95}"/>
          </ac:spMkLst>
        </pc:spChg>
        <pc:spChg chg="mod">
          <ac:chgData name="Xiaolei Bi" userId="4defdd0b-eb6b-464a-acc0-49fc44ef47a7" providerId="ADAL" clId="{62E0B4FF-7C45-8F43-956B-5D0EA25B4D2A}" dt="2021-09-17T08:27:40.548" v="181" actId="20578"/>
          <ac:spMkLst>
            <pc:docMk/>
            <pc:sldMk cId="1098045101" sldId="367"/>
            <ac:spMk id="3" creationId="{6DF19E59-3943-0546-A473-CEA316F0043E}"/>
          </ac:spMkLst>
        </pc:spChg>
      </pc:sldChg>
      <pc:sldChg chg="modSp new del mod">
        <pc:chgData name="Xiaolei Bi" userId="4defdd0b-eb6b-464a-acc0-49fc44ef47a7" providerId="ADAL" clId="{62E0B4FF-7C45-8F43-956B-5D0EA25B4D2A}" dt="2021-09-15T06:50:42.103" v="81" actId="2696"/>
        <pc:sldMkLst>
          <pc:docMk/>
          <pc:sldMk cId="2045646173" sldId="368"/>
        </pc:sldMkLst>
        <pc:spChg chg="mod">
          <ac:chgData name="Xiaolei Bi" userId="4defdd0b-eb6b-464a-acc0-49fc44ef47a7" providerId="ADAL" clId="{62E0B4FF-7C45-8F43-956B-5D0EA25B4D2A}" dt="2021-09-15T06:49:30.254" v="80" actId="20577"/>
          <ac:spMkLst>
            <pc:docMk/>
            <pc:sldMk cId="2045646173" sldId="368"/>
            <ac:spMk id="2" creationId="{6A3CB71A-6EDD-0C4E-8B4C-B503FCE49CF9}"/>
          </ac:spMkLst>
        </pc:spChg>
      </pc:sldChg>
      <pc:sldChg chg="addSp delSp modSp new mod">
        <pc:chgData name="Xiaolei Bi" userId="4defdd0b-eb6b-464a-acc0-49fc44ef47a7" providerId="ADAL" clId="{62E0B4FF-7C45-8F43-956B-5D0EA25B4D2A}" dt="2021-09-15T06:55:43.233" v="86"/>
        <pc:sldMkLst>
          <pc:docMk/>
          <pc:sldMk cId="3958147687" sldId="368"/>
        </pc:sldMkLst>
        <pc:spChg chg="del mod">
          <ac:chgData name="Xiaolei Bi" userId="4defdd0b-eb6b-464a-acc0-49fc44ef47a7" providerId="ADAL" clId="{62E0B4FF-7C45-8F43-956B-5D0EA25B4D2A}" dt="2021-09-15T06:55:43.233" v="86"/>
          <ac:spMkLst>
            <pc:docMk/>
            <pc:sldMk cId="3958147687" sldId="368"/>
            <ac:spMk id="3" creationId="{73BF84F1-8FE1-B04A-8D91-F1D49CF68A41}"/>
          </ac:spMkLst>
        </pc:spChg>
        <pc:picChg chg="add mod ord">
          <ac:chgData name="Xiaolei Bi" userId="4defdd0b-eb6b-464a-acc0-49fc44ef47a7" providerId="ADAL" clId="{62E0B4FF-7C45-8F43-956B-5D0EA25B4D2A}" dt="2021-09-15T06:55:43.233" v="86"/>
          <ac:picMkLst>
            <pc:docMk/>
            <pc:sldMk cId="3958147687" sldId="368"/>
            <ac:picMk id="6" creationId="{C4700D69-494F-BF49-9132-FBD5DBA97307}"/>
          </ac:picMkLst>
        </pc:picChg>
      </pc:sldChg>
    </pc:docChg>
  </pc:docChgLst>
  <pc:docChgLst>
    <pc:chgData name="Xiaolei Bi" userId="4defdd0b-eb6b-464a-acc0-49fc44ef47a7" providerId="ADAL" clId="{5B8D123D-022C-4D39-BE5F-DE25918CEDB5}"/>
    <pc:docChg chg="modSld modMainMaster">
      <pc:chgData name="Xiaolei Bi" userId="4defdd0b-eb6b-464a-acc0-49fc44ef47a7" providerId="ADAL" clId="{5B8D123D-022C-4D39-BE5F-DE25918CEDB5}" dt="2021-06-28T13:03:23.898" v="0"/>
      <pc:docMkLst>
        <pc:docMk/>
      </pc:docMkLst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5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2" creationId="{00000000-0000-0000-0000-000000000000}"/>
          </ac:spMkLst>
        </pc:sp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256"/>
            <ac:picMk id="27653" creationId="{00000000-0000-0000-0000-000000000000}"/>
          </ac:picMkLst>
        </pc:pic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5"/>
            <ac:spMk id="4505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1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4608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4608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6"/>
            <ac:grpSpMk id="4608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2355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2355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2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3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34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8"/>
            <ac:grpSpMk id="2" creationId="{00000000-0000-0000-0000-000000000000}"/>
          </ac:grpSpMkLst>
        </pc:gr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8"/>
            <ac:grpSpMk id="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3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2560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5632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5632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0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1"/>
            <ac:spMk id="5939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2"/>
            <ac:spMk id="6041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4"/>
            <ac:spMk id="6246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5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6"/>
            <ac:spMk id="6451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7"/>
            <ac:spMk id="6553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8"/>
            <ac:grpSpMk id="6656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9"/>
            <ac:spMk id="6758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1"/>
            <ac:spMk id="6963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1"/>
            <ac:spMk id="69637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81"/>
            <ac:grpSpMk id="69635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1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5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5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6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3"/>
            <ac:spMk id="737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4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4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5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5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74759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5"/>
            <ac:spMk id="6758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5"/>
            <ac:spMk id="76802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85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6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6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77826" creationId="{00000000-0000-0000-0000-000000000000}"/>
          </ac:spMkLst>
        </pc:spChg>
        <pc:cxnChg chg="mod">
          <ac:chgData name="Xiaolei Bi" userId="4defdd0b-eb6b-464a-acc0-49fc44ef47a7" providerId="ADAL" clId="{5B8D123D-022C-4D39-BE5F-DE25918CEDB5}" dt="2021-06-28T13:03:23.898" v="0"/>
          <ac:cxnSpMkLst>
            <pc:docMk/>
            <pc:sldMk cId="0" sldId="286"/>
            <ac:cxnSpMk id="36876" creationId="{00000000-0000-0000-0000-000000000000}"/>
          </ac:cxnSpMkLst>
        </pc:cxn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78850" creationId="{00000000-0000-0000-0000-000000000000}"/>
          </ac:spMkLst>
        </pc:spChg>
        <pc:cxnChg chg="mod">
          <ac:chgData name="Xiaolei Bi" userId="4defdd0b-eb6b-464a-acc0-49fc44ef47a7" providerId="ADAL" clId="{5B8D123D-022C-4D39-BE5F-DE25918CEDB5}" dt="2021-06-28T13:03:23.898" v="0"/>
          <ac:cxnSpMkLst>
            <pc:docMk/>
            <pc:sldMk cId="0" sldId="287"/>
            <ac:cxnSpMk id="37896" creationId="{00000000-0000-0000-0000-000000000000}"/>
          </ac:cxnSpMkLst>
        </pc:cxn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8"/>
            <ac:spMk id="7987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9"/>
            <ac:spMk id="8089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0"/>
            <ac:spMk id="8192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1"/>
            <ac:spMk id="8294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91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2"/>
            <ac:spMk id="8397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3"/>
            <ac:spMk id="8499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5"/>
            <ac:spMk id="8704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6"/>
            <ac:spMk id="8806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8"/>
            <ac:spMk id="9113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9"/>
            <ac:spMk id="9216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1"/>
            <ac:spMk id="9421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2"/>
            <ac:spMk id="9523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3"/>
            <ac:spMk id="9625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4"/>
            <ac:spMk id="993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1"/>
            <ac:spMk id="10342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2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2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3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3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4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4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5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5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6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6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3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4"/>
            <ac:spMk id="4710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3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9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9"/>
            <ac:spMk id="481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3"/>
            <ac:spMk id="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3"/>
            <ac:spMk id="5529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5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5"/>
            <ac:spMk id="5837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7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7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4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346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7"/>
            <ac:spMk id="9728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9"/>
            <ac:spMk id="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9"/>
            <ac:spMk id="9830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5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0"/>
            <ac:spMk id="10035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5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9"/>
            <ac:spMk id="419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9"/>
            <ac:spMk id="43011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4403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4403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1"/>
            <ac:spMk id="419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1"/>
            <ac:spMk id="71683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270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270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3"/>
            <ac:spMk id="890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3"/>
            <ac:spMk id="89094" creationId="{00000000-0000-0000-0000-000000000000}"/>
          </ac:spMkLst>
        </pc:sp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363"/>
            <ac:picMk id="89091" creationId="{00000000-0000-0000-0000-000000000000}"/>
          </ac:picMkLst>
        </pc:pic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363"/>
            <ac:picMk id="89092" creationId="{00000000-0000-0000-0000-000000000000}"/>
          </ac:picMkLst>
        </pc:pic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4"/>
            <ac:spMk id="10137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5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5"/>
            <ac:spMk id="102402" creationId="{00000000-0000-0000-0000-000000000000}"/>
          </ac:spMkLst>
        </pc:spChg>
      </pc:sldChg>
      <pc:sldMasterChg chg="modSp modSldLayout">
        <pc:chgData name="Xiaolei Bi" userId="4defdd0b-eb6b-464a-acc0-49fc44ef47a7" providerId="ADAL" clId="{5B8D123D-022C-4D39-BE5F-DE25918CEDB5}" dt="2021-06-28T13:03:23.898" v="0"/>
        <pc:sldMasterMkLst>
          <pc:docMk/>
          <pc:sldMasterMk cId="0" sldId="2147483655"/>
        </pc:sldMaster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02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02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3319" creationId="{00000000-0000-0000-0000-000000000000}"/>
          </ac:spMkLst>
        </pc:sp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83907955" sldId="2147483657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3907955" sldId="2147483657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3907955" sldId="2147483657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3256774" sldId="2147483659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3256774" sldId="2147483659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3256774" sldId="2147483659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637601888" sldId="2147483660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637601888" sldId="2147483660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637601888" sldId="2147483660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024511664" sldId="2147483661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4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5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6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81533617" sldId="2147483664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826891289" sldId="2147483665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715279328" sldId="2147483667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715279328" sldId="2147483667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715279328" sldId="2147483667"/>
              <ac:spMk id="3" creationId="{00000000-0000-0000-0000-000000000000}"/>
            </ac:spMkLst>
          </pc:spChg>
        </pc:sldLayoutChg>
      </pc:sldMasterChg>
      <pc:sldMasterChg chg="modSp modSldLayout">
        <pc:chgData name="Xiaolei Bi" userId="4defdd0b-eb6b-464a-acc0-49fc44ef47a7" providerId="ADAL" clId="{5B8D123D-022C-4D39-BE5F-DE25918CEDB5}" dt="2021-06-28T13:03:23.898" v="0"/>
        <pc:sldMasterMkLst>
          <pc:docMk/>
          <pc:sldMasterMk cId="0" sldId="2147483656"/>
        </pc:sldMaster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331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331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8" creationId="{00000000-0000-0000-0000-000000000000}"/>
          </ac:spMkLst>
        </pc:sp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86209790" sldId="2147483668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86209790" sldId="2147483668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86209790" sldId="2147483668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99472995" sldId="2147483670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99472995" sldId="2147483670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99472995" sldId="2147483670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320653998" sldId="2147483671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320653998" sldId="2147483671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320653998" sldId="2147483671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195274063" sldId="2147483672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4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5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6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040415978" sldId="2147483675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459488372" sldId="2147483676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587445444" sldId="2147483678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587445444" sldId="2147483678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587445444" sldId="2147483678"/>
              <ac:spMk id="3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5AF6277F-91BB-7A4C-BEE6-B1873ACB5A82}" type="datetime1">
              <a:rPr lang="en-US" altLang="x-none"/>
              <a:pPr/>
              <a:t>9/7/25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418989CA-06BF-7E48-9106-6949BB8E0D13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3D22F995-C42E-C540-87FE-EC3F838C59A2}" type="datetime1">
              <a:rPr lang="en-US" altLang="x-none"/>
              <a:pPr/>
              <a:t>9/7/25</a:t>
            </a:fld>
            <a:endParaRPr lang="en-US" alt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66A519E-3153-0E4B-9601-59E72B2618F4}" type="slidenum">
              <a:rPr lang="en-US" altLang="x-none"/>
              <a:pPr/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Student </a:t>
            </a:r>
            <a:r>
              <a:rPr lang="da-DK" dirty="0" err="1"/>
              <a:t>play</a:t>
            </a:r>
            <a:r>
              <a:rPr lang="da-DK" dirty="0"/>
              <a:t> to </a:t>
            </a:r>
            <a:r>
              <a:rPr lang="da-DK" dirty="0" err="1"/>
              <a:t>guess</a:t>
            </a:r>
            <a:r>
              <a:rPr lang="da-DK" dirty="0"/>
              <a:t> the output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11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973748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https</a:t>
            </a:r>
            <a:r>
              <a:rPr lang="da-DK" dirty="0"/>
              <a:t>://</a:t>
            </a:r>
            <a:r>
              <a:rPr lang="da-DK" dirty="0" err="1"/>
              <a:t>docs.oracle.com</a:t>
            </a:r>
            <a:r>
              <a:rPr lang="da-DK" dirty="0"/>
              <a:t>/</a:t>
            </a:r>
            <a:r>
              <a:rPr lang="da-DK" dirty="0" err="1"/>
              <a:t>javase</a:t>
            </a:r>
            <a:r>
              <a:rPr lang="da-DK" dirty="0"/>
              <a:t>/</a:t>
            </a:r>
            <a:r>
              <a:rPr lang="da-DK" dirty="0" err="1"/>
              <a:t>tutorial</a:t>
            </a:r>
            <a:r>
              <a:rPr lang="da-DK" dirty="0"/>
              <a:t>/</a:t>
            </a:r>
            <a:r>
              <a:rPr lang="da-DK" dirty="0" err="1"/>
              <a:t>java</a:t>
            </a:r>
            <a:r>
              <a:rPr lang="da-DK" dirty="0"/>
              <a:t>/</a:t>
            </a:r>
            <a:r>
              <a:rPr lang="da-DK" dirty="0" err="1"/>
              <a:t>nutsandbolts</a:t>
            </a:r>
            <a:r>
              <a:rPr lang="da-DK" dirty="0"/>
              <a:t>/</a:t>
            </a:r>
            <a:r>
              <a:rPr lang="da-DK" dirty="0" err="1"/>
              <a:t>datatypes.html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20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02939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Single </a:t>
            </a:r>
            <a:r>
              <a:rPr lang="da-DK" dirty="0" err="1"/>
              <a:t>quotes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79648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Java </a:t>
            </a:r>
            <a:r>
              <a:rPr lang="da-DK" dirty="0" err="1"/>
              <a:t>rounded</a:t>
            </a:r>
            <a:r>
              <a:rPr lang="da-DK" dirty="0"/>
              <a:t> op to </a:t>
            </a:r>
            <a:r>
              <a:rPr lang="da-DK" dirty="0" err="1"/>
              <a:t>interger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29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37904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https</a:t>
            </a:r>
            <a:r>
              <a:rPr lang="da-DK" dirty="0"/>
              <a:t>://</a:t>
            </a:r>
            <a:r>
              <a:rPr lang="da-DK" dirty="0" err="1"/>
              <a:t>www.programiz.com</a:t>
            </a:r>
            <a:r>
              <a:rPr lang="da-DK" dirty="0"/>
              <a:t>/</a:t>
            </a:r>
            <a:r>
              <a:rPr lang="da-DK" dirty="0" err="1"/>
              <a:t>java-programming</a:t>
            </a:r>
            <a:r>
              <a:rPr lang="da-DK" dirty="0"/>
              <a:t>/operator-</a:t>
            </a:r>
            <a:r>
              <a:rPr lang="da-DK" dirty="0" err="1"/>
              <a:t>precedence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31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595608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programiz.com</a:t>
            </a:r>
            <a:r>
              <a:rPr lang="da-DK" dirty="0"/>
              <a:t>/</a:t>
            </a:r>
            <a:r>
              <a:rPr lang="da-DK" dirty="0" err="1"/>
              <a:t>article</a:t>
            </a:r>
            <a:r>
              <a:rPr lang="da-DK" dirty="0"/>
              <a:t>/</a:t>
            </a:r>
            <a:r>
              <a:rPr lang="da-DK" dirty="0" err="1"/>
              <a:t>increment</a:t>
            </a:r>
            <a:r>
              <a:rPr lang="da-DK" dirty="0"/>
              <a:t>-</a:t>
            </a:r>
            <a:r>
              <a:rPr lang="da-DK" dirty="0" err="1"/>
              <a:t>decrement</a:t>
            </a:r>
            <a:r>
              <a:rPr lang="da-DK" dirty="0"/>
              <a:t>-operator-difference-</a:t>
            </a:r>
            <a:r>
              <a:rPr lang="da-DK" dirty="0" err="1"/>
              <a:t>prefix</a:t>
            </a:r>
            <a:r>
              <a:rPr lang="da-DK" dirty="0"/>
              <a:t>-postfix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38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0694769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Operands</a:t>
            </a:r>
            <a:r>
              <a:rPr lang="da-DK" dirty="0"/>
              <a:t> is a term to </a:t>
            </a:r>
            <a:r>
              <a:rPr lang="da-DK" dirty="0" err="1"/>
              <a:t>describe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manipulated</a:t>
            </a:r>
            <a:r>
              <a:rPr lang="da-DK" dirty="0"/>
              <a:t> </a:t>
            </a:r>
            <a:r>
              <a:rPr lang="da-DK"/>
              <a:t>by operator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47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980125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83907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93020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3256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63760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024511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443655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44975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81533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826891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988193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715279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2A8202-014D-F64C-97B0-87240D9DFD83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62097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1F5C51-CA28-DA4D-9E5D-A436AF78292F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239624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29B4CAF-EE30-3846-BE48-95BF0DF57D38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94729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214AFBF-94DA-1E48-AB66-3D06C626D198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0653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EF5573-1760-054B-B1F3-EE977D9E7151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952740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CDD08BA-8586-394E-8078-F08ACB280F5D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091428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C9445-B96A-B340-BD9B-D01E1684AD4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13430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377B90-B3E9-6F44-8C57-A5F8A9EEC33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4159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D33164-4E3C-2147-B94A-35A69531119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94883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43589F5-782F-A44D-B462-149B24AE04E2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628521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380997-AEF9-C947-97BF-FF3BAA2AA06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7445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accent1"/>
            </a:gs>
            <a:gs pos="100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274638"/>
            <a:ext cx="115824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Heading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066800"/>
            <a:ext cx="1158240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470400" y="6477001"/>
            <a:ext cx="74168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dirty="0" smtClean="0">
                <a:latin typeface="Times New Roman" charset="0"/>
              </a:defRPr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accent1"/>
            </a:gs>
            <a:gs pos="100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endParaRPr lang="x-none" altLang="x-none"/>
          </a:p>
        </p:txBody>
      </p:sp>
      <p:sp>
        <p:nvSpPr>
          <p:cNvPr id="1843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smtClean="0"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1843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5B6DD6A0-A847-004F-86C1-2907383B2584}" type="slidenum">
              <a:rPr lang="en-US" altLang="x-none"/>
              <a:pPr/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752600" y="304800"/>
            <a:ext cx="8534400" cy="1143000"/>
          </a:xfrm>
        </p:spPr>
        <p:txBody>
          <a:bodyPr/>
          <a:lstStyle/>
          <a:p>
            <a:pPr algn="ctr" eaLnBrk="1" hangingPunct="1"/>
            <a:r>
              <a:rPr lang="en-US" altLang="x-none"/>
              <a:t>Chapter 2</a:t>
            </a:r>
            <a:br>
              <a:rPr lang="en-US" altLang="x-none"/>
            </a:br>
            <a:r>
              <a:rPr lang="en-US" altLang="x-none"/>
              <a:t>Data and Expressions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953000" y="2438400"/>
            <a:ext cx="5486400" cy="1905000"/>
          </a:xfrm>
        </p:spPr>
        <p:txBody>
          <a:bodyPr/>
          <a:lstStyle/>
          <a:p>
            <a:pPr eaLnBrk="1" hangingPunct="1"/>
            <a:r>
              <a:rPr lang="en-US" altLang="x-none" sz="3200" dirty="0"/>
              <a:t>Java Software Solutions</a:t>
            </a:r>
            <a:endParaRPr lang="en-US" altLang="x-none" dirty="0"/>
          </a:p>
          <a:p>
            <a:pPr eaLnBrk="1" hangingPunct="1"/>
            <a:r>
              <a:rPr lang="en-US" altLang="x-none" dirty="0"/>
              <a:t>Foundations of Program Design</a:t>
            </a:r>
          </a:p>
          <a:p>
            <a:pPr eaLnBrk="1" hangingPunct="1"/>
            <a:r>
              <a:rPr lang="en-US" altLang="x-none" dirty="0"/>
              <a:t>9</a:t>
            </a:r>
            <a:r>
              <a:rPr lang="en-US" altLang="x-none" baseline="30000" dirty="0"/>
              <a:t>th</a:t>
            </a:r>
            <a:r>
              <a:rPr lang="en-US" altLang="x-none" dirty="0"/>
              <a:t> Edition</a:t>
            </a:r>
          </a:p>
          <a:p>
            <a:pPr algn="r" eaLnBrk="1" hangingPunct="1"/>
            <a:endParaRPr lang="en-US" altLang="x-none" dirty="0"/>
          </a:p>
        </p:txBody>
      </p:sp>
      <p:sp>
        <p:nvSpPr>
          <p:cNvPr id="27652" name="Text Box 7"/>
          <p:cNvSpPr txBox="1">
            <a:spLocks noChangeArrowheads="1"/>
          </p:cNvSpPr>
          <p:nvPr/>
        </p:nvSpPr>
        <p:spPr bwMode="auto">
          <a:xfrm>
            <a:off x="6705601" y="4837114"/>
            <a:ext cx="3673475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John Lewis</a:t>
            </a:r>
          </a:p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William Loftus</a:t>
            </a:r>
          </a:p>
        </p:txBody>
      </p:sp>
      <p:pic>
        <p:nvPicPr>
          <p:cNvPr id="27653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588" y="1905001"/>
            <a:ext cx="3046412" cy="3770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43010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3011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output is produced by the following?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41990" name="TextBox 6"/>
          <p:cNvSpPr txBox="1">
            <a:spLocks noChangeArrowheads="1"/>
          </p:cNvSpPr>
          <p:nvPr/>
        </p:nvSpPr>
        <p:spPr bwMode="auto">
          <a:xfrm>
            <a:off x="2438401" y="1981200"/>
            <a:ext cx="7388225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System.out.println("X: " + 25);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System.out.println("Y: " + (15 + 50));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System.out.println("Z: " + 300 + 50);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2400">
              <a:latin typeface="Courier New" charset="0"/>
              <a:ea typeface="Courier New" charset="0"/>
              <a:cs typeface="Courier New" charset="0"/>
            </a:endParaRP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44034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4035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output is produced by the following?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44036" name="TextBox 6"/>
          <p:cNvSpPr txBox="1">
            <a:spLocks noChangeArrowheads="1"/>
          </p:cNvSpPr>
          <p:nvPr/>
        </p:nvSpPr>
        <p:spPr bwMode="auto">
          <a:xfrm>
            <a:off x="2438401" y="1981200"/>
            <a:ext cx="7388225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System.out.println("X: " + 25);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System.out.println("Y: " + (15 + 50));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System.out.println("Z: " + 300 + 50);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240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5043488" y="3733800"/>
            <a:ext cx="1662112" cy="120015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X: 25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Y: 65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Z: 30050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Escape Sequences</a:t>
            </a:r>
          </a:p>
        </p:txBody>
      </p:sp>
      <p:sp>
        <p:nvSpPr>
          <p:cNvPr id="450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534400" cy="4800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</a:pPr>
            <a:endParaRPr lang="en-US" altLang="x-none" sz="1400" dirty="0"/>
          </a:p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sz="2400" dirty="0"/>
              <a:t>An </a:t>
            </a:r>
            <a:r>
              <a:rPr lang="en-US" altLang="x-none" sz="2400" i="1" dirty="0"/>
              <a:t>escape sequence</a:t>
            </a:r>
            <a:r>
              <a:rPr lang="en-US" altLang="x-none" sz="2400" dirty="0"/>
              <a:t> is a series of characters that represents a special character</a:t>
            </a:r>
          </a:p>
          <a:p>
            <a:pPr>
              <a:lnSpc>
                <a:spcPct val="90000"/>
              </a:lnSpc>
            </a:pPr>
            <a:r>
              <a:rPr lang="en-US" altLang="x-none" sz="2400" dirty="0"/>
              <a:t>An escape sequence begins with a backslash character (</a:t>
            </a:r>
            <a:r>
              <a:rPr lang="en-US" altLang="x-none" sz="2400" dirty="0">
                <a:latin typeface="Courier New" charset="0"/>
              </a:rPr>
              <a:t>\</a:t>
            </a:r>
            <a:r>
              <a:rPr lang="en-US" altLang="x-none" sz="2400" dirty="0"/>
              <a:t>)</a:t>
            </a:r>
          </a:p>
          <a:p>
            <a:pPr>
              <a:lnSpc>
                <a:spcPct val="90000"/>
              </a:lnSpc>
            </a:pPr>
            <a:endParaRPr lang="en-US" altLang="x-none" sz="1400" dirty="0"/>
          </a:p>
          <a:p>
            <a:pPr algn="ctr">
              <a:lnSpc>
                <a:spcPct val="90000"/>
              </a:lnSpc>
              <a:buFont typeface="Times" charset="0"/>
              <a:buNone/>
            </a:pPr>
            <a:r>
              <a:rPr lang="en-US" altLang="x-none" sz="2000" dirty="0" err="1">
                <a:latin typeface="Courier New" charset="0"/>
              </a:rPr>
              <a:t>System.out.println</a:t>
            </a:r>
            <a:r>
              <a:rPr lang="en-US" altLang="x-none" sz="2000" dirty="0">
                <a:latin typeface="Courier New" charset="0"/>
              </a:rPr>
              <a:t>("I said </a:t>
            </a:r>
            <a:r>
              <a:rPr lang="en-US" altLang="x-none" sz="2000" dirty="0">
                <a:highlight>
                  <a:srgbClr val="FFFF00"/>
                </a:highlight>
                <a:latin typeface="Courier New" charset="0"/>
              </a:rPr>
              <a:t>\</a:t>
            </a:r>
            <a:r>
              <a:rPr lang="en-US" altLang="x-none" sz="2000" dirty="0">
                <a:latin typeface="Courier New" charset="0"/>
              </a:rPr>
              <a:t>"Hello</a:t>
            </a:r>
            <a:r>
              <a:rPr lang="en-US" altLang="x-none" sz="2000" dirty="0">
                <a:highlight>
                  <a:srgbClr val="FFFF00"/>
                </a:highlight>
                <a:latin typeface="Courier New" charset="0"/>
              </a:rPr>
              <a:t>\</a:t>
            </a:r>
            <a:r>
              <a:rPr lang="en-US" altLang="x-none" sz="2000" dirty="0">
                <a:latin typeface="Courier New" charset="0"/>
              </a:rPr>
              <a:t>" to you.");</a:t>
            </a:r>
          </a:p>
          <a:p>
            <a:pPr>
              <a:lnSpc>
                <a:spcPct val="90000"/>
              </a:lnSpc>
            </a:pPr>
            <a:endParaRPr lang="en-US" altLang="x-none" sz="1400" dirty="0"/>
          </a:p>
          <a:p>
            <a:pPr>
              <a:lnSpc>
                <a:spcPct val="90000"/>
              </a:lnSpc>
            </a:pPr>
            <a:endParaRPr lang="en-US" altLang="x-none" sz="2400" dirty="0"/>
          </a:p>
        </p:txBody>
      </p:sp>
      <p:sp>
        <p:nvSpPr>
          <p:cNvPr id="4505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Escape Sequences</a:t>
            </a:r>
          </a:p>
        </p:txBody>
      </p:sp>
      <p:sp>
        <p:nvSpPr>
          <p:cNvPr id="4608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295400"/>
            <a:ext cx="8458200" cy="903288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Some Java escape sequences:</a:t>
            </a:r>
          </a:p>
        </p:txBody>
      </p:sp>
      <p:grpSp>
        <p:nvGrpSpPr>
          <p:cNvPr id="46083" name="Group 8"/>
          <p:cNvGrpSpPr>
            <a:grpSpLocks/>
          </p:cNvGrpSpPr>
          <p:nvPr/>
        </p:nvGrpSpPr>
        <p:grpSpPr bwMode="auto">
          <a:xfrm>
            <a:off x="3598862" y="1981200"/>
            <a:ext cx="4184650" cy="2462213"/>
            <a:chOff x="1434" y="1248"/>
            <a:chExt cx="2636" cy="1551"/>
          </a:xfrm>
        </p:grpSpPr>
        <p:sp>
          <p:nvSpPr>
            <p:cNvPr id="46086" name="Text Box 6"/>
            <p:cNvSpPr txBox="1">
              <a:spLocks noChangeArrowheads="1"/>
            </p:cNvSpPr>
            <p:nvPr/>
          </p:nvSpPr>
          <p:spPr bwMode="auto">
            <a:xfrm>
              <a:off x="1434" y="1248"/>
              <a:ext cx="1429" cy="1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Escape Sequence</a:t>
              </a:r>
              <a:endParaRPr lang="en-US" altLang="x-none" sz="2000" dirty="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7000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\b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\n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\"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\'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\\</a:t>
              </a:r>
              <a:endParaRPr lang="en-US" altLang="x-none" sz="2000" dirty="0">
                <a:solidFill>
                  <a:srgbClr val="008000"/>
                </a:solidFill>
                <a:latin typeface="Courier New" charset="0"/>
              </a:endParaRPr>
            </a:p>
          </p:txBody>
        </p:sp>
        <p:sp>
          <p:nvSpPr>
            <p:cNvPr id="46087" name="Text Box 7"/>
            <p:cNvSpPr txBox="1">
              <a:spLocks noChangeArrowheads="1"/>
            </p:cNvSpPr>
            <p:nvPr/>
          </p:nvSpPr>
          <p:spPr bwMode="auto">
            <a:xfrm>
              <a:off x="3018" y="1248"/>
              <a:ext cx="1052" cy="1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Meaning</a:t>
              </a:r>
              <a:endParaRPr lang="en-US" altLang="x-none" sz="2000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7000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backspace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double quote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single quote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backslash</a:t>
              </a:r>
            </a:p>
          </p:txBody>
        </p:sp>
      </p:grpSp>
      <p:sp>
        <p:nvSpPr>
          <p:cNvPr id="46084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1828800" y="4953000"/>
            <a:ext cx="8458200" cy="903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342900" indent="-342900">
              <a:spcBef>
                <a:spcPct val="20000"/>
              </a:spcBef>
              <a:buFontTx/>
              <a:buChar char="•"/>
              <a:defRPr/>
            </a:pPr>
            <a:r>
              <a:rPr lang="en-US" sz="2800" kern="0" dirty="0">
                <a:latin typeface="+mn-lt"/>
                <a:ea typeface="+mn-ea"/>
                <a:cs typeface="+mn-cs"/>
              </a:rPr>
              <a:t>See </a:t>
            </a:r>
            <a:r>
              <a:rPr lang="en-US" sz="2800" kern="0" dirty="0" err="1">
                <a:latin typeface="Courier New"/>
                <a:ea typeface="+mn-ea"/>
                <a:cs typeface="Courier New"/>
              </a:rPr>
              <a:t>Roses.java</a:t>
            </a:r>
            <a:endParaRPr lang="en-US" sz="2800" kern="0" dirty="0">
              <a:latin typeface="Courier New"/>
              <a:ea typeface="+mn-ea"/>
              <a:cs typeface="Courier New"/>
            </a:endParaRP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7106" name="TextBox 5"/>
          <p:cNvSpPr txBox="1">
            <a:spLocks noChangeArrowheads="1"/>
          </p:cNvSpPr>
          <p:nvPr/>
        </p:nvSpPr>
        <p:spPr bwMode="auto">
          <a:xfrm>
            <a:off x="2133601" y="811214"/>
            <a:ext cx="7910513" cy="43703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Roses.java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escape sequences.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Roses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a poem (of sorts) on multiple lines.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("Roses are red,\n\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tViolets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are blue,\n"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"Sugar is sweet,\n\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tBut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I have \"commitment issues\",\n\t"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"So I'd rather just be friends\n\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tAt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this point in our 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"relationship.");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8130" name="TextBox 5"/>
          <p:cNvSpPr txBox="1">
            <a:spLocks noChangeArrowheads="1"/>
          </p:cNvSpPr>
          <p:nvPr/>
        </p:nvSpPr>
        <p:spPr bwMode="auto">
          <a:xfrm>
            <a:off x="2133601" y="811214"/>
            <a:ext cx="7910513" cy="43703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Roses.java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escape sequences.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Roses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a poem (of sorts) on multiple lines.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("Roses are red,\n\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tViolets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are blue,\n"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"Sugar is sweet,\n\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tBut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I have \"commitment issues\",\n\t"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"So I'd rather just be friends\n\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tAt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this point in our 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"relationship.");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5"/>
          <p:cNvSpPr txBox="1">
            <a:spLocks noChangeArrowheads="1"/>
          </p:cNvSpPr>
          <p:nvPr/>
        </p:nvSpPr>
        <p:spPr bwMode="auto">
          <a:xfrm>
            <a:off x="2971801" y="457201"/>
            <a:ext cx="6526213" cy="2646363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Output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Roses are red,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	Violets are blue,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Sugar is sweet,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	But I have "commitment issues",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	So I'd rather just be friends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	At this point in our relationship.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1849438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51204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Variables</a:t>
            </a:r>
          </a:p>
        </p:txBody>
      </p:sp>
      <p:sp>
        <p:nvSpPr>
          <p:cNvPr id="522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686800" cy="1863725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 i="1"/>
              <a:t>variable</a:t>
            </a:r>
            <a:r>
              <a:rPr lang="en-US" altLang="x-none"/>
              <a:t> is a name for a location in memory that holds a value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 i="1"/>
              <a:t>variable declaration </a:t>
            </a:r>
            <a:r>
              <a:rPr lang="en-US" altLang="x-none"/>
              <a:t>specifies the variable's name and the type of information that it will hold</a:t>
            </a:r>
            <a:endParaRPr lang="en-US" altLang="x-none">
              <a:latin typeface="Courier New" charset="0"/>
            </a:endParaRP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4351338" y="4294189"/>
            <a:ext cx="3878262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int</a:t>
            </a:r>
            <a:r>
              <a:rPr lang="en-US" altLang="x-none" sz="2000" b="1" dirty="0">
                <a:latin typeface="Courier New" charset="0"/>
              </a:rPr>
              <a:t> total;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int</a:t>
            </a:r>
            <a:r>
              <a:rPr lang="en-US" altLang="x-none" sz="2000" b="1" dirty="0">
                <a:latin typeface="Courier New" charset="0"/>
              </a:rPr>
              <a:t> count, temp, result;</a:t>
            </a:r>
          </a:p>
        </p:txBody>
      </p:sp>
      <p:sp>
        <p:nvSpPr>
          <p:cNvPr id="23558" name="Text Box 6"/>
          <p:cNvSpPr txBox="1">
            <a:spLocks noChangeArrowheads="1"/>
          </p:cNvSpPr>
          <p:nvPr/>
        </p:nvSpPr>
        <p:spPr bwMode="auto">
          <a:xfrm>
            <a:off x="2819400" y="5318126"/>
            <a:ext cx="64595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Multiple variables can be created in one declaration</a:t>
            </a:r>
            <a:endParaRPr lang="en-US" altLang="x-none" sz="2400">
              <a:solidFill>
                <a:srgbClr val="008000"/>
              </a:solidFill>
              <a:latin typeface="Arial Unicode MS" charset="0"/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3187700" y="3381376"/>
            <a:ext cx="1428750" cy="836613"/>
            <a:chOff x="828" y="1777"/>
            <a:chExt cx="900" cy="527"/>
          </a:xfrm>
        </p:grpSpPr>
        <p:sp>
          <p:nvSpPr>
            <p:cNvPr id="52234" name="Text Box 8"/>
            <p:cNvSpPr txBox="1">
              <a:spLocks noChangeArrowheads="1"/>
            </p:cNvSpPr>
            <p:nvPr/>
          </p:nvSpPr>
          <p:spPr bwMode="auto">
            <a:xfrm>
              <a:off x="828" y="1777"/>
              <a:ext cx="82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data type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52235" name="Line 9"/>
            <p:cNvSpPr>
              <a:spLocks noChangeShapeType="1"/>
            </p:cNvSpPr>
            <p:nvPr/>
          </p:nvSpPr>
          <p:spPr bwMode="auto">
            <a:xfrm>
              <a:off x="1584" y="2016"/>
              <a:ext cx="144" cy="288"/>
            </a:xfrm>
            <a:prstGeom prst="line">
              <a:avLst/>
            </a:prstGeom>
            <a:noFill/>
            <a:ln w="31750">
              <a:solidFill>
                <a:srgbClr val="FF00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581651" y="3338513"/>
            <a:ext cx="1893888" cy="836612"/>
            <a:chOff x="2348" y="1777"/>
            <a:chExt cx="1193" cy="527"/>
          </a:xfrm>
        </p:grpSpPr>
        <p:sp>
          <p:nvSpPr>
            <p:cNvPr id="52232" name="Text Box 11"/>
            <p:cNvSpPr txBox="1">
              <a:spLocks noChangeArrowheads="1"/>
            </p:cNvSpPr>
            <p:nvPr/>
          </p:nvSpPr>
          <p:spPr bwMode="auto">
            <a:xfrm>
              <a:off x="2348" y="1777"/>
              <a:ext cx="1193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variable name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52233" name="Line 12"/>
            <p:cNvSpPr>
              <a:spLocks noChangeShapeType="1"/>
            </p:cNvSpPr>
            <p:nvPr/>
          </p:nvSpPr>
          <p:spPr bwMode="auto">
            <a:xfrm flipH="1">
              <a:off x="2352" y="2016"/>
              <a:ext cx="96" cy="288"/>
            </a:xfrm>
            <a:prstGeom prst="line">
              <a:avLst/>
            </a:prstGeom>
            <a:noFill/>
            <a:ln w="31750">
              <a:solidFill>
                <a:srgbClr val="FF00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2231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3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utoUpdateAnimBg="0"/>
      <p:bldP spid="23558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Variable Initialization</a:t>
            </a:r>
          </a:p>
        </p:txBody>
      </p:sp>
      <p:sp>
        <p:nvSpPr>
          <p:cNvPr id="532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1"/>
            <a:ext cx="8305800" cy="96837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A variable can be given an initial value in the declaration</a:t>
            </a:r>
          </a:p>
        </p:txBody>
      </p:sp>
      <p:sp>
        <p:nvSpPr>
          <p:cNvPr id="53251" name="Text Box 6"/>
          <p:cNvSpPr txBox="1">
            <a:spLocks noChangeArrowheads="1"/>
          </p:cNvSpPr>
          <p:nvPr/>
        </p:nvSpPr>
        <p:spPr bwMode="auto">
          <a:xfrm>
            <a:off x="3810000" y="2422526"/>
            <a:ext cx="39941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int sum </a:t>
            </a: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=</a:t>
            </a:r>
            <a:r>
              <a:rPr lang="en-US" altLang="x-none" sz="2000" b="1" dirty="0">
                <a:latin typeface="Courier New" charset="0"/>
              </a:rPr>
              <a:t>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int base = 32, max = 149;</a:t>
            </a:r>
            <a:endParaRPr lang="en-US" altLang="x-none" sz="2400" dirty="0">
              <a:latin typeface="Times New Roman" charset="0"/>
            </a:endParaRPr>
          </a:p>
        </p:txBody>
      </p:sp>
      <p:sp>
        <p:nvSpPr>
          <p:cNvPr id="53252" name="Footer Placeholder 7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3253" name="Rectangle 3"/>
          <p:cNvSpPr txBox="1">
            <a:spLocks noChangeArrowheads="1"/>
          </p:cNvSpPr>
          <p:nvPr/>
        </p:nvSpPr>
        <p:spPr bwMode="auto">
          <a:xfrm>
            <a:off x="1752600" y="3505200"/>
            <a:ext cx="83058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 dirty="0"/>
              <a:t>When a variable is referenced in a program, its current value is used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See </a:t>
            </a:r>
            <a:r>
              <a:rPr lang="en-US" altLang="x-none" dirty="0" err="1">
                <a:latin typeface="Courier New" charset="0"/>
                <a:ea typeface="Courier New" charset="0"/>
                <a:cs typeface="Courier New" charset="0"/>
              </a:rPr>
              <a:t>PianoKeys.java</a:t>
            </a:r>
            <a:endParaRPr lang="en-US" altLang="x-none" dirty="0">
              <a:latin typeface="Courier New" charset="0"/>
              <a:ea typeface="Courier New" charset="0"/>
              <a:cs typeface="Courier New" charset="0"/>
            </a:endParaRP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5298" name="TextBox 5"/>
          <p:cNvSpPr txBox="1">
            <a:spLocks noChangeArrowheads="1"/>
          </p:cNvSpPr>
          <p:nvPr/>
        </p:nvSpPr>
        <p:spPr bwMode="auto">
          <a:xfrm>
            <a:off x="2133601" y="811214"/>
            <a:ext cx="7910513" cy="41544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PianoKeys.java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declaration, initialization, and use of 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integer variable.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PianoKeys</a:t>
            </a: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the number of keys on a piano.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keys = 88;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("A piano has " + keys + " keys.");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4343400" y="533401"/>
            <a:ext cx="3448050" cy="110807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 dirty="0">
                <a:ea typeface="Courier New" charset="0"/>
                <a:cs typeface="Courier New" charset="0"/>
              </a:rPr>
              <a:t>Output</a:t>
            </a:r>
            <a:endParaRPr lang="en-US" altLang="x-none" sz="2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A piano has 88 keys.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</a:t>
            </a:r>
          </a:p>
        </p:txBody>
      </p:sp>
      <p:sp>
        <p:nvSpPr>
          <p:cNvPr id="563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534400" cy="1376363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An </a:t>
            </a:r>
            <a:r>
              <a:rPr lang="en-US" altLang="x-none" i="1" dirty="0"/>
              <a:t>assignment statement</a:t>
            </a:r>
            <a:r>
              <a:rPr lang="en-US" altLang="x-none" dirty="0"/>
              <a:t> changes the value of a variable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The assignment operator is the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=</a:t>
            </a:r>
            <a:r>
              <a:rPr lang="en-US" altLang="x-none" dirty="0"/>
              <a:t> sign</a:t>
            </a:r>
            <a:endParaRPr lang="en-US" altLang="x-none" dirty="0">
              <a:latin typeface="Courier New" charset="0"/>
            </a:endParaRPr>
          </a:p>
        </p:txBody>
      </p:sp>
      <p:sp>
        <p:nvSpPr>
          <p:cNvPr id="25604" name="Text Box 4"/>
          <p:cNvSpPr txBox="1">
            <a:spLocks noChangeArrowheads="1"/>
          </p:cNvSpPr>
          <p:nvPr/>
        </p:nvSpPr>
        <p:spPr bwMode="auto">
          <a:xfrm>
            <a:off x="4953000" y="2895601"/>
            <a:ext cx="18605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total = 55;</a:t>
            </a:r>
            <a:endParaRPr lang="en-US" altLang="x-none" sz="2400">
              <a:latin typeface="Times New Roman" charset="0"/>
            </a:endParaRP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410200" y="3352800"/>
            <a:ext cx="990600" cy="304800"/>
            <a:chOff x="2304" y="1968"/>
            <a:chExt cx="624" cy="240"/>
          </a:xfrm>
        </p:grpSpPr>
        <p:sp>
          <p:nvSpPr>
            <p:cNvPr id="56327" name="Line 6"/>
            <p:cNvSpPr>
              <a:spLocks noChangeShapeType="1"/>
            </p:cNvSpPr>
            <p:nvPr/>
          </p:nvSpPr>
          <p:spPr bwMode="auto">
            <a:xfrm>
              <a:off x="2928" y="1968"/>
              <a:ext cx="0" cy="24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56328" name="Line 7"/>
            <p:cNvSpPr>
              <a:spLocks noChangeShapeType="1"/>
            </p:cNvSpPr>
            <p:nvPr/>
          </p:nvSpPr>
          <p:spPr bwMode="auto">
            <a:xfrm flipH="1">
              <a:off x="2304" y="2208"/>
              <a:ext cx="624" cy="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56329" name="Line 8"/>
            <p:cNvSpPr>
              <a:spLocks noChangeShapeType="1"/>
            </p:cNvSpPr>
            <p:nvPr/>
          </p:nvSpPr>
          <p:spPr bwMode="auto">
            <a:xfrm flipV="1">
              <a:off x="2304" y="1968"/>
              <a:ext cx="0" cy="24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6325" name="Footer Placeholder 11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6326" name="Rectangle 3"/>
          <p:cNvSpPr txBox="1">
            <a:spLocks noChangeArrowheads="1"/>
          </p:cNvSpPr>
          <p:nvPr/>
        </p:nvSpPr>
        <p:spPr bwMode="auto">
          <a:xfrm>
            <a:off x="1676400" y="3962400"/>
            <a:ext cx="8534400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The value that was in </a:t>
            </a:r>
            <a:r>
              <a:rPr lang="en-US" altLang="x-none" dirty="0">
                <a:latin typeface="Courier New" charset="0"/>
                <a:ea typeface="Courier New" charset="0"/>
                <a:cs typeface="Courier New" charset="0"/>
              </a:rPr>
              <a:t>total</a:t>
            </a:r>
            <a:r>
              <a:rPr lang="en-US" altLang="x-none" dirty="0"/>
              <a:t> is </a:t>
            </a:r>
            <a:r>
              <a:rPr lang="en-US" altLang="x-none" dirty="0">
                <a:highlight>
                  <a:srgbClr val="FFFF00"/>
                </a:highlight>
              </a:rPr>
              <a:t>overwritten</a:t>
            </a:r>
          </a:p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You can only assign a value to a variable that is consistent with the variable's declared type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See </a:t>
            </a:r>
            <a:r>
              <a:rPr lang="en-US" altLang="x-none" dirty="0" err="1">
                <a:latin typeface="Courier New" charset="0"/>
                <a:ea typeface="Courier New" charset="0"/>
                <a:cs typeface="Courier New" charset="0"/>
              </a:rPr>
              <a:t>Geometry.java</a:t>
            </a:r>
            <a:endParaRPr lang="en-US" altLang="x-none" dirty="0">
              <a:latin typeface="Courier New" charset="0"/>
              <a:ea typeface="Courier New" charset="0"/>
              <a:cs typeface="Courier New" charset="0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4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8370" name="TextBox 5"/>
          <p:cNvSpPr txBox="1">
            <a:spLocks noChangeArrowheads="1"/>
          </p:cNvSpPr>
          <p:nvPr/>
        </p:nvSpPr>
        <p:spPr bwMode="auto">
          <a:xfrm>
            <a:off x="2133601" y="811213"/>
            <a:ext cx="7910513" cy="544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Geometry.java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an assignment statement to change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value stored in a variable.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Geometry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the number of sides of several geometric shapes.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sides = 7;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declaration with initialization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heptagon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sides = 10;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assignment statement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decagon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sides = 12;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dodecagon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5"/>
          <p:cNvSpPr txBox="1">
            <a:spLocks noChangeArrowheads="1"/>
          </p:cNvSpPr>
          <p:nvPr/>
        </p:nvSpPr>
        <p:spPr bwMode="auto">
          <a:xfrm>
            <a:off x="3937000" y="457201"/>
            <a:ext cx="4216400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Output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heptagon has 7 sides.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decagon has 10 sides.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dodecagon has 12 sides.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Constants</a:t>
            </a:r>
          </a:p>
        </p:txBody>
      </p:sp>
      <p:sp>
        <p:nvSpPr>
          <p:cNvPr id="593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610600" cy="4953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A </a:t>
            </a:r>
            <a:r>
              <a:rPr lang="en-US" altLang="x-none" i="1" dirty="0"/>
              <a:t>constant </a:t>
            </a:r>
            <a:r>
              <a:rPr lang="en-US" altLang="x-none" dirty="0"/>
              <a:t>is an identifier that is similar to a variable except that it holds the same value during its entire existence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As the name implies, it is constant, not variable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compiler will issue an error if you try to change the value of a constant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In Java, we use the </a:t>
            </a:r>
            <a:r>
              <a:rPr lang="en-US" altLang="x-none" dirty="0">
                <a:latin typeface="Courier New" charset="0"/>
              </a:rPr>
              <a:t>final</a:t>
            </a:r>
            <a:r>
              <a:rPr lang="en-US" altLang="x-none" dirty="0"/>
              <a:t> modifier to declare a constant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final int </a:t>
            </a:r>
            <a:r>
              <a:rPr lang="en-US" altLang="x-none" sz="2400" dirty="0">
                <a:highlight>
                  <a:srgbClr val="FFFF00"/>
                </a:highlight>
                <a:latin typeface="Courier New" charset="0"/>
              </a:rPr>
              <a:t>MIN_HEIGHT </a:t>
            </a:r>
            <a:r>
              <a:rPr lang="en-US" altLang="x-none" sz="2400" dirty="0">
                <a:latin typeface="Courier New" charset="0"/>
              </a:rPr>
              <a:t>= 69;</a:t>
            </a:r>
            <a:endParaRPr lang="en-US" altLang="x-none" dirty="0"/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Constants</a:t>
            </a:r>
          </a:p>
        </p:txBody>
      </p:sp>
      <p:sp>
        <p:nvSpPr>
          <p:cNvPr id="604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610600" cy="5638800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Constants are useful for three important reasons</a:t>
            </a:r>
          </a:p>
          <a:p>
            <a:pPr>
              <a:spcBef>
                <a:spcPct val="0"/>
              </a:spcBef>
              <a:spcAft>
                <a:spcPts val="1200"/>
              </a:spcAft>
            </a:pPr>
            <a:r>
              <a:rPr lang="en-US" altLang="x-none"/>
              <a:t>First, they give meaning to otherwise unclear literal values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Example: </a:t>
            </a:r>
            <a:r>
              <a:rPr lang="en-US" altLang="x-none">
                <a:latin typeface="Courier New" charset="0"/>
                <a:ea typeface="Courier New" charset="0"/>
                <a:cs typeface="Courier New" charset="0"/>
              </a:rPr>
              <a:t>MAX_LOAD</a:t>
            </a:r>
            <a:r>
              <a:rPr lang="en-US" altLang="x-none"/>
              <a:t> means more than the literal 250</a:t>
            </a:r>
          </a:p>
          <a:p>
            <a:pPr>
              <a:spcBef>
                <a:spcPct val="0"/>
              </a:spcBef>
              <a:spcAft>
                <a:spcPts val="1200"/>
              </a:spcAft>
            </a:pPr>
            <a:r>
              <a:rPr lang="en-US" altLang="x-none"/>
              <a:t>Second, they facilitate program maintenance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If a constant is used in multiple places, its value need only be set in one place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Third, they formally establish that a value should not change, avoiding inadvertent errors by other programmers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3125B-986F-D94D-51A9-8EDEE9B40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Constant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EE761-3108-22DB-C74C-2CFD17B1A6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CAC9137-FBF7-11EF-5C0D-AD6AA6F99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150" y="2006600"/>
            <a:ext cx="4965700" cy="284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10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2417763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61444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Primitive Data</a:t>
            </a:r>
          </a:p>
        </p:txBody>
      </p:sp>
      <p:sp>
        <p:nvSpPr>
          <p:cNvPr id="624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458200" cy="54864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/>
              <a:t>There are eight primitive data types in Java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Four of them represent integers: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byte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short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int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long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Two of them represent floating point numbers: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float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double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One of them represents characters: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char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And one of them represents </a:t>
            </a:r>
            <a:r>
              <a:rPr lang="en-US" altLang="x-none" dirty="0" err="1"/>
              <a:t>boolean</a:t>
            </a:r>
            <a:r>
              <a:rPr lang="en-US" altLang="x-none" dirty="0"/>
              <a:t> values: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 err="1">
                <a:latin typeface="Courier New" charset="0"/>
              </a:rPr>
              <a:t>boolean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endParaRPr lang="en-US" altLang="x-none" dirty="0"/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Numeric Primitive Data</a:t>
            </a:r>
          </a:p>
        </p:txBody>
      </p:sp>
      <p:sp>
        <p:nvSpPr>
          <p:cNvPr id="6349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763000" cy="4114800"/>
          </a:xfrm>
        </p:spPr>
        <p:txBody>
          <a:bodyPr/>
          <a:lstStyle/>
          <a:p>
            <a:r>
              <a:rPr lang="en-US" altLang="x-none"/>
              <a:t>The difference between the numeric primitive types is their size and the values they can store: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38425" y="2574926"/>
            <a:ext cx="7367588" cy="2862263"/>
            <a:chOff x="749" y="1767"/>
            <a:chExt cx="4641" cy="1803"/>
          </a:xfrm>
        </p:grpSpPr>
        <p:sp>
          <p:nvSpPr>
            <p:cNvPr id="63493" name="Rectangle 5"/>
            <p:cNvSpPr>
              <a:spLocks noChangeArrowheads="1"/>
            </p:cNvSpPr>
            <p:nvPr/>
          </p:nvSpPr>
          <p:spPr bwMode="auto">
            <a:xfrm>
              <a:off x="749" y="1767"/>
              <a:ext cx="699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chemeClr val="hlink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byte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short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int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long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latin typeface="Courier New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float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double</a:t>
              </a:r>
            </a:p>
          </p:txBody>
        </p:sp>
        <p:sp>
          <p:nvSpPr>
            <p:cNvPr id="63494" name="Rectangle 6"/>
            <p:cNvSpPr>
              <a:spLocks noChangeArrowheads="1"/>
            </p:cNvSpPr>
            <p:nvPr/>
          </p:nvSpPr>
          <p:spPr bwMode="auto">
            <a:xfrm>
              <a:off x="1499" y="1767"/>
              <a:ext cx="719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Storage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8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16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32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64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32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64 bits</a:t>
              </a:r>
            </a:p>
          </p:txBody>
        </p:sp>
        <p:sp>
          <p:nvSpPr>
            <p:cNvPr id="63495" name="Rectangle 7"/>
            <p:cNvSpPr>
              <a:spLocks noChangeArrowheads="1"/>
            </p:cNvSpPr>
            <p:nvPr/>
          </p:nvSpPr>
          <p:spPr bwMode="auto">
            <a:xfrm>
              <a:off x="2359" y="1767"/>
              <a:ext cx="3031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Min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-128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-32,768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-2,147,483,648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&lt; -9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18</a:t>
              </a: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+/- 3.4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38</a:t>
              </a: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 with 7 significant digits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+/- 1.7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308</a:t>
              </a: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 with 15 significant digits</a:t>
              </a:r>
              <a:endParaRPr lang="en-US" altLang="x-none" sz="2400" baseline="300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63496" name="Rectangle 8"/>
            <p:cNvSpPr>
              <a:spLocks noChangeArrowheads="1"/>
            </p:cNvSpPr>
            <p:nvPr/>
          </p:nvSpPr>
          <p:spPr bwMode="auto">
            <a:xfrm>
              <a:off x="3764" y="1767"/>
              <a:ext cx="1149" cy="12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Max Value</a:t>
              </a: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127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32,767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2,147,483,647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&gt; 9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18</a:t>
              </a:r>
              <a:endParaRPr lang="en-US" altLang="x-none" sz="2400" baseline="30000">
                <a:solidFill>
                  <a:srgbClr val="008000"/>
                </a:solidFill>
                <a:latin typeface="Arial Unicode MS" charset="0"/>
              </a:endParaRPr>
            </a:p>
          </p:txBody>
        </p:sp>
      </p:grpSp>
      <p:sp>
        <p:nvSpPr>
          <p:cNvPr id="63492" name="Footer Placeholder 9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EB061-F293-A149-84FC-176F114F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Using Underscore </a:t>
            </a:r>
            <a:r>
              <a:rPr lang="da-DK" b="1" dirty="0" err="1"/>
              <a:t>Characters</a:t>
            </a:r>
            <a:r>
              <a:rPr lang="da-DK" b="1" dirty="0"/>
              <a:t> in </a:t>
            </a:r>
            <a:r>
              <a:rPr lang="da-DK" b="1" dirty="0" err="1"/>
              <a:t>Numeric</a:t>
            </a:r>
            <a:r>
              <a:rPr lang="da-DK" b="1" dirty="0"/>
              <a:t> </a:t>
            </a:r>
            <a:r>
              <a:rPr lang="da-DK" b="1" dirty="0" err="1"/>
              <a:t>Literals</a:t>
            </a:r>
            <a:endParaRPr lang="da-DK" b="1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DF19E59-3943-0546-A473-CEA316F00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06775"/>
            <a:ext cx="11582400" cy="5334000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creditCardNumber</a:t>
            </a:r>
            <a:r>
              <a:rPr lang="da-DK" dirty="0"/>
              <a:t> = 1234_5678_9012_3456L; </a:t>
            </a:r>
          </a:p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socialSecurityNumber</a:t>
            </a:r>
            <a:r>
              <a:rPr lang="da-DK" dirty="0"/>
              <a:t> = 999_99_9999L; </a:t>
            </a:r>
            <a:r>
              <a:rPr lang="da-DK" dirty="0" err="1"/>
              <a:t>float</a:t>
            </a:r>
            <a:r>
              <a:rPr lang="da-DK" dirty="0"/>
              <a:t> pi = 3.14_15F; </a:t>
            </a:r>
          </a:p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hexBytes</a:t>
            </a:r>
            <a:r>
              <a:rPr lang="da-DK" dirty="0"/>
              <a:t> = 0xFF_EC_DE_5E; long </a:t>
            </a:r>
            <a:r>
              <a:rPr lang="da-DK" dirty="0" err="1"/>
              <a:t>hexWords</a:t>
            </a:r>
            <a:r>
              <a:rPr lang="da-DK" dirty="0"/>
              <a:t> = 0xCAFE_BABE; long </a:t>
            </a:r>
            <a:r>
              <a:rPr lang="da-DK" dirty="0" err="1"/>
              <a:t>maxLong</a:t>
            </a:r>
            <a:r>
              <a:rPr lang="da-DK" dirty="0"/>
              <a:t> = 0x7fff_ffff_ffff_ffffL; </a:t>
            </a:r>
          </a:p>
          <a:p>
            <a:pPr marL="0" indent="0">
              <a:buNone/>
            </a:pPr>
            <a:r>
              <a:rPr lang="da-DK" dirty="0"/>
              <a:t>byte </a:t>
            </a:r>
            <a:r>
              <a:rPr lang="da-DK" dirty="0" err="1"/>
              <a:t>nybbles</a:t>
            </a:r>
            <a:r>
              <a:rPr lang="da-DK" dirty="0"/>
              <a:t> = 0b0010_0101; </a:t>
            </a:r>
          </a:p>
          <a:p>
            <a:pPr marL="0" indent="0">
              <a:buNone/>
            </a:pPr>
            <a:r>
              <a:rPr lang="da-DK" dirty="0"/>
              <a:t>long bytes = 0b11010010_01101001_10010100_10010010;</a:t>
            </a:r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12EA1501-ED9F-7A4A-93CD-219B41CBF7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098045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Characters</a:t>
            </a:r>
          </a:p>
        </p:txBody>
      </p:sp>
      <p:sp>
        <p:nvSpPr>
          <p:cNvPr id="6451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6106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A </a:t>
            </a:r>
            <a:r>
              <a:rPr lang="en-US" altLang="x-none" dirty="0">
                <a:latin typeface="Courier New" charset="0"/>
              </a:rPr>
              <a:t>char</a:t>
            </a:r>
            <a:r>
              <a:rPr lang="en-US" altLang="x-none" dirty="0"/>
              <a:t> variable stores a single character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Character literals are delimited by single quotes: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r>
              <a:rPr lang="en-US" altLang="x-none" sz="2400" dirty="0">
                <a:latin typeface="Courier New" charset="0"/>
              </a:rPr>
              <a:t>'a'   'X'    '7'    '$'    ','    '\n'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Example declarations: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dirty="0">
                <a:latin typeface="Courier New" charset="0"/>
              </a:rPr>
              <a:t>char </a:t>
            </a:r>
            <a:r>
              <a:rPr lang="en-US" altLang="x-none" dirty="0" err="1">
                <a:latin typeface="Courier New" charset="0"/>
              </a:rPr>
              <a:t>topGrade</a:t>
            </a:r>
            <a:r>
              <a:rPr lang="en-US" altLang="x-none" dirty="0">
                <a:latin typeface="Courier New" charset="0"/>
              </a:rPr>
              <a:t> = 'A';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  <a:buNone/>
            </a:pPr>
            <a:r>
              <a:rPr lang="en-US" altLang="x-none" dirty="0">
                <a:latin typeface="Courier New" charset="0"/>
              </a:rPr>
              <a:t>char terminator = ';', separator = ' ';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Note the difference between a primitive character variable, which holds only one character, and a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String</a:t>
            </a:r>
            <a:r>
              <a:rPr lang="en-US" altLang="x-none" dirty="0"/>
              <a:t> object, which can hold multiple characters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Character Sets</a:t>
            </a:r>
          </a:p>
        </p:txBody>
      </p:sp>
      <p:sp>
        <p:nvSpPr>
          <p:cNvPr id="6553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534400" cy="50292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/>
              <a:t>A </a:t>
            </a:r>
            <a:r>
              <a:rPr lang="en-US" altLang="x-none" i="1"/>
              <a:t>character set</a:t>
            </a:r>
            <a:r>
              <a:rPr lang="en-US" altLang="x-none"/>
              <a:t> is an ordered list of characters, with each character corresponding to a unique number</a:t>
            </a:r>
          </a:p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/>
              <a:t>A </a:t>
            </a:r>
            <a:r>
              <a:rPr lang="en-US" altLang="x-none">
                <a:latin typeface="Courier New" charset="0"/>
              </a:rPr>
              <a:t>char</a:t>
            </a:r>
            <a:r>
              <a:rPr lang="en-US" altLang="x-none"/>
              <a:t> variable in Java can store any character from the </a:t>
            </a:r>
            <a:r>
              <a:rPr lang="en-US" altLang="x-none" i="1"/>
              <a:t>Unicode character set</a:t>
            </a:r>
            <a:endParaRPr lang="en-US" altLang="x-none"/>
          </a:p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/>
              <a:t>The Unicode character set uses sixteen bits per character, allowing for 65,536 unique characters</a:t>
            </a:r>
          </a:p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/>
              <a:t>It is an international character set, containing symbols and characters from many world languages</a:t>
            </a:r>
          </a:p>
        </p:txBody>
      </p:sp>
      <p:sp>
        <p:nvSpPr>
          <p:cNvPr id="6553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Characters</a:t>
            </a:r>
          </a:p>
        </p:txBody>
      </p:sp>
      <p:sp>
        <p:nvSpPr>
          <p:cNvPr id="6656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458200" cy="2514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70000"/>
              </a:spcBef>
            </a:pPr>
            <a:r>
              <a:rPr lang="en-US" altLang="x-none" dirty="0"/>
              <a:t>The </a:t>
            </a:r>
            <a:r>
              <a:rPr lang="en-US" altLang="x-none" i="1" dirty="0"/>
              <a:t>ASCII character set</a:t>
            </a:r>
            <a:r>
              <a:rPr lang="en-US" altLang="x-none" dirty="0"/>
              <a:t> is older and smaller than Unicode, but is still quite popular</a:t>
            </a:r>
          </a:p>
          <a:p>
            <a:pPr>
              <a:spcBef>
                <a:spcPct val="70000"/>
              </a:spcBef>
            </a:pPr>
            <a:r>
              <a:rPr lang="en-US" altLang="x-none" dirty="0"/>
              <a:t>The ASCII characters are a </a:t>
            </a:r>
            <a:r>
              <a:rPr lang="en-US" altLang="x-none" dirty="0">
                <a:highlight>
                  <a:srgbClr val="FFFF00"/>
                </a:highlight>
              </a:rPr>
              <a:t>subset</a:t>
            </a:r>
            <a:r>
              <a:rPr lang="en-US" altLang="x-none" dirty="0"/>
              <a:t> of the Unicode character set, including:</a:t>
            </a:r>
          </a:p>
        </p:txBody>
      </p:sp>
      <p:grpSp>
        <p:nvGrpSpPr>
          <p:cNvPr id="66563" name="Group 4"/>
          <p:cNvGrpSpPr>
            <a:grpSpLocks/>
          </p:cNvGrpSpPr>
          <p:nvPr/>
        </p:nvGrpSpPr>
        <p:grpSpPr bwMode="auto">
          <a:xfrm>
            <a:off x="2743201" y="3429001"/>
            <a:ext cx="6442075" cy="2308225"/>
            <a:chOff x="830" y="1999"/>
            <a:chExt cx="4058" cy="1454"/>
          </a:xfrm>
        </p:grpSpPr>
        <p:sp>
          <p:nvSpPr>
            <p:cNvPr id="66565" name="Rectangle 5"/>
            <p:cNvSpPr>
              <a:spLocks noChangeArrowheads="1"/>
            </p:cNvSpPr>
            <p:nvPr/>
          </p:nvSpPr>
          <p:spPr bwMode="auto">
            <a:xfrm>
              <a:off x="830" y="1999"/>
              <a:ext cx="1809" cy="1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uppercase letters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lowercase letters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punctuation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digits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special symbols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control characters</a:t>
              </a:r>
            </a:p>
          </p:txBody>
        </p:sp>
        <p:sp>
          <p:nvSpPr>
            <p:cNvPr id="66566" name="Rectangle 6"/>
            <p:cNvSpPr>
              <a:spLocks noChangeArrowheads="1"/>
            </p:cNvSpPr>
            <p:nvPr/>
          </p:nvSpPr>
          <p:spPr bwMode="auto">
            <a:xfrm>
              <a:off x="2736" y="1999"/>
              <a:ext cx="2152" cy="1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A, B, C,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a, b, c,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period, semi-colon,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0, 1, 2,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&amp;, |, \,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solidFill>
                    <a:srgbClr val="008000"/>
                  </a:solidFill>
                  <a:latin typeface="Arial Unicode MS" charset="0"/>
                </a:rPr>
                <a:t>carriage return, tab, ...</a:t>
              </a:r>
            </a:p>
          </p:txBody>
        </p:sp>
      </p:grpSp>
      <p:sp>
        <p:nvSpPr>
          <p:cNvPr id="66564" name="Footer Placeholder 7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Boolean</a:t>
            </a:r>
          </a:p>
        </p:txBody>
      </p:sp>
      <p:sp>
        <p:nvSpPr>
          <p:cNvPr id="6758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4958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A</a:t>
            </a:r>
            <a:r>
              <a:rPr lang="en-US" altLang="x-none" dirty="0">
                <a:latin typeface="Courier New" charset="0"/>
              </a:rPr>
              <a:t> </a:t>
            </a:r>
            <a:r>
              <a:rPr lang="en-US" altLang="x-none" dirty="0" err="1">
                <a:latin typeface="Courier New" charset="0"/>
              </a:rPr>
              <a:t>boolean</a:t>
            </a:r>
            <a:r>
              <a:rPr lang="en-US" altLang="x-none" dirty="0">
                <a:latin typeface="Courier New" charset="0"/>
              </a:rPr>
              <a:t> </a:t>
            </a:r>
            <a:r>
              <a:rPr lang="en-US" altLang="x-none" dirty="0"/>
              <a:t>value represents a true or false condition</a:t>
            </a:r>
          </a:p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The reserved words</a:t>
            </a:r>
            <a:r>
              <a:rPr lang="en-US" altLang="x-none" dirty="0">
                <a:latin typeface="Courier New" charset="0"/>
              </a:rPr>
              <a:t> true </a:t>
            </a:r>
            <a:r>
              <a:rPr lang="en-US" altLang="x-none" dirty="0"/>
              <a:t>and</a:t>
            </a:r>
            <a:r>
              <a:rPr lang="en-US" altLang="x-none" dirty="0">
                <a:latin typeface="Courier New" charset="0"/>
              </a:rPr>
              <a:t> false </a:t>
            </a:r>
            <a:r>
              <a:rPr lang="en-US" altLang="x-none" dirty="0"/>
              <a:t>are the only valid values for a </a:t>
            </a:r>
            <a:r>
              <a:rPr lang="en-US" altLang="x-none" dirty="0" err="1"/>
              <a:t>boolean</a:t>
            </a:r>
            <a:r>
              <a:rPr lang="en-US" altLang="x-none" dirty="0"/>
              <a:t> type</a:t>
            </a:r>
          </a:p>
          <a:p>
            <a:pPr algn="ctr">
              <a:lnSpc>
                <a:spcPct val="90000"/>
              </a:lnSpc>
              <a:spcBef>
                <a:spcPct val="85000"/>
              </a:spcBef>
              <a:buFont typeface="Times" charset="0"/>
              <a:buNone/>
            </a:pPr>
            <a:r>
              <a:rPr lang="en-US" altLang="x-none" sz="2400" dirty="0" err="1">
                <a:latin typeface="Courier New" charset="0"/>
              </a:rPr>
              <a:t>boolean</a:t>
            </a:r>
            <a:r>
              <a:rPr lang="en-US" altLang="x-none" sz="2400" dirty="0">
                <a:latin typeface="Courier New" charset="0"/>
              </a:rPr>
              <a:t> done = false;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A </a:t>
            </a:r>
            <a:r>
              <a:rPr lang="en-US" altLang="x-none" dirty="0" err="1">
                <a:latin typeface="Courier New" charset="0"/>
              </a:rPr>
              <a:t>boolean</a:t>
            </a:r>
            <a:r>
              <a:rPr lang="en-US" altLang="x-none" dirty="0"/>
              <a:t> variable can also be used to represent any two states, such as a light bulb being on or off</a:t>
            </a:r>
          </a:p>
        </p:txBody>
      </p:sp>
      <p:sp>
        <p:nvSpPr>
          <p:cNvPr id="6758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29718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68612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Expressions</a:t>
            </a:r>
          </a:p>
        </p:txBody>
      </p:sp>
      <p:sp>
        <p:nvSpPr>
          <p:cNvPr id="696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610600" cy="1828800"/>
          </a:xfrm>
        </p:spPr>
        <p:txBody>
          <a:bodyPr/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/>
              <a:t>An </a:t>
            </a:r>
            <a:r>
              <a:rPr lang="en-US" altLang="x-none" i="1"/>
              <a:t>expression</a:t>
            </a:r>
            <a:r>
              <a:rPr lang="en-US" altLang="x-none"/>
              <a:t> is a combination of one or more operators and operands</a:t>
            </a:r>
          </a:p>
          <a:p>
            <a:pPr>
              <a:lnSpc>
                <a:spcPct val="90000"/>
              </a:lnSpc>
            </a:pPr>
            <a:r>
              <a:rPr lang="en-US" altLang="x-none" i="1"/>
              <a:t>Arithmetic expressions</a:t>
            </a:r>
            <a:r>
              <a:rPr lang="en-US" altLang="x-none"/>
              <a:t> compute numeric results and make use of the arithmetic operators:</a:t>
            </a:r>
          </a:p>
        </p:txBody>
      </p:sp>
      <p:grpSp>
        <p:nvGrpSpPr>
          <p:cNvPr id="69635" name="Group 7"/>
          <p:cNvGrpSpPr>
            <a:grpSpLocks/>
          </p:cNvGrpSpPr>
          <p:nvPr/>
        </p:nvGrpSpPr>
        <p:grpSpPr bwMode="auto">
          <a:xfrm>
            <a:off x="4343401" y="3124201"/>
            <a:ext cx="2690813" cy="1616075"/>
            <a:chOff x="2261" y="1910"/>
            <a:chExt cx="1695" cy="1018"/>
          </a:xfrm>
        </p:grpSpPr>
        <p:sp>
          <p:nvSpPr>
            <p:cNvPr id="69638" name="Text Box 4"/>
            <p:cNvSpPr txBox="1">
              <a:spLocks noChangeArrowheads="1"/>
            </p:cNvSpPr>
            <p:nvPr/>
          </p:nvSpPr>
          <p:spPr bwMode="auto">
            <a:xfrm>
              <a:off x="2261" y="1910"/>
              <a:ext cx="1268" cy="1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Addition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Subtraction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Multiplication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Division	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Remainder</a:t>
              </a:r>
            </a:p>
          </p:txBody>
        </p:sp>
        <p:sp>
          <p:nvSpPr>
            <p:cNvPr id="69639" name="Text Box 6"/>
            <p:cNvSpPr txBox="1">
              <a:spLocks noChangeArrowheads="1"/>
            </p:cNvSpPr>
            <p:nvPr/>
          </p:nvSpPr>
          <p:spPr bwMode="auto">
            <a:xfrm>
              <a:off x="3695" y="1910"/>
              <a:ext cx="261" cy="1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*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%</a:t>
              </a:r>
            </a:p>
          </p:txBody>
        </p:sp>
      </p:grpSp>
      <p:sp>
        <p:nvSpPr>
          <p:cNvPr id="69636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69637" name="Rectangle 3"/>
          <p:cNvSpPr txBox="1">
            <a:spLocks noChangeArrowheads="1"/>
          </p:cNvSpPr>
          <p:nvPr/>
        </p:nvSpPr>
        <p:spPr bwMode="auto">
          <a:xfrm>
            <a:off x="1752600" y="4953000"/>
            <a:ext cx="861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/>
              <a:t>If either or both operands are floating point values, then the result is a floating point value</a:t>
            </a:r>
          </a:p>
        </p:txBody>
      </p:sp>
    </p:spTree>
  </p:cSld>
  <p:clrMapOvr>
    <a:masterClrMapping/>
  </p:clrMapOvr>
  <p:transition spd="med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Division and Remainder</a:t>
            </a:r>
          </a:p>
        </p:txBody>
      </p:sp>
      <p:sp>
        <p:nvSpPr>
          <p:cNvPr id="706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1"/>
            <a:ext cx="8686800" cy="13636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If both operands to the division operator (</a:t>
            </a:r>
            <a:r>
              <a:rPr lang="en-US" altLang="x-none">
                <a:latin typeface="Courier New" charset="0"/>
              </a:rPr>
              <a:t>/</a:t>
            </a:r>
            <a:r>
              <a:rPr lang="en-US" altLang="x-none"/>
              <a:t>) are integers, the result is an integer (the fractional part is discarded)</a:t>
            </a:r>
          </a:p>
        </p:txBody>
      </p:sp>
      <p:sp>
        <p:nvSpPr>
          <p:cNvPr id="70659" name="Text Box 5"/>
          <p:cNvSpPr txBox="1">
            <a:spLocks noChangeArrowheads="1"/>
          </p:cNvSpPr>
          <p:nvPr/>
        </p:nvSpPr>
        <p:spPr bwMode="auto">
          <a:xfrm>
            <a:off x="4083068" y="2667001"/>
            <a:ext cx="3246402" cy="907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</a:rPr>
              <a:t>14 / 3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latin typeface="Arial Unicode MS" charset="0"/>
              </a:rPr>
              <a:t>4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400" b="1">
                <a:latin typeface="Courier New" charset="0"/>
              </a:rPr>
              <a:t>8 / 12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solidFill>
                  <a:srgbClr val="000000"/>
                </a:solidFill>
                <a:latin typeface="Arial Unicode MS" charset="0"/>
              </a:rPr>
              <a:t>0</a:t>
            </a:r>
            <a:endParaRPr lang="en-US" altLang="x-none">
              <a:solidFill>
                <a:srgbClr val="000000"/>
              </a:solidFill>
              <a:latin typeface="Arial Unicode MS" charset="0"/>
            </a:endParaRPr>
          </a:p>
        </p:txBody>
      </p:sp>
      <p:sp>
        <p:nvSpPr>
          <p:cNvPr id="70660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 bwMode="auto">
          <a:xfrm>
            <a:off x="1752600" y="3810000"/>
            <a:ext cx="8686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  <a:defRPr/>
            </a:pPr>
            <a:r>
              <a:rPr lang="en-US" sz="2800" kern="0" dirty="0">
                <a:latin typeface="+mn-lt"/>
                <a:ea typeface="+mn-ea"/>
                <a:cs typeface="+mn-cs"/>
              </a:rPr>
              <a:t>The remainder operator (%) returns the remainder after dividing the first operand by the second</a:t>
            </a:r>
          </a:p>
        </p:txBody>
      </p:sp>
      <p:sp>
        <p:nvSpPr>
          <p:cNvPr id="70662" name="Text Box 5"/>
          <p:cNvSpPr txBox="1">
            <a:spLocks noChangeArrowheads="1"/>
          </p:cNvSpPr>
          <p:nvPr/>
        </p:nvSpPr>
        <p:spPr bwMode="auto">
          <a:xfrm>
            <a:off x="4083068" y="4876801"/>
            <a:ext cx="3246402" cy="907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</a:rPr>
              <a:t>14 % 3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latin typeface="Arial Unicode MS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400" b="1">
                <a:latin typeface="Courier New" charset="0"/>
              </a:rPr>
              <a:t>8 % 12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solidFill>
                  <a:srgbClr val="000000"/>
                </a:solidFill>
                <a:latin typeface="Arial Unicode MS" charset="0"/>
              </a:rPr>
              <a:t>8</a:t>
            </a:r>
            <a:endParaRPr lang="en-US" altLang="x-none">
              <a:solidFill>
                <a:srgbClr val="000000"/>
              </a:solidFill>
              <a:latin typeface="Arial Unicode MS" charset="0"/>
            </a:endParaRPr>
          </a:p>
        </p:txBody>
      </p:sp>
    </p:spTree>
  </p:cSld>
  <p:clrMapOvr>
    <a:masterClrMapping/>
  </p:clrMapOvr>
  <p:transition spd="med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1682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1683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are the results of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41990" name="TextBox 6"/>
          <p:cNvSpPr txBox="1">
            <a:spLocks noChangeArrowheads="1"/>
          </p:cNvSpPr>
          <p:nvPr/>
        </p:nvSpPr>
        <p:spPr bwMode="auto">
          <a:xfrm>
            <a:off x="3432176" y="1987550"/>
            <a:ext cx="2487613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/ 2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12.0 / 2.0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4.0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3 % 10</a:t>
            </a: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2706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2707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are the results of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72708" name="TextBox 6"/>
          <p:cNvSpPr txBox="1">
            <a:spLocks noChangeArrowheads="1"/>
          </p:cNvSpPr>
          <p:nvPr/>
        </p:nvSpPr>
        <p:spPr bwMode="auto">
          <a:xfrm>
            <a:off x="3432176" y="1987550"/>
            <a:ext cx="2487613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/ 2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12.0 / 2.0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4.0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3 % 10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6099176" y="1987550"/>
            <a:ext cx="1292225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6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6.0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2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2.5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0.4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1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3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Operator Precedence</a:t>
            </a:r>
          </a:p>
        </p:txBody>
      </p:sp>
      <p:sp>
        <p:nvSpPr>
          <p:cNvPr id="737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763000" cy="51054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 dirty="0"/>
              <a:t>Operators can be combined into larger expressions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  <a:buNone/>
            </a:pPr>
            <a:r>
              <a:rPr lang="en-US" altLang="x-none" sz="2400" dirty="0">
                <a:latin typeface="Courier New" charset="0"/>
              </a:rPr>
              <a:t>result  =  total + count / max - offset;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Operators have a well-defined precedence which determines the order in which they are evaluated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Multiplication, division, and remainder are evaluated before addition, subtraction, and string concatenation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Arithmetic operators with the same </a:t>
            </a:r>
            <a:r>
              <a:rPr lang="en-US" altLang="x-none" dirty="0">
                <a:highlight>
                  <a:srgbClr val="FFFF00"/>
                </a:highlight>
              </a:rPr>
              <a:t>precedence</a:t>
            </a:r>
            <a:r>
              <a:rPr lang="en-US" altLang="x-none" dirty="0"/>
              <a:t> are evaluated from left to right, but parentheses can be used to force the evaluation order</a:t>
            </a:r>
          </a:p>
        </p:txBody>
      </p:sp>
      <p:sp>
        <p:nvSpPr>
          <p:cNvPr id="7373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6A0E60-475B-C54C-9F7A-6A0E8F82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C4700D69-494F-BF49-9132-FBD5DBA973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08105" y="1066800"/>
            <a:ext cx="4775790" cy="5334000"/>
          </a:xfrm>
        </p:spPr>
      </p:pic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8BE57613-C355-2742-B3F4-513B6891A0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3958147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35844" name="Text Box 4"/>
          <p:cNvSpPr txBox="1">
            <a:spLocks noChangeArrowheads="1"/>
          </p:cNvSpPr>
          <p:nvPr/>
        </p:nvSpPr>
        <p:spPr bwMode="auto">
          <a:xfrm>
            <a:off x="251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+ c + d + e</a:t>
            </a:r>
          </a:p>
        </p:txBody>
      </p:sp>
      <p:sp>
        <p:nvSpPr>
          <p:cNvPr id="35849" name="Text Box 9"/>
          <p:cNvSpPr txBox="1">
            <a:spLocks noChangeArrowheads="1"/>
          </p:cNvSpPr>
          <p:nvPr/>
        </p:nvSpPr>
        <p:spPr bwMode="auto">
          <a:xfrm>
            <a:off x="632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* c - d / e</a:t>
            </a:r>
          </a:p>
        </p:txBody>
      </p:sp>
      <p:sp>
        <p:nvSpPr>
          <p:cNvPr id="35854" name="Text Box 14"/>
          <p:cNvSpPr txBox="1">
            <a:spLocks noChangeArrowheads="1"/>
          </p:cNvSpPr>
          <p:nvPr/>
        </p:nvSpPr>
        <p:spPr bwMode="auto">
          <a:xfrm>
            <a:off x="4114800" y="3733801"/>
            <a:ext cx="3079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+ c) - d % e</a:t>
            </a:r>
          </a:p>
        </p:txBody>
      </p:sp>
      <p:sp>
        <p:nvSpPr>
          <p:cNvPr id="35859" name="Text Box 19"/>
          <p:cNvSpPr txBox="1">
            <a:spLocks noChangeArrowheads="1"/>
          </p:cNvSpPr>
          <p:nvPr/>
        </p:nvSpPr>
        <p:spPr bwMode="auto">
          <a:xfrm>
            <a:off x="3987800" y="4953001"/>
            <a:ext cx="3689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* (c + (d - e)))</a:t>
            </a:r>
          </a:p>
        </p:txBody>
      </p:sp>
      <p:sp>
        <p:nvSpPr>
          <p:cNvPr id="74758" name="Footer Placeholder 2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4759" name="TextBox 24"/>
          <p:cNvSpPr txBox="1">
            <a:spLocks noChangeArrowheads="1"/>
          </p:cNvSpPr>
          <p:nvPr/>
        </p:nvSpPr>
        <p:spPr bwMode="auto">
          <a:xfrm>
            <a:off x="1905000" y="1143000"/>
            <a:ext cx="86106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In what order are the operators evaluated in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58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58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58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58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8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4" grpId="0" autoUpdateAnimBg="0"/>
      <p:bldP spid="35849" grpId="0" autoUpdateAnimBg="0"/>
      <p:bldP spid="35854" grpId="0" autoUpdateAnimBg="0"/>
      <p:bldP spid="35859" grpId="0" autoUpdateAnimBg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5778" name="Text Box 4"/>
          <p:cNvSpPr txBox="1">
            <a:spLocks noChangeArrowheads="1"/>
          </p:cNvSpPr>
          <p:nvPr/>
        </p:nvSpPr>
        <p:spPr bwMode="auto">
          <a:xfrm>
            <a:off x="251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+ c + d + e</a:t>
            </a:r>
          </a:p>
        </p:txBody>
      </p:sp>
      <p:sp>
        <p:nvSpPr>
          <p:cNvPr id="75779" name="Text Box 9"/>
          <p:cNvSpPr txBox="1">
            <a:spLocks noChangeArrowheads="1"/>
          </p:cNvSpPr>
          <p:nvPr/>
        </p:nvSpPr>
        <p:spPr bwMode="auto">
          <a:xfrm>
            <a:off x="632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* c - d / e</a:t>
            </a:r>
          </a:p>
        </p:txBody>
      </p:sp>
      <p:sp>
        <p:nvSpPr>
          <p:cNvPr id="75780" name="Text Box 14"/>
          <p:cNvSpPr txBox="1">
            <a:spLocks noChangeArrowheads="1"/>
          </p:cNvSpPr>
          <p:nvPr/>
        </p:nvSpPr>
        <p:spPr bwMode="auto">
          <a:xfrm>
            <a:off x="4114800" y="3733801"/>
            <a:ext cx="3079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+ c) - d % e</a:t>
            </a:r>
          </a:p>
        </p:txBody>
      </p:sp>
      <p:sp>
        <p:nvSpPr>
          <p:cNvPr id="75781" name="Text Box 19"/>
          <p:cNvSpPr txBox="1">
            <a:spLocks noChangeArrowheads="1"/>
          </p:cNvSpPr>
          <p:nvPr/>
        </p:nvSpPr>
        <p:spPr bwMode="auto">
          <a:xfrm>
            <a:off x="3987800" y="4953001"/>
            <a:ext cx="3689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* (c + (d - e)))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2819400" y="2895600"/>
            <a:ext cx="5943600" cy="2743200"/>
            <a:chOff x="1295400" y="2895600"/>
            <a:chExt cx="5943600" cy="2743200"/>
          </a:xfrm>
        </p:grpSpPr>
        <p:sp>
          <p:nvSpPr>
            <p:cNvPr id="75785" name="AutoShape 5"/>
            <p:cNvSpPr>
              <a:spLocks noChangeArrowheads="1"/>
            </p:cNvSpPr>
            <p:nvPr/>
          </p:nvSpPr>
          <p:spPr bwMode="auto">
            <a:xfrm>
              <a:off x="12954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6" name="AutoShape 6"/>
            <p:cNvSpPr>
              <a:spLocks noChangeArrowheads="1"/>
            </p:cNvSpPr>
            <p:nvPr/>
          </p:nvSpPr>
          <p:spPr bwMode="auto">
            <a:xfrm>
              <a:off x="31242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7" name="AutoShape 7"/>
            <p:cNvSpPr>
              <a:spLocks noChangeArrowheads="1"/>
            </p:cNvSpPr>
            <p:nvPr/>
          </p:nvSpPr>
          <p:spPr bwMode="auto">
            <a:xfrm>
              <a:off x="25146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8" name="AutoShape 8"/>
            <p:cNvSpPr>
              <a:spLocks noChangeArrowheads="1"/>
            </p:cNvSpPr>
            <p:nvPr/>
          </p:nvSpPr>
          <p:spPr bwMode="auto">
            <a:xfrm>
              <a:off x="19050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9" name="AutoShape 10"/>
            <p:cNvSpPr>
              <a:spLocks noChangeArrowheads="1"/>
            </p:cNvSpPr>
            <p:nvPr/>
          </p:nvSpPr>
          <p:spPr bwMode="auto">
            <a:xfrm>
              <a:off x="51054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0" name="AutoShape 11"/>
            <p:cNvSpPr>
              <a:spLocks noChangeArrowheads="1"/>
            </p:cNvSpPr>
            <p:nvPr/>
          </p:nvSpPr>
          <p:spPr bwMode="auto">
            <a:xfrm>
              <a:off x="69342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1" name="AutoShape 12"/>
            <p:cNvSpPr>
              <a:spLocks noChangeArrowheads="1"/>
            </p:cNvSpPr>
            <p:nvPr/>
          </p:nvSpPr>
          <p:spPr bwMode="auto">
            <a:xfrm>
              <a:off x="63246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2" name="AutoShape 13"/>
            <p:cNvSpPr>
              <a:spLocks noChangeArrowheads="1"/>
            </p:cNvSpPr>
            <p:nvPr/>
          </p:nvSpPr>
          <p:spPr bwMode="auto">
            <a:xfrm>
              <a:off x="57150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3" name="AutoShape 15"/>
            <p:cNvSpPr>
              <a:spLocks noChangeArrowheads="1"/>
            </p:cNvSpPr>
            <p:nvPr/>
          </p:nvSpPr>
          <p:spPr bwMode="auto">
            <a:xfrm>
              <a:off x="2895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4" name="AutoShape 16"/>
            <p:cNvSpPr>
              <a:spLocks noChangeArrowheads="1"/>
            </p:cNvSpPr>
            <p:nvPr/>
          </p:nvSpPr>
          <p:spPr bwMode="auto">
            <a:xfrm>
              <a:off x="50292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5" name="AutoShape 17"/>
            <p:cNvSpPr>
              <a:spLocks noChangeArrowheads="1"/>
            </p:cNvSpPr>
            <p:nvPr/>
          </p:nvSpPr>
          <p:spPr bwMode="auto">
            <a:xfrm>
              <a:off x="4419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6" name="AutoShape 18"/>
            <p:cNvSpPr>
              <a:spLocks noChangeArrowheads="1"/>
            </p:cNvSpPr>
            <p:nvPr/>
          </p:nvSpPr>
          <p:spPr bwMode="auto">
            <a:xfrm>
              <a:off x="3657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7" name="AutoShape 20"/>
            <p:cNvSpPr>
              <a:spLocks noChangeArrowheads="1"/>
            </p:cNvSpPr>
            <p:nvPr/>
          </p:nvSpPr>
          <p:spPr bwMode="auto">
            <a:xfrm>
              <a:off x="27686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8" name="AutoShape 21"/>
            <p:cNvSpPr>
              <a:spLocks noChangeArrowheads="1"/>
            </p:cNvSpPr>
            <p:nvPr/>
          </p:nvSpPr>
          <p:spPr bwMode="auto">
            <a:xfrm>
              <a:off x="50546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9" name="AutoShape 22"/>
            <p:cNvSpPr>
              <a:spLocks noChangeArrowheads="1"/>
            </p:cNvSpPr>
            <p:nvPr/>
          </p:nvSpPr>
          <p:spPr bwMode="auto">
            <a:xfrm>
              <a:off x="43180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800" name="AutoShape 23"/>
            <p:cNvSpPr>
              <a:spLocks noChangeArrowheads="1"/>
            </p:cNvSpPr>
            <p:nvPr/>
          </p:nvSpPr>
          <p:spPr bwMode="auto">
            <a:xfrm>
              <a:off x="35560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</p:grpSp>
      <p:sp>
        <p:nvSpPr>
          <p:cNvPr id="75783" name="Footer Placeholder 2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5784" name="TextBox 24"/>
          <p:cNvSpPr txBox="1">
            <a:spLocks noChangeArrowheads="1"/>
          </p:cNvSpPr>
          <p:nvPr/>
        </p:nvSpPr>
        <p:spPr bwMode="auto">
          <a:xfrm>
            <a:off x="1905000" y="1143000"/>
            <a:ext cx="86106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In what order are the operators evaluated in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Expression Trees</a:t>
            </a:r>
          </a:p>
        </p:txBody>
      </p:sp>
      <p:sp>
        <p:nvSpPr>
          <p:cNvPr id="7680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686800" cy="1900238"/>
          </a:xfrm>
        </p:spPr>
        <p:txBody>
          <a:bodyPr/>
          <a:lstStyle/>
          <a:p>
            <a:r>
              <a:rPr lang="en-US" altLang="x-none"/>
              <a:t>The evaluation of a particular expression can be shown using an </a:t>
            </a:r>
            <a:r>
              <a:rPr lang="en-US" altLang="x-none" i="1"/>
              <a:t>expression tree</a:t>
            </a:r>
          </a:p>
          <a:p>
            <a:r>
              <a:rPr lang="en-US" altLang="x-none"/>
              <a:t>The operators lower in the tree have higher precedence for that expression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590800" y="3733801"/>
            <a:ext cx="2470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(b – c) / d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6172200" y="3429000"/>
            <a:ext cx="2286000" cy="2819400"/>
            <a:chOff x="3216" y="2064"/>
            <a:chExt cx="1440" cy="1776"/>
          </a:xfrm>
        </p:grpSpPr>
        <p:sp>
          <p:nvSpPr>
            <p:cNvPr id="76806" name="Oval 5"/>
            <p:cNvSpPr>
              <a:spLocks noChangeArrowheads="1"/>
            </p:cNvSpPr>
            <p:nvPr/>
          </p:nvSpPr>
          <p:spPr bwMode="auto">
            <a:xfrm>
              <a:off x="3216" y="259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07" name="Text Box 6"/>
            <p:cNvSpPr txBox="1">
              <a:spLocks noChangeArrowheads="1"/>
            </p:cNvSpPr>
            <p:nvPr/>
          </p:nvSpPr>
          <p:spPr bwMode="auto">
            <a:xfrm>
              <a:off x="3254" y="261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a</a:t>
              </a:r>
            </a:p>
          </p:txBody>
        </p:sp>
        <p:sp>
          <p:nvSpPr>
            <p:cNvPr id="76808" name="Oval 7"/>
            <p:cNvSpPr>
              <a:spLocks noChangeArrowheads="1"/>
            </p:cNvSpPr>
            <p:nvPr/>
          </p:nvSpPr>
          <p:spPr bwMode="auto">
            <a:xfrm>
              <a:off x="3600" y="206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09" name="Text Box 8"/>
            <p:cNvSpPr txBox="1">
              <a:spLocks noChangeArrowheads="1"/>
            </p:cNvSpPr>
            <p:nvPr/>
          </p:nvSpPr>
          <p:spPr bwMode="auto">
            <a:xfrm>
              <a:off x="3638" y="208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+</a:t>
              </a:r>
            </a:p>
          </p:txBody>
        </p:sp>
        <p:sp>
          <p:nvSpPr>
            <p:cNvPr id="76810" name="Oval 9"/>
            <p:cNvSpPr>
              <a:spLocks noChangeArrowheads="1"/>
            </p:cNvSpPr>
            <p:nvPr/>
          </p:nvSpPr>
          <p:spPr bwMode="auto">
            <a:xfrm>
              <a:off x="4080" y="254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1" name="Text Box 10"/>
            <p:cNvSpPr txBox="1">
              <a:spLocks noChangeArrowheads="1"/>
            </p:cNvSpPr>
            <p:nvPr/>
          </p:nvSpPr>
          <p:spPr bwMode="auto">
            <a:xfrm>
              <a:off x="4118" y="256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/</a:t>
              </a:r>
            </a:p>
          </p:txBody>
        </p:sp>
        <p:sp>
          <p:nvSpPr>
            <p:cNvPr id="76812" name="Oval 11"/>
            <p:cNvSpPr>
              <a:spLocks noChangeArrowheads="1"/>
            </p:cNvSpPr>
            <p:nvPr/>
          </p:nvSpPr>
          <p:spPr bwMode="auto">
            <a:xfrm>
              <a:off x="3792" y="302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3" name="Text Box 12"/>
            <p:cNvSpPr txBox="1">
              <a:spLocks noChangeArrowheads="1"/>
            </p:cNvSpPr>
            <p:nvPr/>
          </p:nvSpPr>
          <p:spPr bwMode="auto">
            <a:xfrm>
              <a:off x="3830" y="304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-</a:t>
              </a:r>
            </a:p>
          </p:txBody>
        </p:sp>
        <p:sp>
          <p:nvSpPr>
            <p:cNvPr id="76814" name="Oval 13"/>
            <p:cNvSpPr>
              <a:spLocks noChangeArrowheads="1"/>
            </p:cNvSpPr>
            <p:nvPr/>
          </p:nvSpPr>
          <p:spPr bwMode="auto">
            <a:xfrm>
              <a:off x="4368" y="302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5" name="Text Box 14"/>
            <p:cNvSpPr txBox="1">
              <a:spLocks noChangeArrowheads="1"/>
            </p:cNvSpPr>
            <p:nvPr/>
          </p:nvSpPr>
          <p:spPr bwMode="auto">
            <a:xfrm>
              <a:off x="4406" y="304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d</a:t>
              </a:r>
            </a:p>
          </p:txBody>
        </p:sp>
        <p:sp>
          <p:nvSpPr>
            <p:cNvPr id="76816" name="Oval 15"/>
            <p:cNvSpPr>
              <a:spLocks noChangeArrowheads="1"/>
            </p:cNvSpPr>
            <p:nvPr/>
          </p:nvSpPr>
          <p:spPr bwMode="auto">
            <a:xfrm>
              <a:off x="3552" y="355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7" name="Text Box 16"/>
            <p:cNvSpPr txBox="1">
              <a:spLocks noChangeArrowheads="1"/>
            </p:cNvSpPr>
            <p:nvPr/>
          </p:nvSpPr>
          <p:spPr bwMode="auto">
            <a:xfrm>
              <a:off x="3590" y="357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b</a:t>
              </a:r>
            </a:p>
          </p:txBody>
        </p:sp>
        <p:sp>
          <p:nvSpPr>
            <p:cNvPr id="76818" name="Oval 17"/>
            <p:cNvSpPr>
              <a:spLocks noChangeArrowheads="1"/>
            </p:cNvSpPr>
            <p:nvPr/>
          </p:nvSpPr>
          <p:spPr bwMode="auto">
            <a:xfrm>
              <a:off x="3984" y="355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9" name="Text Box 18"/>
            <p:cNvSpPr txBox="1">
              <a:spLocks noChangeArrowheads="1"/>
            </p:cNvSpPr>
            <p:nvPr/>
          </p:nvSpPr>
          <p:spPr bwMode="auto">
            <a:xfrm>
              <a:off x="4022" y="357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c</a:t>
              </a:r>
            </a:p>
          </p:txBody>
        </p:sp>
        <p:sp>
          <p:nvSpPr>
            <p:cNvPr id="76820" name="Line 19"/>
            <p:cNvSpPr>
              <a:spLocks noChangeShapeType="1"/>
            </p:cNvSpPr>
            <p:nvPr/>
          </p:nvSpPr>
          <p:spPr bwMode="auto">
            <a:xfrm flipV="1">
              <a:off x="3360" y="2352"/>
              <a:ext cx="384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1" name="Line 20"/>
            <p:cNvSpPr>
              <a:spLocks noChangeShapeType="1"/>
            </p:cNvSpPr>
            <p:nvPr/>
          </p:nvSpPr>
          <p:spPr bwMode="auto">
            <a:xfrm flipH="1" flipV="1">
              <a:off x="3744" y="2352"/>
              <a:ext cx="48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2" name="Line 21"/>
            <p:cNvSpPr>
              <a:spLocks noChangeShapeType="1"/>
            </p:cNvSpPr>
            <p:nvPr/>
          </p:nvSpPr>
          <p:spPr bwMode="auto">
            <a:xfrm flipV="1">
              <a:off x="3936" y="2832"/>
              <a:ext cx="28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3" name="Line 22"/>
            <p:cNvSpPr>
              <a:spLocks noChangeShapeType="1"/>
            </p:cNvSpPr>
            <p:nvPr/>
          </p:nvSpPr>
          <p:spPr bwMode="auto">
            <a:xfrm flipH="1" flipV="1">
              <a:off x="4224" y="2832"/>
              <a:ext cx="28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4" name="Line 23"/>
            <p:cNvSpPr>
              <a:spLocks noChangeShapeType="1"/>
            </p:cNvSpPr>
            <p:nvPr/>
          </p:nvSpPr>
          <p:spPr bwMode="auto">
            <a:xfrm flipV="1">
              <a:off x="3696" y="3312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5" name="Line 24"/>
            <p:cNvSpPr>
              <a:spLocks noChangeShapeType="1"/>
            </p:cNvSpPr>
            <p:nvPr/>
          </p:nvSpPr>
          <p:spPr bwMode="auto">
            <a:xfrm flipH="1" flipV="1">
              <a:off x="3936" y="331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805" name="Footer Placeholder 26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Assignment Revisited</a:t>
            </a:r>
          </a:p>
        </p:txBody>
      </p:sp>
      <p:sp>
        <p:nvSpPr>
          <p:cNvPr id="778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1"/>
            <a:ext cx="8534400" cy="1452563"/>
          </a:xfrm>
        </p:spPr>
        <p:txBody>
          <a:bodyPr/>
          <a:lstStyle/>
          <a:p>
            <a:r>
              <a:rPr lang="en-US" altLang="x-none"/>
              <a:t>The assignment operator has a lower precedence than the arithmetic operators</a:t>
            </a:r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4333876" y="2347914"/>
            <a:ext cx="481012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First the expression on the right hand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side of the = operator is evaluated</a:t>
            </a:r>
          </a:p>
        </p:txBody>
      </p:sp>
      <p:sp>
        <p:nvSpPr>
          <p:cNvPr id="36869" name="Text Box 5"/>
          <p:cNvSpPr txBox="1">
            <a:spLocks noChangeArrowheads="1"/>
          </p:cNvSpPr>
          <p:nvPr/>
        </p:nvSpPr>
        <p:spPr bwMode="auto">
          <a:xfrm>
            <a:off x="3046414" y="5241926"/>
            <a:ext cx="3995737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Then the result is stored in the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variable on the left hand side</a:t>
            </a:r>
          </a:p>
        </p:txBody>
      </p:sp>
      <p:sp>
        <p:nvSpPr>
          <p:cNvPr id="36870" name="Text Box 6"/>
          <p:cNvSpPr txBox="1">
            <a:spLocks noChangeArrowheads="1"/>
          </p:cNvSpPr>
          <p:nvPr/>
        </p:nvSpPr>
        <p:spPr bwMode="auto">
          <a:xfrm>
            <a:off x="3162300" y="3260726"/>
            <a:ext cx="53673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answer  =  sum / 4 + MAX * lowest;</a:t>
            </a:r>
            <a:endParaRPr lang="en-US" altLang="x-none" sz="2400" b="1" dirty="0">
              <a:latin typeface="Times New Roman" charset="0"/>
            </a:endParaRPr>
          </a:p>
        </p:txBody>
      </p:sp>
      <p:sp>
        <p:nvSpPr>
          <p:cNvPr id="36871" name="AutoShape 7"/>
          <p:cNvSpPr>
            <a:spLocks noChangeArrowheads="1"/>
          </p:cNvSpPr>
          <p:nvPr/>
        </p:nvSpPr>
        <p:spPr bwMode="auto">
          <a:xfrm>
            <a:off x="54483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1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2" name="AutoShape 8"/>
          <p:cNvSpPr>
            <a:spLocks noChangeArrowheads="1"/>
          </p:cNvSpPr>
          <p:nvPr/>
        </p:nvSpPr>
        <p:spPr bwMode="auto">
          <a:xfrm>
            <a:off x="43815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4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3" name="AutoShape 9"/>
          <p:cNvSpPr>
            <a:spLocks noChangeArrowheads="1"/>
          </p:cNvSpPr>
          <p:nvPr/>
        </p:nvSpPr>
        <p:spPr bwMode="auto">
          <a:xfrm>
            <a:off x="60579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3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4" name="AutoShape 10"/>
          <p:cNvSpPr>
            <a:spLocks noChangeArrowheads="1"/>
          </p:cNvSpPr>
          <p:nvPr/>
        </p:nvSpPr>
        <p:spPr bwMode="auto">
          <a:xfrm>
            <a:off x="69723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2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5" name="AutoShape 11"/>
          <p:cNvSpPr>
            <a:spLocks/>
          </p:cNvSpPr>
          <p:nvPr/>
        </p:nvSpPr>
        <p:spPr bwMode="auto">
          <a:xfrm rot="16200000" flipV="1">
            <a:off x="6477000" y="2917825"/>
            <a:ext cx="304800" cy="3276600"/>
          </a:xfrm>
          <a:prstGeom prst="leftBrace">
            <a:avLst>
              <a:gd name="adj1" fmla="val 89583"/>
              <a:gd name="adj2" fmla="val 50046"/>
            </a:avLst>
          </a:prstGeom>
          <a:noFill/>
          <a:ln w="31750">
            <a:solidFill>
              <a:srgbClr val="FF330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cxnSp>
        <p:nvCxnSpPr>
          <p:cNvPr id="36876" name="AutoShape 12"/>
          <p:cNvCxnSpPr>
            <a:cxnSpLocks noChangeShapeType="1"/>
            <a:stCxn id="36875" idx="1"/>
          </p:cNvCxnSpPr>
          <p:nvPr/>
        </p:nvCxnSpPr>
        <p:spPr bwMode="auto">
          <a:xfrm rot="16200000" flipV="1">
            <a:off x="4926013" y="3021013"/>
            <a:ext cx="396875" cy="3009900"/>
          </a:xfrm>
          <a:prstGeom prst="bentConnector4">
            <a:avLst>
              <a:gd name="adj1" fmla="val -53602"/>
              <a:gd name="adj2" fmla="val 100000"/>
            </a:avLst>
          </a:prstGeom>
          <a:noFill/>
          <a:ln w="31750">
            <a:solidFill>
              <a:srgbClr val="FF3300"/>
            </a:solidFill>
            <a:miter lim="800000"/>
            <a:headEnd type="none" w="sm" len="sm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7836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6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6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6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6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36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6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6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8" grpId="0" autoUpdateAnimBg="0"/>
      <p:bldP spid="36869" grpId="0" autoUpdateAnimBg="0"/>
      <p:bldP spid="36870" grpId="0" autoUpdateAnimBg="0"/>
      <p:bldP spid="36871" grpId="0" animBg="1" autoUpdateAnimBg="0"/>
      <p:bldP spid="36872" grpId="0" animBg="1" autoUpdateAnimBg="0"/>
      <p:bldP spid="36873" grpId="0" animBg="1" autoUpdateAnimBg="0"/>
      <p:bldP spid="36874" grpId="0" animBg="1" autoUpdateAnimBg="0"/>
      <p:bldP spid="3687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Assignment Revisited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534400" cy="1376363"/>
          </a:xfrm>
        </p:spPr>
        <p:txBody>
          <a:bodyPr/>
          <a:lstStyle/>
          <a:p>
            <a:r>
              <a:rPr lang="en-US" altLang="x-none"/>
              <a:t>The right and left hand sides of an assignment statement can contain the same variable</a:t>
            </a:r>
          </a:p>
        </p:txBody>
      </p:sp>
      <p:sp>
        <p:nvSpPr>
          <p:cNvPr id="37892" name="Text Box 4"/>
          <p:cNvSpPr txBox="1">
            <a:spLocks noChangeArrowheads="1"/>
          </p:cNvSpPr>
          <p:nvPr/>
        </p:nvSpPr>
        <p:spPr bwMode="auto">
          <a:xfrm>
            <a:off x="4674560" y="2362200"/>
            <a:ext cx="321594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First, one is added to the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original value of </a:t>
            </a:r>
            <a:r>
              <a:rPr lang="en-US" altLang="x-none" sz="20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count</a:t>
            </a:r>
          </a:p>
        </p:txBody>
      </p:sp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3208456" y="4722813"/>
            <a:ext cx="519565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Then the result is stored back into </a:t>
            </a:r>
            <a:r>
              <a:rPr lang="en-US" altLang="x-none" sz="20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count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(overwriting the original value)</a:t>
            </a:r>
          </a:p>
        </p:txBody>
      </p:sp>
      <p:sp>
        <p:nvSpPr>
          <p:cNvPr id="37894" name="Text Box 6"/>
          <p:cNvSpPr txBox="1">
            <a:spLocks noChangeArrowheads="1"/>
          </p:cNvSpPr>
          <p:nvPr/>
        </p:nvSpPr>
        <p:spPr bwMode="auto">
          <a:xfrm>
            <a:off x="3962400" y="3198814"/>
            <a:ext cx="323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count  =  count + 1;</a:t>
            </a:r>
            <a:endParaRPr lang="en-US" altLang="x-none" sz="2400" b="1">
              <a:latin typeface="Times New Roman" charset="0"/>
            </a:endParaRPr>
          </a:p>
        </p:txBody>
      </p:sp>
      <p:sp>
        <p:nvSpPr>
          <p:cNvPr id="37895" name="AutoShape 7"/>
          <p:cNvSpPr>
            <a:spLocks/>
          </p:cNvSpPr>
          <p:nvPr/>
        </p:nvSpPr>
        <p:spPr bwMode="auto">
          <a:xfrm rot="16200000" flipV="1">
            <a:off x="6134100" y="3313113"/>
            <a:ext cx="304800" cy="1295400"/>
          </a:xfrm>
          <a:prstGeom prst="leftBrace">
            <a:avLst>
              <a:gd name="adj1" fmla="val 35417"/>
              <a:gd name="adj2" fmla="val 50046"/>
            </a:avLst>
          </a:prstGeom>
          <a:noFill/>
          <a:ln w="31750">
            <a:solidFill>
              <a:srgbClr val="FF330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cxnSp>
        <p:nvCxnSpPr>
          <p:cNvPr id="37896" name="AutoShape 8"/>
          <p:cNvCxnSpPr>
            <a:cxnSpLocks noChangeShapeType="1"/>
            <a:stCxn id="37895" idx="1"/>
          </p:cNvCxnSpPr>
          <p:nvPr/>
        </p:nvCxnSpPr>
        <p:spPr bwMode="auto">
          <a:xfrm rot="16200000" flipV="1">
            <a:off x="5168900" y="3011488"/>
            <a:ext cx="319088" cy="1916112"/>
          </a:xfrm>
          <a:prstGeom prst="bentConnector4">
            <a:avLst>
              <a:gd name="adj1" fmla="val -66667"/>
              <a:gd name="adj2" fmla="val 99583"/>
            </a:avLst>
          </a:prstGeom>
          <a:noFill/>
          <a:ln w="31750">
            <a:solidFill>
              <a:srgbClr val="FF3300"/>
            </a:solidFill>
            <a:miter lim="800000"/>
            <a:headEnd type="none" w="sm" len="sm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8856" name="Footer Placeholder 9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7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7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37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utoUpdateAnimBg="0"/>
      <p:bldP spid="37893" grpId="0" autoUpdateAnimBg="0"/>
      <p:bldP spid="37894" grpId="0" autoUpdateAnimBg="0"/>
      <p:bldP spid="3789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Increment and Decrement</a:t>
            </a:r>
          </a:p>
        </p:txBody>
      </p:sp>
      <p:sp>
        <p:nvSpPr>
          <p:cNvPr id="798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219200"/>
            <a:ext cx="85344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60000"/>
              </a:spcBef>
            </a:pPr>
            <a:r>
              <a:rPr lang="en-US" altLang="x-none"/>
              <a:t>The increment (</a:t>
            </a:r>
            <a:r>
              <a:rPr lang="en-US" altLang="x-none">
                <a:latin typeface="Courier New" charset="0"/>
              </a:rPr>
              <a:t>++</a:t>
            </a:r>
            <a:r>
              <a:rPr lang="en-US" altLang="x-none"/>
              <a:t>) and decrement (</a:t>
            </a:r>
            <a:r>
              <a:rPr lang="en-US" altLang="x-none">
                <a:latin typeface="Courier New" charset="0"/>
              </a:rPr>
              <a:t>--</a:t>
            </a:r>
            <a:r>
              <a:rPr lang="en-US" altLang="x-none"/>
              <a:t>) operators use only one operand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/>
              <a:t>The statement</a:t>
            </a:r>
          </a:p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  <a:buNone/>
            </a:pPr>
            <a:r>
              <a:rPr lang="en-US" altLang="x-none">
                <a:latin typeface="Courier New" charset="0"/>
              </a:rPr>
              <a:t>			count++;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Times" charset="0"/>
              <a:buNone/>
            </a:pPr>
            <a:r>
              <a:rPr lang="en-US" altLang="x-none"/>
              <a:t>	is functionally equivalent to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			count = count + 1;</a:t>
            </a:r>
          </a:p>
        </p:txBody>
      </p:sp>
      <p:sp>
        <p:nvSpPr>
          <p:cNvPr id="7987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Increment and Decrement</a:t>
            </a:r>
          </a:p>
        </p:txBody>
      </p:sp>
      <p:sp>
        <p:nvSpPr>
          <p:cNvPr id="8089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0"/>
            <a:ext cx="8534400" cy="53340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The increment and decrement operators can be applied in </a:t>
            </a:r>
            <a:r>
              <a:rPr lang="en-US" altLang="x-none" i="1"/>
              <a:t>postfix form</a:t>
            </a:r>
            <a:r>
              <a:rPr lang="en-US" altLang="x-none"/>
              <a:t>:</a:t>
            </a:r>
          </a:p>
          <a:p>
            <a:pPr algn="ctr"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count++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or </a:t>
            </a:r>
            <a:r>
              <a:rPr lang="en-US" altLang="x-none" i="1"/>
              <a:t>prefix form</a:t>
            </a:r>
            <a:r>
              <a:rPr lang="en-US" altLang="x-none"/>
              <a:t>:</a:t>
            </a:r>
          </a:p>
          <a:p>
            <a:pPr algn="ctr"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++count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When used as part of a larger expression, the two forms can have different effects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Because of their subtleties, the increment and decrement operators should be used with care</a:t>
            </a:r>
            <a:endParaRPr lang="en-US" altLang="x-none">
              <a:latin typeface="Courier New" charset="0"/>
            </a:endParaRPr>
          </a:p>
        </p:txBody>
      </p:sp>
      <p:sp>
        <p:nvSpPr>
          <p:cNvPr id="8089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19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9530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Often we perform an operation on a variable, and then store the result back into that variable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Java provides </a:t>
            </a:r>
            <a:r>
              <a:rPr lang="en-US" altLang="x-none" i="1"/>
              <a:t>assignment operators</a:t>
            </a:r>
            <a:r>
              <a:rPr lang="en-US" altLang="x-none"/>
              <a:t> to simplify that process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For example, the statement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			num += count;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/>
              <a:t>	is equivalent to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			num = num + count;</a:t>
            </a:r>
          </a:p>
        </p:txBody>
      </p:sp>
      <p:sp>
        <p:nvSpPr>
          <p:cNvPr id="8192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294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5720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There are many assignment operators in Java, including the following: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9700" y="2286000"/>
            <a:ext cx="6235700" cy="3011488"/>
            <a:chOff x="820" y="1572"/>
            <a:chExt cx="3928" cy="1897"/>
          </a:xfrm>
        </p:grpSpPr>
        <p:sp>
          <p:nvSpPr>
            <p:cNvPr id="82949" name="Rectangle 5"/>
            <p:cNvSpPr>
              <a:spLocks noChangeArrowheads="1"/>
            </p:cNvSpPr>
            <p:nvPr/>
          </p:nvSpPr>
          <p:spPr bwMode="auto">
            <a:xfrm>
              <a:off x="820" y="1572"/>
              <a:ext cx="1064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Operator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solidFill>
                  <a:srgbClr val="008000"/>
                </a:solidFill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+=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-=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*=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/=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%=</a:t>
              </a:r>
              <a:endParaRPr lang="en-US" altLang="x-none" sz="2400">
                <a:latin typeface="Courier New" charset="0"/>
              </a:endParaRPr>
            </a:p>
          </p:txBody>
        </p:sp>
        <p:sp>
          <p:nvSpPr>
            <p:cNvPr id="82950" name="Rectangle 6"/>
            <p:cNvSpPr>
              <a:spLocks noChangeArrowheads="1"/>
            </p:cNvSpPr>
            <p:nvPr/>
          </p:nvSpPr>
          <p:spPr bwMode="auto">
            <a:xfrm>
              <a:off x="2021" y="1572"/>
              <a:ext cx="1064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Example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solidFill>
                  <a:srgbClr val="008000"/>
                </a:solidFill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+=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-=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*=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/=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%= y</a:t>
              </a:r>
              <a:endParaRPr lang="en-US" altLang="x-none" sz="2400">
                <a:latin typeface="Courier New" charset="0"/>
              </a:endParaRPr>
            </a:p>
          </p:txBody>
        </p:sp>
        <p:sp>
          <p:nvSpPr>
            <p:cNvPr id="82951" name="Rectangle 7"/>
            <p:cNvSpPr>
              <a:spLocks noChangeArrowheads="1"/>
            </p:cNvSpPr>
            <p:nvPr/>
          </p:nvSpPr>
          <p:spPr bwMode="auto">
            <a:xfrm>
              <a:off x="3330" y="1572"/>
              <a:ext cx="1418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Equivalent To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+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-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*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/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% y</a:t>
              </a:r>
            </a:p>
          </p:txBody>
        </p:sp>
      </p:grpSp>
      <p:sp>
        <p:nvSpPr>
          <p:cNvPr id="82948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39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7630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 right hand side of an assignment operator can be a complex expression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 entire right-hand expression is evaluated first, then the result is combined with the original variable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Therefore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		result /= (total-MIN) % num;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dirty="0"/>
              <a:t>	is equivalent to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		result = result / ((total-MIN) % num);</a:t>
            </a:r>
          </a:p>
        </p:txBody>
      </p:sp>
      <p:sp>
        <p:nvSpPr>
          <p:cNvPr id="8397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35052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86020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Data Conversion</a:t>
            </a:r>
          </a:p>
        </p:txBody>
      </p:sp>
      <p:sp>
        <p:nvSpPr>
          <p:cNvPr id="8704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610600" cy="5334000"/>
          </a:xfrm>
        </p:spPr>
        <p:txBody>
          <a:bodyPr/>
          <a:lstStyle/>
          <a:p>
            <a:pPr>
              <a:spcBef>
                <a:spcPct val="40000"/>
              </a:spcBef>
            </a:pPr>
            <a:r>
              <a:rPr lang="en-US" altLang="x-none"/>
              <a:t>Sometimes it is convenient to convert data from one type to another</a:t>
            </a:r>
          </a:p>
          <a:p>
            <a:pPr>
              <a:spcBef>
                <a:spcPct val="40000"/>
              </a:spcBef>
            </a:pPr>
            <a:r>
              <a:rPr lang="en-US" altLang="x-none"/>
              <a:t>For example, in a particular situation we may want to treat an integer as a floating point value</a:t>
            </a:r>
          </a:p>
          <a:p>
            <a:pPr>
              <a:spcBef>
                <a:spcPct val="40000"/>
              </a:spcBef>
            </a:pPr>
            <a:r>
              <a:rPr lang="en-US" altLang="x-none"/>
              <a:t>These conversions do not change the type of a variable or the value that's stored in it – they only convert a value as part of a computation</a:t>
            </a:r>
          </a:p>
        </p:txBody>
      </p:sp>
      <p:sp>
        <p:nvSpPr>
          <p:cNvPr id="8704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Data Conversion</a:t>
            </a:r>
          </a:p>
        </p:txBody>
      </p:sp>
      <p:sp>
        <p:nvSpPr>
          <p:cNvPr id="880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686800" cy="51816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40000"/>
              </a:spcBef>
            </a:pPr>
            <a:r>
              <a:rPr lang="en-US" altLang="x-none" i="1"/>
              <a:t>Widening conversions</a:t>
            </a:r>
            <a:r>
              <a:rPr lang="en-US" altLang="x-none"/>
              <a:t> are safest because they tend to go from a small data type to a larger one (such as a </a:t>
            </a:r>
            <a:r>
              <a:rPr lang="en-US" altLang="x-none">
                <a:latin typeface="Courier New" charset="0"/>
              </a:rPr>
              <a:t>short</a:t>
            </a:r>
            <a:r>
              <a:rPr lang="en-US" altLang="x-none"/>
              <a:t> to an </a:t>
            </a:r>
            <a:r>
              <a:rPr lang="en-US" altLang="x-none">
                <a:latin typeface="Courier New" charset="0"/>
              </a:rPr>
              <a:t>int</a:t>
            </a:r>
            <a:r>
              <a:rPr lang="en-US" altLang="x-none"/>
              <a:t>)</a:t>
            </a:r>
          </a:p>
          <a:p>
            <a:pPr>
              <a:lnSpc>
                <a:spcPct val="90000"/>
              </a:lnSpc>
              <a:spcBef>
                <a:spcPct val="40000"/>
              </a:spcBef>
              <a:spcAft>
                <a:spcPts val="1200"/>
              </a:spcAft>
            </a:pPr>
            <a:r>
              <a:rPr lang="en-US" altLang="x-none" i="1"/>
              <a:t>Narrowing conversions</a:t>
            </a:r>
            <a:r>
              <a:rPr lang="en-US" altLang="x-none"/>
              <a:t> can lose information because they tend to go from a large data type to a smaller one (such as an </a:t>
            </a:r>
            <a:r>
              <a:rPr lang="en-US" altLang="x-none">
                <a:latin typeface="Courier New" charset="0"/>
              </a:rPr>
              <a:t>int</a:t>
            </a:r>
            <a:r>
              <a:rPr lang="en-US" altLang="x-none"/>
              <a:t> to a </a:t>
            </a:r>
            <a:r>
              <a:rPr lang="en-US" altLang="x-none">
                <a:latin typeface="Courier New" charset="0"/>
              </a:rPr>
              <a:t>short</a:t>
            </a:r>
            <a:r>
              <a:rPr lang="en-US" altLang="x-none"/>
              <a:t>)</a:t>
            </a:r>
          </a:p>
          <a:p>
            <a:pPr>
              <a:lnSpc>
                <a:spcPct val="90000"/>
              </a:lnSpc>
            </a:pPr>
            <a:r>
              <a:rPr lang="en-US" altLang="x-none"/>
              <a:t>In Java, data conversions can occur in three ways:</a:t>
            </a:r>
          </a:p>
          <a:p>
            <a:pPr lvl="1"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assignment conversion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promotion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casting</a:t>
            </a:r>
          </a:p>
        </p:txBody>
      </p:sp>
      <p:sp>
        <p:nvSpPr>
          <p:cNvPr id="8806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8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Data Conversion</a:t>
            </a:r>
          </a:p>
        </p:txBody>
      </p:sp>
      <p:sp>
        <p:nvSpPr>
          <p:cNvPr id="89090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pic>
        <p:nvPicPr>
          <p:cNvPr id="89091" name="Picture 4" descr="fig02_05.t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2286001"/>
            <a:ext cx="4267200" cy="2405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9092" name="Picture 5" descr="fig02_06.ti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2286000"/>
            <a:ext cx="3733800" cy="2408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9093" name="TextBox 6"/>
          <p:cNvSpPr txBox="1">
            <a:spLocks noChangeArrowheads="1"/>
          </p:cNvSpPr>
          <p:nvPr/>
        </p:nvSpPr>
        <p:spPr bwMode="auto">
          <a:xfrm>
            <a:off x="2667001" y="1828800"/>
            <a:ext cx="24939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800"/>
              <a:t>Widening Conversions</a:t>
            </a:r>
          </a:p>
        </p:txBody>
      </p:sp>
      <p:sp>
        <p:nvSpPr>
          <p:cNvPr id="89094" name="TextBox 7"/>
          <p:cNvSpPr txBox="1">
            <a:spLocks noChangeArrowheads="1"/>
          </p:cNvSpPr>
          <p:nvPr/>
        </p:nvSpPr>
        <p:spPr bwMode="auto">
          <a:xfrm>
            <a:off x="6858000" y="1828800"/>
            <a:ext cx="25844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800"/>
              <a:t>Narrowing Conversions</a:t>
            </a:r>
          </a:p>
        </p:txBody>
      </p:sp>
    </p:spTree>
  </p:cSld>
  <p:clrMapOvr>
    <a:masterClrMapping/>
  </p:clrMapOvr>
  <p:transition>
    <p:push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Assignment Conversion</a:t>
            </a:r>
          </a:p>
        </p:txBody>
      </p:sp>
      <p:sp>
        <p:nvSpPr>
          <p:cNvPr id="9011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i="1" dirty="0"/>
              <a:t>Assignment conversion</a:t>
            </a:r>
            <a:r>
              <a:rPr lang="en-US" altLang="x-none" dirty="0"/>
              <a:t> occurs when a value of one type is assigned to a variable of another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Example:</a:t>
            </a:r>
            <a:endParaRPr lang="en-US" altLang="x-none" dirty="0">
              <a:latin typeface="Courier New" charset="0"/>
            </a:endParaRPr>
          </a:p>
          <a:p>
            <a:pPr lvl="2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x-none" sz="2800" dirty="0">
                <a:latin typeface="Courier New" charset="0"/>
              </a:rPr>
              <a:t>int dollars = 20;</a:t>
            </a:r>
          </a:p>
          <a:p>
            <a:pPr lvl="2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r>
              <a:rPr lang="en-US" altLang="x-none" sz="2800" dirty="0">
                <a:latin typeface="Courier New" charset="0"/>
              </a:rPr>
              <a:t>double money = dollars;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Only </a:t>
            </a:r>
            <a:r>
              <a:rPr lang="en-US" altLang="x-none" dirty="0">
                <a:highlight>
                  <a:srgbClr val="FFFF00"/>
                </a:highlight>
              </a:rPr>
              <a:t>widening</a:t>
            </a:r>
            <a:r>
              <a:rPr lang="en-US" altLang="x-none" dirty="0"/>
              <a:t> conversions can happen via assignment</a:t>
            </a:r>
          </a:p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endParaRPr lang="en-US" altLang="x-none" dirty="0"/>
          </a:p>
        </p:txBody>
      </p:sp>
      <p:sp>
        <p:nvSpPr>
          <p:cNvPr id="9011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Promotion</a:t>
            </a:r>
          </a:p>
        </p:txBody>
      </p:sp>
      <p:sp>
        <p:nvSpPr>
          <p:cNvPr id="9113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458200" cy="4953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i="1" dirty="0"/>
              <a:t>Promotion</a:t>
            </a:r>
            <a:r>
              <a:rPr lang="en-US" altLang="x-none" dirty="0"/>
              <a:t> happens automatically when operators in expressions convert their </a:t>
            </a:r>
            <a:r>
              <a:rPr lang="en-US" altLang="x-none" dirty="0">
                <a:highlight>
                  <a:srgbClr val="FFFF00"/>
                </a:highlight>
              </a:rPr>
              <a:t>operands</a:t>
            </a:r>
          </a:p>
          <a:p>
            <a:pPr>
              <a:lnSpc>
                <a:spcPct val="90000"/>
              </a:lnSpc>
              <a:spcBef>
                <a:spcPct val="70000"/>
              </a:spcBef>
              <a:spcAft>
                <a:spcPts val="1200"/>
              </a:spcAft>
            </a:pPr>
            <a:r>
              <a:rPr lang="en-US" altLang="x-none" dirty="0"/>
              <a:t>Example: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r>
              <a:rPr lang="en-US" altLang="x-none" dirty="0">
                <a:latin typeface="Courier New" charset="0"/>
              </a:rPr>
              <a:t>			int count = 12;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r>
              <a:rPr lang="en-US" altLang="x-none" dirty="0">
                <a:latin typeface="Courier New" charset="0"/>
              </a:rPr>
              <a:t>			double sum = 490.27;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dirty="0">
                <a:latin typeface="Courier New" charset="0"/>
              </a:rPr>
              <a:t>			result = sum / count;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The value of </a:t>
            </a:r>
            <a:r>
              <a:rPr lang="en-US" altLang="x-none" dirty="0">
                <a:latin typeface="Courier New" charset="0"/>
              </a:rPr>
              <a:t>count</a:t>
            </a:r>
            <a:r>
              <a:rPr lang="en-US" altLang="x-none" dirty="0"/>
              <a:t> is converted to a floating point value to perform the division calculation</a:t>
            </a:r>
          </a:p>
          <a:p>
            <a:pPr>
              <a:lnSpc>
                <a:spcPct val="90000"/>
              </a:lnSpc>
            </a:pPr>
            <a:endParaRPr lang="en-US" altLang="x-none" dirty="0">
              <a:latin typeface="Courier New" charset="0"/>
            </a:endParaRPr>
          </a:p>
        </p:txBody>
      </p:sp>
      <p:sp>
        <p:nvSpPr>
          <p:cNvPr id="9113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Casting</a:t>
            </a:r>
          </a:p>
        </p:txBody>
      </p:sp>
      <p:sp>
        <p:nvSpPr>
          <p:cNvPr id="9216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0"/>
            <a:ext cx="8610600" cy="54102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 i="1" dirty="0"/>
              <a:t>Casting</a:t>
            </a:r>
            <a:r>
              <a:rPr lang="en-US" altLang="x-none" dirty="0"/>
              <a:t> is the most powerful, and dangerous, technique for conversion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Both widening and narrowing conversions can be accomplished by explicitly casting a value</a:t>
            </a:r>
          </a:p>
          <a:p>
            <a:pPr>
              <a:lnSpc>
                <a:spcPct val="90000"/>
              </a:lnSpc>
              <a:spcBef>
                <a:spcPct val="70000"/>
              </a:spcBef>
              <a:spcAft>
                <a:spcPts val="1800"/>
              </a:spcAft>
            </a:pPr>
            <a:r>
              <a:rPr lang="en-US" altLang="x-none" dirty="0"/>
              <a:t>To cast, the type is put in parentheses in front of the value being converted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r>
              <a:rPr lang="en-US" altLang="x-none" dirty="0">
                <a:latin typeface="Courier New" charset="0"/>
              </a:rPr>
              <a:t>		int total = 50;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r>
              <a:rPr lang="en-US" altLang="x-none" dirty="0">
                <a:latin typeface="Courier New" charset="0"/>
              </a:rPr>
              <a:t>		float result =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(float) </a:t>
            </a:r>
            <a:r>
              <a:rPr lang="en-US" altLang="x-none" dirty="0">
                <a:latin typeface="Courier New" charset="0"/>
              </a:rPr>
              <a:t>total / 6;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x-none" dirty="0"/>
              <a:t>Without the cast, the fractional part of the answer would be lost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endParaRPr lang="en-US" altLang="x-none" dirty="0"/>
          </a:p>
        </p:txBody>
      </p:sp>
      <p:sp>
        <p:nvSpPr>
          <p:cNvPr id="9216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40767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93188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Interactive Programs</a:t>
            </a:r>
          </a:p>
        </p:txBody>
      </p:sp>
      <p:sp>
        <p:nvSpPr>
          <p:cNvPr id="9421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8006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Programs generally need input on which to operate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class provides convenient methods for reading input values of various types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object can be set up to read input from various sources, including the user typing values on the keyboard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Keyboard input is represented by the </a:t>
            </a:r>
            <a:r>
              <a:rPr lang="en-US" altLang="x-none">
                <a:latin typeface="Courier New" charset="0"/>
              </a:rPr>
              <a:t>System.in</a:t>
            </a:r>
            <a:r>
              <a:rPr lang="en-US" altLang="x-none"/>
              <a:t> object</a:t>
            </a:r>
          </a:p>
          <a:p>
            <a:pPr>
              <a:lnSpc>
                <a:spcPct val="90000"/>
              </a:lnSpc>
            </a:pPr>
            <a:endParaRPr lang="en-US" altLang="x-none"/>
          </a:p>
        </p:txBody>
      </p:sp>
      <p:sp>
        <p:nvSpPr>
          <p:cNvPr id="9421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Reading Input</a:t>
            </a:r>
          </a:p>
        </p:txBody>
      </p:sp>
      <p:sp>
        <p:nvSpPr>
          <p:cNvPr id="952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572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following line creates a </a:t>
            </a:r>
            <a:r>
              <a:rPr lang="en-US" altLang="x-none" dirty="0">
                <a:latin typeface="Courier New" charset="0"/>
                <a:ea typeface="Courier New" charset="0"/>
                <a:cs typeface="Courier New" charset="0"/>
              </a:rPr>
              <a:t>Scanner</a:t>
            </a:r>
            <a:r>
              <a:rPr lang="en-US" altLang="x-none" dirty="0"/>
              <a:t> object that reads from the keyboard: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Scanner </a:t>
            </a:r>
            <a:r>
              <a:rPr lang="en-US" altLang="x-none" sz="2400" dirty="0">
                <a:highlight>
                  <a:srgbClr val="FFFF00"/>
                </a:highlight>
                <a:latin typeface="Courier New" charset="0"/>
              </a:rPr>
              <a:t>scan</a:t>
            </a:r>
            <a:r>
              <a:rPr lang="en-US" altLang="x-none" sz="2400" dirty="0">
                <a:latin typeface="Courier New" charset="0"/>
              </a:rPr>
              <a:t> = new Scanner(</a:t>
            </a:r>
            <a:r>
              <a:rPr lang="en-US" altLang="x-none" sz="2400" dirty="0" err="1">
                <a:latin typeface="Courier New" charset="0"/>
              </a:rPr>
              <a:t>System.in</a:t>
            </a:r>
            <a:r>
              <a:rPr lang="en-US" altLang="x-none" sz="2400" dirty="0">
                <a:latin typeface="Courier New" charset="0"/>
              </a:rPr>
              <a:t>);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</a:t>
            </a:r>
            <a:r>
              <a:rPr lang="en-US" altLang="x-none" dirty="0">
                <a:latin typeface="Courier New" charset="0"/>
              </a:rPr>
              <a:t>new</a:t>
            </a:r>
            <a:r>
              <a:rPr lang="en-US" altLang="x-none" dirty="0"/>
              <a:t> operator creates the </a:t>
            </a:r>
            <a:r>
              <a:rPr lang="en-US" altLang="x-none" dirty="0">
                <a:latin typeface="Courier New" charset="0"/>
              </a:rPr>
              <a:t>Scanner</a:t>
            </a:r>
            <a:r>
              <a:rPr lang="en-US" altLang="x-none" dirty="0"/>
              <a:t> object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Once created, the </a:t>
            </a:r>
            <a:r>
              <a:rPr lang="en-US" altLang="x-none" dirty="0">
                <a:latin typeface="Courier New" charset="0"/>
              </a:rPr>
              <a:t>Scanner</a:t>
            </a:r>
            <a:r>
              <a:rPr lang="en-US" altLang="x-none" dirty="0"/>
              <a:t> object can be used to invoke various input methods, such as: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  <a:ea typeface="Courier New" charset="0"/>
                <a:cs typeface="Courier New" charset="0"/>
              </a:rPr>
              <a:t>answer = </a:t>
            </a:r>
            <a:r>
              <a:rPr lang="en-US" altLang="x-none" sz="2400" dirty="0" err="1"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scan.</a:t>
            </a:r>
            <a:r>
              <a:rPr lang="en-US" altLang="x-none" sz="2400" dirty="0" err="1">
                <a:latin typeface="Courier New" charset="0"/>
                <a:ea typeface="Courier New" charset="0"/>
                <a:cs typeface="Courier New" charset="0"/>
              </a:rPr>
              <a:t>nextLine</a:t>
            </a:r>
            <a:r>
              <a:rPr lang="en-US" altLang="x-none" sz="2400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endParaRPr lang="en-US" altLang="x-none" sz="2400" dirty="0"/>
          </a:p>
        </p:txBody>
      </p:sp>
      <p:sp>
        <p:nvSpPr>
          <p:cNvPr id="9523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Reading Input</a:t>
            </a:r>
          </a:p>
        </p:txBody>
      </p:sp>
      <p:sp>
        <p:nvSpPr>
          <p:cNvPr id="962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0"/>
            <a:ext cx="8686800" cy="441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class is part of the </a:t>
            </a:r>
            <a:r>
              <a:rPr lang="en-US" altLang="x-none">
                <a:latin typeface="Courier New" charset="0"/>
              </a:rPr>
              <a:t>java.util</a:t>
            </a:r>
            <a:r>
              <a:rPr lang="en-US" altLang="x-none"/>
              <a:t> class library, and must be imported into a program to be used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nextLine</a:t>
            </a:r>
            <a:r>
              <a:rPr lang="en-US" altLang="x-none"/>
              <a:t> method reads all of the input until the end of the line is found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See </a:t>
            </a:r>
            <a:r>
              <a:rPr lang="en-US" altLang="x-none">
                <a:latin typeface="Courier New" charset="0"/>
                <a:ea typeface="Courier New" charset="0"/>
                <a:cs typeface="Courier New" charset="0"/>
              </a:rPr>
              <a:t>Echo.java 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details of object creation and class libraries are discussed further in Chapter 3</a:t>
            </a:r>
          </a:p>
        </p:txBody>
      </p:sp>
      <p:sp>
        <p:nvSpPr>
          <p:cNvPr id="9625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97282" name="TextBox 5"/>
          <p:cNvSpPr txBox="1">
            <a:spLocks noChangeArrowheads="1"/>
          </p:cNvSpPr>
          <p:nvPr/>
        </p:nvSpPr>
        <p:spPr bwMode="auto">
          <a:xfrm>
            <a:off x="2133601" y="457201"/>
            <a:ext cx="7910513" cy="5878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Echo.java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nextLine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method of the Scanner class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to read a string from the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 dirty="0" err="1">
                <a:solidFill>
                  <a:srgbClr val="000000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java.util.Scanner</a:t>
            </a:r>
            <a:r>
              <a:rPr lang="en-US" altLang="x-none" sz="1400" b="1" dirty="0">
                <a:solidFill>
                  <a:srgbClr val="000000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Echo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Reads a character string from the user and prints it.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String message;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Scanner(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System.in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("Enter a line of text:");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message =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scan.nextLine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("You entered: \"" + message + "\"");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</p:spTree>
  </p:cSld>
  <p:clrMapOvr>
    <a:masterClrMapping/>
  </p:clrMapOvr>
  <p:transition spd="med">
    <p:push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98306" name="TextBox 5"/>
          <p:cNvSpPr txBox="1">
            <a:spLocks noChangeArrowheads="1"/>
          </p:cNvSpPr>
          <p:nvPr/>
        </p:nvSpPr>
        <p:spPr bwMode="auto">
          <a:xfrm>
            <a:off x="2133601" y="457201"/>
            <a:ext cx="7910513" cy="5878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Echo.java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nextLine method of the Scanner class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to read a string from the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java.util.Scanner;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Echo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Reads a character string from the user and prints it.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args)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String message;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Scanner(System.in);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System.out.println("Enter a line of text:");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message = scan.nextLine();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System.out.println("You entered: \"" + message + "\"");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2895601" y="228601"/>
            <a:ext cx="6526213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Sample Run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a line of text: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You want fries with that?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You entered: "You want fries with that?"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Input Tokens</a:t>
            </a:r>
          </a:p>
        </p:txBody>
      </p:sp>
      <p:sp>
        <p:nvSpPr>
          <p:cNvPr id="993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0"/>
            <a:ext cx="8534400" cy="5334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Unless specified otherwise, </a:t>
            </a:r>
            <a:r>
              <a:rPr lang="en-US" altLang="x-none" i="1"/>
              <a:t>white space</a:t>
            </a:r>
            <a:r>
              <a:rPr lang="en-US" altLang="x-none"/>
              <a:t> is used to separate the elements (called </a:t>
            </a:r>
            <a:r>
              <a:rPr lang="en-US" altLang="x-none" i="1"/>
              <a:t>tokens</a:t>
            </a:r>
            <a:r>
              <a:rPr lang="en-US" altLang="x-none"/>
              <a:t>) of the input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White space includes space characters, tabs, new line characters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next</a:t>
            </a:r>
            <a:r>
              <a:rPr lang="en-US" altLang="x-none"/>
              <a:t> method of the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class reads the next input token and returns it as a string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Methods such as </a:t>
            </a:r>
            <a:r>
              <a:rPr lang="en-US" altLang="x-none">
                <a:latin typeface="Courier New" charset="0"/>
              </a:rPr>
              <a:t>nextInt</a:t>
            </a:r>
            <a:r>
              <a:rPr lang="en-US" altLang="x-none"/>
              <a:t> and </a:t>
            </a:r>
            <a:r>
              <a:rPr lang="en-US" altLang="x-none">
                <a:latin typeface="Courier New" charset="0"/>
              </a:rPr>
              <a:t>nextDouble</a:t>
            </a:r>
            <a:r>
              <a:rPr lang="en-US" altLang="x-none"/>
              <a:t> read data of particular types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See </a:t>
            </a:r>
            <a:r>
              <a:rPr lang="en-US" altLang="x-none">
                <a:latin typeface="Courier New" charset="0"/>
                <a:ea typeface="Courier New" charset="0"/>
                <a:cs typeface="Courier New" charset="0"/>
              </a:rPr>
              <a:t>GasMileage.java </a:t>
            </a:r>
          </a:p>
        </p:txBody>
      </p:sp>
      <p:sp>
        <p:nvSpPr>
          <p:cNvPr id="9933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0354" name="TextBox 5"/>
          <p:cNvSpPr txBox="1">
            <a:spLocks noChangeArrowheads="1"/>
          </p:cNvSpPr>
          <p:nvPr/>
        </p:nvSpPr>
        <p:spPr bwMode="auto">
          <a:xfrm>
            <a:off x="2133601" y="698500"/>
            <a:ext cx="7910513" cy="5016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GasMileage.java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Scanner class to read numeric data.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3366FF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java.util.Scanner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3366FF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GasMileage</a:t>
            </a: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Calculates fuel efficiency based on values entered by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miles;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double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gallons, mpg;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Scanner(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System.in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</p:txBody>
      </p:sp>
    </p:spTree>
  </p:cSld>
  <p:clrMapOvr>
    <a:masterClrMapping/>
  </p:clrMapOvr>
  <p:transition spd="med">
    <p:push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1378" name="TextBox 5"/>
          <p:cNvSpPr txBox="1">
            <a:spLocks noChangeArrowheads="1"/>
          </p:cNvSpPr>
          <p:nvPr/>
        </p:nvSpPr>
        <p:spPr bwMode="auto">
          <a:xfrm>
            <a:off x="2133601" y="1600201"/>
            <a:ext cx="7910513" cy="3078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number of miles: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miles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gallons of fuel used: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gallons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scan.nextDouble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mpg = miles / gallons;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("Miles Per Gallon: " + mpg);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</p:spTree>
  </p:cSld>
  <p:clrMapOvr>
    <a:masterClrMapping/>
  </p:clrMapOvr>
  <p:transition spd="med">
    <p:push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2402" name="TextBox 5"/>
          <p:cNvSpPr txBox="1">
            <a:spLocks noChangeArrowheads="1"/>
          </p:cNvSpPr>
          <p:nvPr/>
        </p:nvSpPr>
        <p:spPr bwMode="auto">
          <a:xfrm>
            <a:off x="2133601" y="1600201"/>
            <a:ext cx="7910513" cy="3078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number of miles: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miles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gallons of fuel used: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gallons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scan.nextDouble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mpg = miles / gallons;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("Miles Per Gallon: " + mpg);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3157538" y="1295401"/>
            <a:ext cx="5910262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Sample Run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the number of miles: </a:t>
            </a: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328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the gallons of fuel used: </a:t>
            </a: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11.2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Miles Per Gallon: 29.28571428571429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Summary</a:t>
            </a:r>
          </a:p>
        </p:txBody>
      </p:sp>
      <p:sp>
        <p:nvSpPr>
          <p:cNvPr id="1034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0"/>
            <a:ext cx="8534400" cy="441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Chapter 2 focused on:</a:t>
            </a:r>
          </a:p>
          <a:p>
            <a:pPr lvl="1">
              <a:lnSpc>
                <a:spcPct val="90000"/>
              </a:lnSpc>
              <a:spcBef>
                <a:spcPct val="60000"/>
              </a:spcBef>
            </a:pPr>
            <a:r>
              <a:rPr lang="en-US" altLang="x-none"/>
              <a:t>character strings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primitive data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the declaration and use of variables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expressions and operator precedence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data conversions</a:t>
            </a:r>
          </a:p>
          <a:p>
            <a:pPr lvl="1">
              <a:lnSpc>
                <a:spcPct val="90000"/>
              </a:lnSpc>
            </a:pPr>
            <a:r>
              <a:rPr lang="en-US" altLang="x-none"/>
              <a:t>accepting input from the user</a:t>
            </a:r>
          </a:p>
          <a:p>
            <a:pPr>
              <a:lnSpc>
                <a:spcPct val="90000"/>
              </a:lnSpc>
            </a:pPr>
            <a:endParaRPr lang="en-US" altLang="x-none"/>
          </a:p>
        </p:txBody>
      </p:sp>
      <p:sp>
        <p:nvSpPr>
          <p:cNvPr id="10342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615</TotalTime>
  <Words>3981</Words>
  <Application>Microsoft Macintosh PowerPoint</Application>
  <PresentationFormat>Widescreen</PresentationFormat>
  <Paragraphs>699</Paragraphs>
  <Slides>59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Arial Unicode MS</vt:lpstr>
      <vt:lpstr>Times</vt:lpstr>
      <vt:lpstr>Arial</vt:lpstr>
      <vt:lpstr>Calibri</vt:lpstr>
      <vt:lpstr>Courier New</vt:lpstr>
      <vt:lpstr>Times New Roman</vt:lpstr>
      <vt:lpstr>Default Design</vt:lpstr>
      <vt:lpstr>Custom Design</vt:lpstr>
      <vt:lpstr>Chapter 2 Data and Expressions</vt:lpstr>
      <vt:lpstr>Quick Check</vt:lpstr>
      <vt:lpstr>Quick Check</vt:lpstr>
      <vt:lpstr>Escape Sequences</vt:lpstr>
      <vt:lpstr>Escape Sequences</vt:lpstr>
      <vt:lpstr>PowerPoint Presentation</vt:lpstr>
      <vt:lpstr>PowerPoint Presentation</vt:lpstr>
      <vt:lpstr>Outline</vt:lpstr>
      <vt:lpstr>Variables</vt:lpstr>
      <vt:lpstr>Variable Initialization</vt:lpstr>
      <vt:lpstr>PowerPoint Presentation</vt:lpstr>
      <vt:lpstr>Assignment</vt:lpstr>
      <vt:lpstr>PowerPoint Presentation</vt:lpstr>
      <vt:lpstr>Constants</vt:lpstr>
      <vt:lpstr>Constants</vt:lpstr>
      <vt:lpstr>Constant</vt:lpstr>
      <vt:lpstr>Outline</vt:lpstr>
      <vt:lpstr>Primitive Data</vt:lpstr>
      <vt:lpstr>Numeric Primitive Data</vt:lpstr>
      <vt:lpstr>Using Underscore Characters in Numeric Literals</vt:lpstr>
      <vt:lpstr>Characters</vt:lpstr>
      <vt:lpstr>Character Sets</vt:lpstr>
      <vt:lpstr>Characters</vt:lpstr>
      <vt:lpstr>Boolean</vt:lpstr>
      <vt:lpstr>Outline</vt:lpstr>
      <vt:lpstr>Expressions</vt:lpstr>
      <vt:lpstr>Division and Remainder</vt:lpstr>
      <vt:lpstr>Quick Check</vt:lpstr>
      <vt:lpstr>Quick Check</vt:lpstr>
      <vt:lpstr>Operator Precedence</vt:lpstr>
      <vt:lpstr>PowerPoint Presentation</vt:lpstr>
      <vt:lpstr>Quick Check</vt:lpstr>
      <vt:lpstr>Quick Check</vt:lpstr>
      <vt:lpstr>Expression Trees</vt:lpstr>
      <vt:lpstr>Assignment Revisited</vt:lpstr>
      <vt:lpstr>Assignment Revisited</vt:lpstr>
      <vt:lpstr>Increment and Decrement</vt:lpstr>
      <vt:lpstr>Increment and Decrement</vt:lpstr>
      <vt:lpstr>Assignment Operators</vt:lpstr>
      <vt:lpstr>Assignment Operators</vt:lpstr>
      <vt:lpstr>Assignment Operators</vt:lpstr>
      <vt:lpstr>Outline</vt:lpstr>
      <vt:lpstr>Data Conversion</vt:lpstr>
      <vt:lpstr>Data Conversion</vt:lpstr>
      <vt:lpstr>Data Conversion</vt:lpstr>
      <vt:lpstr>Assignment Conversion</vt:lpstr>
      <vt:lpstr>Promotion</vt:lpstr>
      <vt:lpstr>Casting</vt:lpstr>
      <vt:lpstr>Outline</vt:lpstr>
      <vt:lpstr>Interactive Programs</vt:lpstr>
      <vt:lpstr>Reading Input</vt:lpstr>
      <vt:lpstr>Reading Input</vt:lpstr>
      <vt:lpstr>PowerPoint Presentation</vt:lpstr>
      <vt:lpstr>PowerPoint Presentation</vt:lpstr>
      <vt:lpstr>Input Tokens</vt:lpstr>
      <vt:lpstr>PowerPoint Presentation</vt:lpstr>
      <vt:lpstr>PowerPoint Presentation</vt:lpstr>
      <vt:lpstr>PowerPoint Presentation</vt:lpstr>
      <vt:lpstr>Summary</vt:lpstr>
    </vt:vector>
  </TitlesOfParts>
  <Company>PEARSON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#, Title</dc:title>
  <dc:creator>usnidem</dc:creator>
  <cp:lastModifiedBy>Xiaolei Bi</cp:lastModifiedBy>
  <cp:revision>32</cp:revision>
  <dcterms:created xsi:type="dcterms:W3CDTF">2014-02-27T13:50:56Z</dcterms:created>
  <dcterms:modified xsi:type="dcterms:W3CDTF">2025-09-07T07:30:38Z</dcterms:modified>
</cp:coreProperties>
</file>