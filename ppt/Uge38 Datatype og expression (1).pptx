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5" r:id="rId1"/>
    <p:sldMasterId id="2147483656" r:id="rId2"/>
  </p:sldMasterIdLst>
  <p:notesMasterIdLst>
    <p:notesMasterId r:id="rId60"/>
  </p:notesMasterIdLst>
  <p:handoutMasterIdLst>
    <p:handoutMasterId r:id="rId61"/>
  </p:handoutMasterIdLst>
  <p:sldIdLst>
    <p:sldId id="371" r:id="rId3"/>
    <p:sldId id="359" r:id="rId4"/>
    <p:sldId id="360" r:id="rId5"/>
    <p:sldId id="265" r:id="rId6"/>
    <p:sldId id="266" r:id="rId7"/>
    <p:sldId id="334" r:id="rId8"/>
    <p:sldId id="339" r:id="rId9"/>
    <p:sldId id="322" r:id="rId10"/>
    <p:sldId id="268" r:id="rId11"/>
    <p:sldId id="269" r:id="rId12"/>
    <p:sldId id="343" r:id="rId13"/>
    <p:sldId id="270" r:id="rId14"/>
    <p:sldId id="372" r:id="rId15"/>
    <p:sldId id="345" r:id="rId16"/>
    <p:sldId id="271" r:id="rId17"/>
    <p:sldId id="272" r:id="rId18"/>
    <p:sldId id="369" r:id="rId19"/>
    <p:sldId id="323" r:id="rId20"/>
    <p:sldId id="274" r:id="rId21"/>
    <p:sldId id="275" r:id="rId22"/>
    <p:sldId id="374" r:id="rId23"/>
    <p:sldId id="367" r:id="rId24"/>
    <p:sldId id="373" r:id="rId25"/>
    <p:sldId id="276" r:id="rId26"/>
    <p:sldId id="278" r:id="rId27"/>
    <p:sldId id="279" r:id="rId28"/>
    <p:sldId id="324" r:id="rId29"/>
    <p:sldId id="281" r:id="rId30"/>
    <p:sldId id="282" r:id="rId31"/>
    <p:sldId id="361" r:id="rId32"/>
    <p:sldId id="362" r:id="rId33"/>
    <p:sldId id="283" r:id="rId34"/>
    <p:sldId id="368" r:id="rId35"/>
    <p:sldId id="284" r:id="rId36"/>
    <p:sldId id="346" r:id="rId37"/>
    <p:sldId id="285" r:id="rId38"/>
    <p:sldId id="286" r:id="rId39"/>
    <p:sldId id="287" r:id="rId40"/>
    <p:sldId id="288" r:id="rId41"/>
    <p:sldId id="290" r:id="rId42"/>
    <p:sldId id="291" r:id="rId43"/>
    <p:sldId id="292" r:id="rId44"/>
    <p:sldId id="325" r:id="rId45"/>
    <p:sldId id="295" r:id="rId46"/>
    <p:sldId id="296" r:id="rId47"/>
    <p:sldId id="299" r:id="rId48"/>
    <p:sldId id="326" r:id="rId49"/>
    <p:sldId id="301" r:id="rId50"/>
    <p:sldId id="302" r:id="rId51"/>
    <p:sldId id="303" r:id="rId52"/>
    <p:sldId id="347" r:id="rId53"/>
    <p:sldId id="349" r:id="rId54"/>
    <p:sldId id="304" r:id="rId55"/>
    <p:sldId id="350" r:id="rId56"/>
    <p:sldId id="364" r:id="rId57"/>
    <p:sldId id="365" r:id="rId58"/>
    <p:sldId id="321" r:id="rId59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Arial" charset="0"/>
        <a:cs typeface="Arial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Arial" charset="0"/>
        <a:cs typeface="Arial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Arial" charset="0"/>
        <a:cs typeface="Arial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Arial" charset="0"/>
        <a:cs typeface="Arial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Arial" charset="0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Arial" charset="0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Arial" charset="0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Arial" charset="0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Arial" charset="0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FB9D"/>
    <a:srgbClr val="CCF5A3"/>
    <a:srgbClr val="FFFFCC"/>
    <a:srgbClr val="CCFFCC"/>
    <a:srgbClr val="CC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E0B4FF-7C45-8F43-956B-5D0EA25B4D2A}" v="14" dt="2021-09-17T08:35:34.3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09"/>
    <p:restoredTop sz="84131" autoAdjust="0"/>
  </p:normalViewPr>
  <p:slideViewPr>
    <p:cSldViewPr>
      <p:cViewPr varScale="1">
        <p:scale>
          <a:sx n="90" d="100"/>
          <a:sy n="90" d="100"/>
        </p:scale>
        <p:origin x="1496" y="1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microsoft.com/office/2016/11/relationships/changesInfo" Target="changesInfos/changesInfo1.xml"/><Relationship Id="rId5" Type="http://schemas.openxmlformats.org/officeDocument/2006/relationships/slide" Target="slides/slide3.xml"/><Relationship Id="rId61" Type="http://schemas.openxmlformats.org/officeDocument/2006/relationships/handoutMaster" Target="handoutMasters/handoutMaster1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microsoft.com/office/2015/10/relationships/revisionInfo" Target="revisionInfo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notesMaster" Target="notesMasters/notesMaster1.xml"/><Relationship Id="rId65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aolei Bi" userId="4defdd0b-eb6b-464a-acc0-49fc44ef47a7" providerId="ADAL" clId="{9F77D9D9-AF9A-426C-BD56-B8B8845A6B24}"/>
    <pc:docChg chg="custSel addSld delSld modSld">
      <pc:chgData name="Xiaolei Bi" userId="4defdd0b-eb6b-464a-acc0-49fc44ef47a7" providerId="ADAL" clId="{9F77D9D9-AF9A-426C-BD56-B8B8845A6B24}" dt="2021-08-05T14:16:00.463" v="78" actId="5793"/>
      <pc:docMkLst>
        <pc:docMk/>
      </pc:docMkLst>
      <pc:sldChg chg="del">
        <pc:chgData name="Xiaolei Bi" userId="4defdd0b-eb6b-464a-acc0-49fc44ef47a7" providerId="ADAL" clId="{9F77D9D9-AF9A-426C-BD56-B8B8845A6B24}" dt="2021-08-05T13:40:32.654" v="1" actId="2696"/>
        <pc:sldMkLst>
          <pc:docMk/>
          <pc:sldMk cId="0" sldId="258"/>
        </pc:sldMkLst>
      </pc:sldChg>
      <pc:sldChg chg="del">
        <pc:chgData name="Xiaolei Bi" userId="4defdd0b-eb6b-464a-acc0-49fc44ef47a7" providerId="ADAL" clId="{9F77D9D9-AF9A-426C-BD56-B8B8845A6B24}" dt="2021-08-05T13:40:32.658" v="2" actId="2696"/>
        <pc:sldMkLst>
          <pc:docMk/>
          <pc:sldMk cId="0" sldId="259"/>
        </pc:sldMkLst>
      </pc:sldChg>
      <pc:sldChg chg="del">
        <pc:chgData name="Xiaolei Bi" userId="4defdd0b-eb6b-464a-acc0-49fc44ef47a7" providerId="ADAL" clId="{9F77D9D9-AF9A-426C-BD56-B8B8845A6B24}" dt="2021-08-05T13:40:32.660" v="3" actId="2696"/>
        <pc:sldMkLst>
          <pc:docMk/>
          <pc:sldMk cId="0" sldId="260"/>
        </pc:sldMkLst>
      </pc:sldChg>
      <pc:sldChg chg="del">
        <pc:chgData name="Xiaolei Bi" userId="4defdd0b-eb6b-464a-acc0-49fc44ef47a7" providerId="ADAL" clId="{9F77D9D9-AF9A-426C-BD56-B8B8845A6B24}" dt="2021-08-05T13:40:32.664" v="4" actId="2696"/>
        <pc:sldMkLst>
          <pc:docMk/>
          <pc:sldMk cId="0" sldId="261"/>
        </pc:sldMkLst>
      </pc:sldChg>
      <pc:sldChg chg="del">
        <pc:chgData name="Xiaolei Bi" userId="4defdd0b-eb6b-464a-acc0-49fc44ef47a7" providerId="ADAL" clId="{9F77D9D9-AF9A-426C-BD56-B8B8845A6B24}" dt="2021-08-05T13:40:32.666" v="5" actId="2696"/>
        <pc:sldMkLst>
          <pc:docMk/>
          <pc:sldMk cId="0" sldId="262"/>
        </pc:sldMkLst>
      </pc:sldChg>
      <pc:sldChg chg="del">
        <pc:chgData name="Xiaolei Bi" userId="4defdd0b-eb6b-464a-acc0-49fc44ef47a7" providerId="ADAL" clId="{9F77D9D9-AF9A-426C-BD56-B8B8845A6B24}" dt="2021-08-05T13:40:32.673" v="8" actId="2696"/>
        <pc:sldMkLst>
          <pc:docMk/>
          <pc:sldMk cId="0" sldId="263"/>
        </pc:sldMkLst>
      </pc:sldChg>
      <pc:sldChg chg="del">
        <pc:chgData name="Xiaolei Bi" userId="4defdd0b-eb6b-464a-acc0-49fc44ef47a7" providerId="ADAL" clId="{9F77D9D9-AF9A-426C-BD56-B8B8845A6B24}" dt="2021-08-05T13:40:32.683" v="12" actId="2696"/>
        <pc:sldMkLst>
          <pc:docMk/>
          <pc:sldMk cId="0" sldId="264"/>
        </pc:sldMkLst>
      </pc:sldChg>
      <pc:sldChg chg="modNotesTx">
        <pc:chgData name="Xiaolei Bi" userId="4defdd0b-eb6b-464a-acc0-49fc44ef47a7" providerId="ADAL" clId="{9F77D9D9-AF9A-426C-BD56-B8B8845A6B24}" dt="2021-08-05T13:47:20.426" v="75" actId="20577"/>
        <pc:sldMkLst>
          <pc:docMk/>
          <pc:sldMk cId="0" sldId="276"/>
        </pc:sldMkLst>
      </pc:sldChg>
      <pc:sldChg chg="modSp">
        <pc:chgData name="Xiaolei Bi" userId="4defdd0b-eb6b-464a-acc0-49fc44ef47a7" providerId="ADAL" clId="{9F77D9D9-AF9A-426C-BD56-B8B8845A6B24}" dt="2021-08-05T14:16:00.463" v="78" actId="5793"/>
        <pc:sldMkLst>
          <pc:docMk/>
          <pc:sldMk cId="0" sldId="297"/>
        </pc:sldMkLst>
        <pc:spChg chg="mod">
          <ac:chgData name="Xiaolei Bi" userId="4defdd0b-eb6b-464a-acc0-49fc44ef47a7" providerId="ADAL" clId="{9F77D9D9-AF9A-426C-BD56-B8B8845A6B24}" dt="2021-08-05T14:16:00.463" v="78" actId="5793"/>
          <ac:spMkLst>
            <pc:docMk/>
            <pc:sldMk cId="0" sldId="297"/>
            <ac:spMk id="90114" creationId="{00000000-0000-0000-0000-000000000000}"/>
          </ac:spMkLst>
        </pc:spChg>
      </pc:sldChg>
      <pc:sldChg chg="del">
        <pc:chgData name="Xiaolei Bi" userId="4defdd0b-eb6b-464a-acc0-49fc44ef47a7" providerId="ADAL" clId="{9F77D9D9-AF9A-426C-BD56-B8B8845A6B24}" dt="2021-08-05T13:40:32.668" v="6" actId="2696"/>
        <pc:sldMkLst>
          <pc:docMk/>
          <pc:sldMk cId="0" sldId="330"/>
        </pc:sldMkLst>
      </pc:sldChg>
      <pc:sldChg chg="del">
        <pc:chgData name="Xiaolei Bi" userId="4defdd0b-eb6b-464a-acc0-49fc44ef47a7" providerId="ADAL" clId="{9F77D9D9-AF9A-426C-BD56-B8B8845A6B24}" dt="2021-08-05T13:40:32.677" v="10" actId="2696"/>
        <pc:sldMkLst>
          <pc:docMk/>
          <pc:sldMk cId="0" sldId="331"/>
        </pc:sldMkLst>
      </pc:sldChg>
      <pc:sldChg chg="del">
        <pc:chgData name="Xiaolei Bi" userId="4defdd0b-eb6b-464a-acc0-49fc44ef47a7" providerId="ADAL" clId="{9F77D9D9-AF9A-426C-BD56-B8B8845A6B24}" dt="2021-08-05T13:40:32.685" v="13" actId="2696"/>
        <pc:sldMkLst>
          <pc:docMk/>
          <pc:sldMk cId="0" sldId="332"/>
        </pc:sldMkLst>
      </pc:sldChg>
      <pc:sldChg chg="del">
        <pc:chgData name="Xiaolei Bi" userId="4defdd0b-eb6b-464a-acc0-49fc44ef47a7" providerId="ADAL" clId="{9F77D9D9-AF9A-426C-BD56-B8B8845A6B24}" dt="2021-08-05T13:41:39.665" v="14" actId="2696"/>
        <pc:sldMkLst>
          <pc:docMk/>
          <pc:sldMk cId="0" sldId="333"/>
        </pc:sldMkLst>
      </pc:sldChg>
      <pc:sldChg chg="del">
        <pc:chgData name="Xiaolei Bi" userId="4defdd0b-eb6b-464a-acc0-49fc44ef47a7" providerId="ADAL" clId="{9F77D9D9-AF9A-426C-BD56-B8B8845A6B24}" dt="2021-08-05T13:41:39.671" v="15" actId="2696"/>
        <pc:sldMkLst>
          <pc:docMk/>
          <pc:sldMk cId="0" sldId="335"/>
        </pc:sldMkLst>
      </pc:sldChg>
      <pc:sldChg chg="del">
        <pc:chgData name="Xiaolei Bi" userId="4defdd0b-eb6b-464a-acc0-49fc44ef47a7" providerId="ADAL" clId="{9F77D9D9-AF9A-426C-BD56-B8B8845A6B24}" dt="2021-08-05T13:40:32.670" v="7" actId="2696"/>
        <pc:sldMkLst>
          <pc:docMk/>
          <pc:sldMk cId="0" sldId="336"/>
        </pc:sldMkLst>
      </pc:sldChg>
      <pc:sldChg chg="del">
        <pc:chgData name="Xiaolei Bi" userId="4defdd0b-eb6b-464a-acc0-49fc44ef47a7" providerId="ADAL" clId="{9F77D9D9-AF9A-426C-BD56-B8B8845A6B24}" dt="2021-08-05T13:40:32.651" v="0" actId="2696"/>
        <pc:sldMkLst>
          <pc:docMk/>
          <pc:sldMk cId="0" sldId="338"/>
        </pc:sldMkLst>
      </pc:sldChg>
      <pc:sldChg chg="del">
        <pc:chgData name="Xiaolei Bi" userId="4defdd0b-eb6b-464a-acc0-49fc44ef47a7" providerId="ADAL" clId="{9F77D9D9-AF9A-426C-BD56-B8B8845A6B24}" dt="2021-08-05T13:42:22.013" v="16" actId="2696"/>
        <pc:sldMkLst>
          <pc:docMk/>
          <pc:sldMk cId="0" sldId="340"/>
        </pc:sldMkLst>
      </pc:sldChg>
      <pc:sldChg chg="modNotesTx">
        <pc:chgData name="Xiaolei Bi" userId="4defdd0b-eb6b-464a-acc0-49fc44ef47a7" providerId="ADAL" clId="{9F77D9D9-AF9A-426C-BD56-B8B8845A6B24}" dt="2021-08-05T13:43:21.302" v="56" actId="20577"/>
        <pc:sldMkLst>
          <pc:docMk/>
          <pc:sldMk cId="0" sldId="343"/>
        </pc:sldMkLst>
      </pc:sldChg>
      <pc:sldChg chg="del">
        <pc:chgData name="Xiaolei Bi" userId="4defdd0b-eb6b-464a-acc0-49fc44ef47a7" providerId="ADAL" clId="{9F77D9D9-AF9A-426C-BD56-B8B8845A6B24}" dt="2021-08-05T13:42:42.472" v="17" actId="2696"/>
        <pc:sldMkLst>
          <pc:docMk/>
          <pc:sldMk cId="0" sldId="344"/>
        </pc:sldMkLst>
      </pc:sldChg>
      <pc:sldChg chg="addSp delSp modSp add modNotesTx">
        <pc:chgData name="Xiaolei Bi" userId="4defdd0b-eb6b-464a-acc0-49fc44ef47a7" providerId="ADAL" clId="{9F77D9D9-AF9A-426C-BD56-B8B8845A6B24}" dt="2021-08-05T13:46:56.060" v="59" actId="20577"/>
        <pc:sldMkLst>
          <pc:docMk/>
          <pc:sldMk cId="700111954" sldId="366"/>
        </pc:sldMkLst>
        <pc:spChg chg="del">
          <ac:chgData name="Xiaolei Bi" userId="4defdd0b-eb6b-464a-acc0-49fc44ef47a7" providerId="ADAL" clId="{9F77D9D9-AF9A-426C-BD56-B8B8845A6B24}" dt="2021-08-05T13:46:43.029" v="58"/>
          <ac:spMkLst>
            <pc:docMk/>
            <pc:sldMk cId="700111954" sldId="366"/>
            <ac:spMk id="3" creationId="{50A05F7A-86E1-4593-B863-2A3CC28EA0B0}"/>
          </ac:spMkLst>
        </pc:spChg>
        <pc:picChg chg="add mod">
          <ac:chgData name="Xiaolei Bi" userId="4defdd0b-eb6b-464a-acc0-49fc44ef47a7" providerId="ADAL" clId="{9F77D9D9-AF9A-426C-BD56-B8B8845A6B24}" dt="2021-08-05T13:46:43.029" v="58"/>
          <ac:picMkLst>
            <pc:docMk/>
            <pc:sldMk cId="700111954" sldId="366"/>
            <ac:picMk id="5" creationId="{4CC0E199-2A07-435F-A981-A2D04B3A5AF0}"/>
          </ac:picMkLst>
        </pc:picChg>
      </pc:sldChg>
      <pc:sldChg chg="del">
        <pc:chgData name="Xiaolei Bi" userId="4defdd0b-eb6b-464a-acc0-49fc44ef47a7" providerId="ADAL" clId="{9F77D9D9-AF9A-426C-BD56-B8B8845A6B24}" dt="2021-08-05T13:40:32.675" v="9" actId="2696"/>
        <pc:sldMkLst>
          <pc:docMk/>
          <pc:sldMk cId="3958147687" sldId="368"/>
        </pc:sldMkLst>
      </pc:sldChg>
      <pc:sldChg chg="del">
        <pc:chgData name="Xiaolei Bi" userId="4defdd0b-eb6b-464a-acc0-49fc44ef47a7" providerId="ADAL" clId="{9F77D9D9-AF9A-426C-BD56-B8B8845A6B24}" dt="2021-08-05T13:40:32.681" v="11" actId="2696"/>
        <pc:sldMkLst>
          <pc:docMk/>
          <pc:sldMk cId="0" sldId="369"/>
        </pc:sldMkLst>
      </pc:sldChg>
    </pc:docChg>
  </pc:docChgLst>
  <pc:docChgLst>
    <pc:chgData name="Xiaolei Bi" userId="4defdd0b-eb6b-464a-acc0-49fc44ef47a7" providerId="ADAL" clId="{62E0B4FF-7C45-8F43-956B-5D0EA25B4D2A}"/>
    <pc:docChg chg="undo custSel addSld delSld modSld">
      <pc:chgData name="Xiaolei Bi" userId="4defdd0b-eb6b-464a-acc0-49fc44ef47a7" providerId="ADAL" clId="{62E0B4FF-7C45-8F43-956B-5D0EA25B4D2A}" dt="2021-09-17T09:07:55.388" v="216" actId="478"/>
      <pc:docMkLst>
        <pc:docMk/>
      </pc:docMkLst>
      <pc:sldChg chg="modSp mod">
        <pc:chgData name="Xiaolei Bi" userId="4defdd0b-eb6b-464a-acc0-49fc44ef47a7" providerId="ADAL" clId="{62E0B4FF-7C45-8F43-956B-5D0EA25B4D2A}" dt="2021-09-15T06:21:54.998" v="2" actId="13926"/>
        <pc:sldMkLst>
          <pc:docMk/>
          <pc:sldMk cId="0" sldId="265"/>
        </pc:sldMkLst>
        <pc:spChg chg="mod">
          <ac:chgData name="Xiaolei Bi" userId="4defdd0b-eb6b-464a-acc0-49fc44ef47a7" providerId="ADAL" clId="{62E0B4FF-7C45-8F43-956B-5D0EA25B4D2A}" dt="2021-09-15T06:21:54.998" v="2" actId="13926"/>
          <ac:spMkLst>
            <pc:docMk/>
            <pc:sldMk cId="0" sldId="265"/>
            <ac:spMk id="45058" creationId="{00000000-0000-0000-0000-000000000000}"/>
          </ac:spMkLst>
        </pc:spChg>
      </pc:sldChg>
      <pc:sldChg chg="modSp mod">
        <pc:chgData name="Xiaolei Bi" userId="4defdd0b-eb6b-464a-acc0-49fc44ef47a7" providerId="ADAL" clId="{62E0B4FF-7C45-8F43-956B-5D0EA25B4D2A}" dt="2021-09-17T07:48:55.996" v="176" actId="20578"/>
        <pc:sldMkLst>
          <pc:docMk/>
          <pc:sldMk cId="0" sldId="266"/>
        </pc:sldMkLst>
        <pc:spChg chg="mod">
          <ac:chgData name="Xiaolei Bi" userId="4defdd0b-eb6b-464a-acc0-49fc44ef47a7" providerId="ADAL" clId="{62E0B4FF-7C45-8F43-956B-5D0EA25B4D2A}" dt="2021-09-17T07:48:55.996" v="176" actId="20578"/>
          <ac:spMkLst>
            <pc:docMk/>
            <pc:sldMk cId="0" sldId="266"/>
            <ac:spMk id="46086" creationId="{00000000-0000-0000-0000-000000000000}"/>
          </ac:spMkLst>
        </pc:spChg>
        <pc:spChg chg="mod">
          <ac:chgData name="Xiaolei Bi" userId="4defdd0b-eb6b-464a-acc0-49fc44ef47a7" providerId="ADAL" clId="{62E0B4FF-7C45-8F43-956B-5D0EA25B4D2A}" dt="2021-09-17T07:48:55.996" v="176" actId="20578"/>
          <ac:spMkLst>
            <pc:docMk/>
            <pc:sldMk cId="0" sldId="266"/>
            <ac:spMk id="46087" creationId="{00000000-0000-0000-0000-000000000000}"/>
          </ac:spMkLst>
        </pc:spChg>
        <pc:grpChg chg="mod">
          <ac:chgData name="Xiaolei Bi" userId="4defdd0b-eb6b-464a-acc0-49fc44ef47a7" providerId="ADAL" clId="{62E0B4FF-7C45-8F43-956B-5D0EA25B4D2A}" dt="2021-09-17T07:48:55.996" v="176" actId="20578"/>
          <ac:grpSpMkLst>
            <pc:docMk/>
            <pc:sldMk cId="0" sldId="266"/>
            <ac:grpSpMk id="46083" creationId="{00000000-0000-0000-0000-000000000000}"/>
          </ac:grpSpMkLst>
        </pc:grpChg>
      </pc:sldChg>
      <pc:sldChg chg="modSp">
        <pc:chgData name="Xiaolei Bi" userId="4defdd0b-eb6b-464a-acc0-49fc44ef47a7" providerId="ADAL" clId="{62E0B4FF-7C45-8F43-956B-5D0EA25B4D2A}" dt="2021-09-15T06:26:12.741" v="6" actId="13926"/>
        <pc:sldMkLst>
          <pc:docMk/>
          <pc:sldMk cId="0" sldId="268"/>
        </pc:sldMkLst>
        <pc:spChg chg="mod">
          <ac:chgData name="Xiaolei Bi" userId="4defdd0b-eb6b-464a-acc0-49fc44ef47a7" providerId="ADAL" clId="{62E0B4FF-7C45-8F43-956B-5D0EA25B4D2A}" dt="2021-09-15T06:26:12.741" v="6" actId="13926"/>
          <ac:spMkLst>
            <pc:docMk/>
            <pc:sldMk cId="0" sldId="268"/>
            <ac:spMk id="23556" creationId="{00000000-0000-0000-0000-000000000000}"/>
          </ac:spMkLst>
        </pc:spChg>
      </pc:sldChg>
      <pc:sldChg chg="modSp mod">
        <pc:chgData name="Xiaolei Bi" userId="4defdd0b-eb6b-464a-acc0-49fc44ef47a7" providerId="ADAL" clId="{62E0B4FF-7C45-8F43-956B-5D0EA25B4D2A}" dt="2021-09-15T06:32:12.199" v="7" actId="13926"/>
        <pc:sldMkLst>
          <pc:docMk/>
          <pc:sldMk cId="0" sldId="269"/>
        </pc:sldMkLst>
        <pc:spChg chg="mod">
          <ac:chgData name="Xiaolei Bi" userId="4defdd0b-eb6b-464a-acc0-49fc44ef47a7" providerId="ADAL" clId="{62E0B4FF-7C45-8F43-956B-5D0EA25B4D2A}" dt="2021-09-15T06:32:12.199" v="7" actId="13926"/>
          <ac:spMkLst>
            <pc:docMk/>
            <pc:sldMk cId="0" sldId="269"/>
            <ac:spMk id="53251" creationId="{00000000-0000-0000-0000-000000000000}"/>
          </ac:spMkLst>
        </pc:spChg>
      </pc:sldChg>
      <pc:sldChg chg="modSp mod">
        <pc:chgData name="Xiaolei Bi" userId="4defdd0b-eb6b-464a-acc0-49fc44ef47a7" providerId="ADAL" clId="{62E0B4FF-7C45-8F43-956B-5D0EA25B4D2A}" dt="2021-09-15T06:34:42.182" v="9" actId="13926"/>
        <pc:sldMkLst>
          <pc:docMk/>
          <pc:sldMk cId="0" sldId="270"/>
        </pc:sldMkLst>
        <pc:spChg chg="mod">
          <ac:chgData name="Xiaolei Bi" userId="4defdd0b-eb6b-464a-acc0-49fc44ef47a7" providerId="ADAL" clId="{62E0B4FF-7C45-8F43-956B-5D0EA25B4D2A}" dt="2021-09-15T06:33:57.235" v="8" actId="13926"/>
          <ac:spMkLst>
            <pc:docMk/>
            <pc:sldMk cId="0" sldId="270"/>
            <ac:spMk id="56322" creationId="{00000000-0000-0000-0000-000000000000}"/>
          </ac:spMkLst>
        </pc:spChg>
        <pc:spChg chg="mod">
          <ac:chgData name="Xiaolei Bi" userId="4defdd0b-eb6b-464a-acc0-49fc44ef47a7" providerId="ADAL" clId="{62E0B4FF-7C45-8F43-956B-5D0EA25B4D2A}" dt="2021-09-15T06:34:42.182" v="9" actId="13926"/>
          <ac:spMkLst>
            <pc:docMk/>
            <pc:sldMk cId="0" sldId="270"/>
            <ac:spMk id="56326" creationId="{00000000-0000-0000-0000-000000000000}"/>
          </ac:spMkLst>
        </pc:spChg>
      </pc:sldChg>
      <pc:sldChg chg="modSp mod">
        <pc:chgData name="Xiaolei Bi" userId="4defdd0b-eb6b-464a-acc0-49fc44ef47a7" providerId="ADAL" clId="{62E0B4FF-7C45-8F43-956B-5D0EA25B4D2A}" dt="2021-09-15T06:38:43.418" v="10" actId="13926"/>
        <pc:sldMkLst>
          <pc:docMk/>
          <pc:sldMk cId="0" sldId="271"/>
        </pc:sldMkLst>
        <pc:spChg chg="mod">
          <ac:chgData name="Xiaolei Bi" userId="4defdd0b-eb6b-464a-acc0-49fc44ef47a7" providerId="ADAL" clId="{62E0B4FF-7C45-8F43-956B-5D0EA25B4D2A}" dt="2021-09-15T06:38:43.418" v="10" actId="13926"/>
          <ac:spMkLst>
            <pc:docMk/>
            <pc:sldMk cId="0" sldId="271"/>
            <ac:spMk id="59394" creationId="{00000000-0000-0000-0000-000000000000}"/>
          </ac:spMkLst>
        </pc:spChg>
      </pc:sldChg>
      <pc:sldChg chg="modSp mod">
        <pc:chgData name="Xiaolei Bi" userId="4defdd0b-eb6b-464a-acc0-49fc44ef47a7" providerId="ADAL" clId="{62E0B4FF-7C45-8F43-956B-5D0EA25B4D2A}" dt="2021-09-15T06:48:25.688" v="75" actId="13926"/>
        <pc:sldMkLst>
          <pc:docMk/>
          <pc:sldMk cId="0" sldId="276"/>
        </pc:sldMkLst>
        <pc:spChg chg="mod">
          <ac:chgData name="Xiaolei Bi" userId="4defdd0b-eb6b-464a-acc0-49fc44ef47a7" providerId="ADAL" clId="{62E0B4FF-7C45-8F43-956B-5D0EA25B4D2A}" dt="2021-09-15T06:48:25.688" v="75" actId="13926"/>
          <ac:spMkLst>
            <pc:docMk/>
            <pc:sldMk cId="0" sldId="276"/>
            <ac:spMk id="64514" creationId="{00000000-0000-0000-0000-000000000000}"/>
          </ac:spMkLst>
        </pc:spChg>
      </pc:sldChg>
      <pc:sldChg chg="modSp mod">
        <pc:chgData name="Xiaolei Bi" userId="4defdd0b-eb6b-464a-acc0-49fc44ef47a7" providerId="ADAL" clId="{62E0B4FF-7C45-8F43-956B-5D0EA25B4D2A}" dt="2021-09-15T06:49:09.319" v="76" actId="13926"/>
        <pc:sldMkLst>
          <pc:docMk/>
          <pc:sldMk cId="0" sldId="278"/>
        </pc:sldMkLst>
        <pc:spChg chg="mod">
          <ac:chgData name="Xiaolei Bi" userId="4defdd0b-eb6b-464a-acc0-49fc44ef47a7" providerId="ADAL" clId="{62E0B4FF-7C45-8F43-956B-5D0EA25B4D2A}" dt="2021-09-15T06:49:09.319" v="76" actId="13926"/>
          <ac:spMkLst>
            <pc:docMk/>
            <pc:sldMk cId="0" sldId="278"/>
            <ac:spMk id="66562" creationId="{00000000-0000-0000-0000-000000000000}"/>
          </ac:spMkLst>
        </pc:spChg>
      </pc:sldChg>
      <pc:sldChg chg="modSp mod">
        <pc:chgData name="Xiaolei Bi" userId="4defdd0b-eb6b-464a-acc0-49fc44ef47a7" providerId="ADAL" clId="{62E0B4FF-7C45-8F43-956B-5D0EA25B4D2A}" dt="2021-09-17T08:36:46.131" v="183" actId="13926"/>
        <pc:sldMkLst>
          <pc:docMk/>
          <pc:sldMk cId="0" sldId="283"/>
        </pc:sldMkLst>
        <pc:spChg chg="mod">
          <ac:chgData name="Xiaolei Bi" userId="4defdd0b-eb6b-464a-acc0-49fc44ef47a7" providerId="ADAL" clId="{62E0B4FF-7C45-8F43-956B-5D0EA25B4D2A}" dt="2021-09-17T08:36:46.131" v="183" actId="13926"/>
          <ac:spMkLst>
            <pc:docMk/>
            <pc:sldMk cId="0" sldId="283"/>
            <ac:spMk id="73730" creationId="{00000000-0000-0000-0000-000000000000}"/>
          </ac:spMkLst>
        </pc:spChg>
      </pc:sldChg>
      <pc:sldChg chg="modNotesTx">
        <pc:chgData name="Xiaolei Bi" userId="4defdd0b-eb6b-464a-acc0-49fc44ef47a7" providerId="ADAL" clId="{62E0B4FF-7C45-8F43-956B-5D0EA25B4D2A}" dt="2021-09-15T07:02:17.200" v="88" actId="20577"/>
        <pc:sldMkLst>
          <pc:docMk/>
          <pc:sldMk cId="0" sldId="289"/>
        </pc:sldMkLst>
      </pc:sldChg>
      <pc:sldChg chg="addSp delSp modSp mod">
        <pc:chgData name="Xiaolei Bi" userId="4defdd0b-eb6b-464a-acc0-49fc44ef47a7" providerId="ADAL" clId="{62E0B4FF-7C45-8F43-956B-5D0EA25B4D2A}" dt="2021-09-17T09:07:55.388" v="216" actId="478"/>
        <pc:sldMkLst>
          <pc:docMk/>
          <pc:sldMk cId="0" sldId="292"/>
        </pc:sldMkLst>
        <pc:spChg chg="add del mod">
          <ac:chgData name="Xiaolei Bi" userId="4defdd0b-eb6b-464a-acc0-49fc44ef47a7" providerId="ADAL" clId="{62E0B4FF-7C45-8F43-956B-5D0EA25B4D2A}" dt="2021-09-17T09:07:55.388" v="216" actId="478"/>
          <ac:spMkLst>
            <pc:docMk/>
            <pc:sldMk cId="0" sldId="292"/>
            <ac:spMk id="2" creationId="{DAF55755-0FD9-A648-B520-B3021B16139C}"/>
          </ac:spMkLst>
        </pc:spChg>
      </pc:sldChg>
      <pc:sldChg chg="del">
        <pc:chgData name="Xiaolei Bi" userId="4defdd0b-eb6b-464a-acc0-49fc44ef47a7" providerId="ADAL" clId="{62E0B4FF-7C45-8F43-956B-5D0EA25B4D2A}" dt="2021-09-15T07:02:57.319" v="89" actId="2696"/>
        <pc:sldMkLst>
          <pc:docMk/>
          <pc:sldMk cId="0" sldId="293"/>
        </pc:sldMkLst>
      </pc:sldChg>
      <pc:sldChg chg="modSp mod">
        <pc:chgData name="Xiaolei Bi" userId="4defdd0b-eb6b-464a-acc0-49fc44ef47a7" providerId="ADAL" clId="{62E0B4FF-7C45-8F43-956B-5D0EA25B4D2A}" dt="2021-09-17T08:52:39.639" v="213" actId="13926"/>
        <pc:sldMkLst>
          <pc:docMk/>
          <pc:sldMk cId="0" sldId="297"/>
        </pc:sldMkLst>
        <pc:spChg chg="mod">
          <ac:chgData name="Xiaolei Bi" userId="4defdd0b-eb6b-464a-acc0-49fc44ef47a7" providerId="ADAL" clId="{62E0B4FF-7C45-8F43-956B-5D0EA25B4D2A}" dt="2021-09-17T08:52:39.639" v="213" actId="13926"/>
          <ac:spMkLst>
            <pc:docMk/>
            <pc:sldMk cId="0" sldId="297"/>
            <ac:spMk id="90114" creationId="{00000000-0000-0000-0000-000000000000}"/>
          </ac:spMkLst>
        </pc:spChg>
      </pc:sldChg>
      <pc:sldChg chg="modSp mod modNotesTx">
        <pc:chgData name="Xiaolei Bi" userId="4defdd0b-eb6b-464a-acc0-49fc44ef47a7" providerId="ADAL" clId="{62E0B4FF-7C45-8F43-956B-5D0EA25B4D2A}" dt="2021-09-15T08:49:35.762" v="174" actId="20577"/>
        <pc:sldMkLst>
          <pc:docMk/>
          <pc:sldMk cId="0" sldId="298"/>
        </pc:sldMkLst>
        <pc:spChg chg="mod">
          <ac:chgData name="Xiaolei Bi" userId="4defdd0b-eb6b-464a-acc0-49fc44ef47a7" providerId="ADAL" clId="{62E0B4FF-7C45-8F43-956B-5D0EA25B4D2A}" dt="2021-09-15T08:48:51.948" v="93" actId="13926"/>
          <ac:spMkLst>
            <pc:docMk/>
            <pc:sldMk cId="0" sldId="298"/>
            <ac:spMk id="91138" creationId="{00000000-0000-0000-0000-000000000000}"/>
          </ac:spMkLst>
        </pc:spChg>
      </pc:sldChg>
      <pc:sldChg chg="modSp mod">
        <pc:chgData name="Xiaolei Bi" userId="4defdd0b-eb6b-464a-acc0-49fc44ef47a7" providerId="ADAL" clId="{62E0B4FF-7C45-8F43-956B-5D0EA25B4D2A}" dt="2021-09-15T07:04:48.411" v="90" actId="13926"/>
        <pc:sldMkLst>
          <pc:docMk/>
          <pc:sldMk cId="0" sldId="299"/>
        </pc:sldMkLst>
        <pc:spChg chg="mod">
          <ac:chgData name="Xiaolei Bi" userId="4defdd0b-eb6b-464a-acc0-49fc44ef47a7" providerId="ADAL" clId="{62E0B4FF-7C45-8F43-956B-5D0EA25B4D2A}" dt="2021-09-15T07:04:48.411" v="90" actId="13926"/>
          <ac:spMkLst>
            <pc:docMk/>
            <pc:sldMk cId="0" sldId="299"/>
            <ac:spMk id="92162" creationId="{00000000-0000-0000-0000-000000000000}"/>
          </ac:spMkLst>
        </pc:spChg>
      </pc:sldChg>
      <pc:sldChg chg="modSp mod">
        <pc:chgData name="Xiaolei Bi" userId="4defdd0b-eb6b-464a-acc0-49fc44ef47a7" providerId="ADAL" clId="{62E0B4FF-7C45-8F43-956B-5D0EA25B4D2A}" dt="2021-09-15T07:05:45.147" v="92" actId="13926"/>
        <pc:sldMkLst>
          <pc:docMk/>
          <pc:sldMk cId="0" sldId="302"/>
        </pc:sldMkLst>
        <pc:spChg chg="mod">
          <ac:chgData name="Xiaolei Bi" userId="4defdd0b-eb6b-464a-acc0-49fc44ef47a7" providerId="ADAL" clId="{62E0B4FF-7C45-8F43-956B-5D0EA25B4D2A}" dt="2021-09-15T07:05:45.147" v="92" actId="13926"/>
          <ac:spMkLst>
            <pc:docMk/>
            <pc:sldMk cId="0" sldId="302"/>
            <ac:spMk id="95234" creationId="{00000000-0000-0000-0000-000000000000}"/>
          </ac:spMkLst>
        </pc:spChg>
      </pc:sldChg>
      <pc:sldChg chg="addSp delSp mod addAnim delAnim">
        <pc:chgData name="Xiaolei Bi" userId="4defdd0b-eb6b-464a-acc0-49fc44ef47a7" providerId="ADAL" clId="{62E0B4FF-7C45-8F43-956B-5D0EA25B4D2A}" dt="2021-09-17T08:19:09.048" v="178" actId="478"/>
        <pc:sldMkLst>
          <pc:docMk/>
          <pc:sldMk cId="0" sldId="343"/>
        </pc:sldMkLst>
        <pc:spChg chg="add del">
          <ac:chgData name="Xiaolei Bi" userId="4defdd0b-eb6b-464a-acc0-49fc44ef47a7" providerId="ADAL" clId="{62E0B4FF-7C45-8F43-956B-5D0EA25B4D2A}" dt="2021-09-17T08:19:09.048" v="178" actId="478"/>
          <ac:spMkLst>
            <pc:docMk/>
            <pc:sldMk cId="0" sldId="343"/>
            <ac:spMk id="5" creationId="{00000000-0000-0000-0000-000000000000}"/>
          </ac:spMkLst>
        </pc:spChg>
      </pc:sldChg>
      <pc:sldChg chg="addSp delSp mod addAnim delAnim">
        <pc:chgData name="Xiaolei Bi" userId="4defdd0b-eb6b-464a-acc0-49fc44ef47a7" providerId="ADAL" clId="{62E0B4FF-7C45-8F43-956B-5D0EA25B4D2A}" dt="2021-09-17T08:21:12.605" v="180" actId="478"/>
        <pc:sldMkLst>
          <pc:docMk/>
          <pc:sldMk cId="0" sldId="345"/>
        </pc:sldMkLst>
        <pc:spChg chg="add del">
          <ac:chgData name="Xiaolei Bi" userId="4defdd0b-eb6b-464a-acc0-49fc44ef47a7" providerId="ADAL" clId="{62E0B4FF-7C45-8F43-956B-5D0EA25B4D2A}" dt="2021-09-17T08:21:12.605" v="180" actId="478"/>
          <ac:spMkLst>
            <pc:docMk/>
            <pc:sldMk cId="0" sldId="345"/>
            <ac:spMk id="4" creationId="{00000000-0000-0000-0000-000000000000}"/>
          </ac:spMkLst>
        </pc:spChg>
      </pc:sldChg>
      <pc:sldChg chg="modSp mod">
        <pc:chgData name="Xiaolei Bi" userId="4defdd0b-eb6b-464a-acc0-49fc44ef47a7" providerId="ADAL" clId="{62E0B4FF-7C45-8F43-956B-5D0EA25B4D2A}" dt="2021-09-17T08:53:24.180" v="214" actId="13926"/>
        <pc:sldMkLst>
          <pc:docMk/>
          <pc:sldMk cId="0" sldId="347"/>
        </pc:sldMkLst>
        <pc:spChg chg="mod">
          <ac:chgData name="Xiaolei Bi" userId="4defdd0b-eb6b-464a-acc0-49fc44ef47a7" providerId="ADAL" clId="{62E0B4FF-7C45-8F43-956B-5D0EA25B4D2A}" dt="2021-09-17T08:53:24.180" v="214" actId="13926"/>
          <ac:spMkLst>
            <pc:docMk/>
            <pc:sldMk cId="0" sldId="347"/>
            <ac:spMk id="97282" creationId="{00000000-0000-0000-0000-000000000000}"/>
          </ac:spMkLst>
        </pc:spChg>
      </pc:sldChg>
      <pc:sldChg chg="modSp modNotesTx">
        <pc:chgData name="Xiaolei Bi" userId="4defdd0b-eb6b-464a-acc0-49fc44ef47a7" providerId="ADAL" clId="{62E0B4FF-7C45-8F43-956B-5D0EA25B4D2A}" dt="2021-09-17T08:50:38.985" v="211" actId="20577"/>
        <pc:sldMkLst>
          <pc:docMk/>
          <pc:sldMk cId="0" sldId="362"/>
        </pc:sldMkLst>
        <pc:spChg chg="mod">
          <ac:chgData name="Xiaolei Bi" userId="4defdd0b-eb6b-464a-acc0-49fc44ef47a7" providerId="ADAL" clId="{62E0B4FF-7C45-8F43-956B-5D0EA25B4D2A}" dt="2021-09-17T08:35:34.355" v="182" actId="20577"/>
          <ac:spMkLst>
            <pc:docMk/>
            <pc:sldMk cId="0" sldId="362"/>
            <ac:spMk id="7" creationId="{00000000-0000-0000-0000-000000000000}"/>
          </ac:spMkLst>
        </pc:spChg>
      </pc:sldChg>
      <pc:sldChg chg="modSp mod modNotesTx">
        <pc:chgData name="Xiaolei Bi" userId="4defdd0b-eb6b-464a-acc0-49fc44ef47a7" providerId="ADAL" clId="{62E0B4FF-7C45-8F43-956B-5D0EA25B4D2A}" dt="2021-09-15T06:42:33.726" v="62" actId="20577"/>
        <pc:sldMkLst>
          <pc:docMk/>
          <pc:sldMk cId="700111954" sldId="366"/>
        </pc:sldMkLst>
        <pc:spChg chg="mod">
          <ac:chgData name="Xiaolei Bi" userId="4defdd0b-eb6b-464a-acc0-49fc44ef47a7" providerId="ADAL" clId="{62E0B4FF-7C45-8F43-956B-5D0EA25B4D2A}" dt="2021-09-15T06:40:51.843" v="28" actId="20577"/>
          <ac:spMkLst>
            <pc:docMk/>
            <pc:sldMk cId="700111954" sldId="366"/>
            <ac:spMk id="2" creationId="{41922D60-49B0-4A26-9074-9DD40EC8C585}"/>
          </ac:spMkLst>
        </pc:spChg>
      </pc:sldChg>
      <pc:sldChg chg="modSp new mod">
        <pc:chgData name="Xiaolei Bi" userId="4defdd0b-eb6b-464a-acc0-49fc44ef47a7" providerId="ADAL" clId="{62E0B4FF-7C45-8F43-956B-5D0EA25B4D2A}" dt="2021-09-17T08:27:40.548" v="181" actId="20578"/>
        <pc:sldMkLst>
          <pc:docMk/>
          <pc:sldMk cId="1098045101" sldId="367"/>
        </pc:sldMkLst>
        <pc:spChg chg="mod">
          <ac:chgData name="Xiaolei Bi" userId="4defdd0b-eb6b-464a-acc0-49fc44ef47a7" providerId="ADAL" clId="{62E0B4FF-7C45-8F43-956B-5D0EA25B4D2A}" dt="2021-09-15T06:47:11.169" v="67"/>
          <ac:spMkLst>
            <pc:docMk/>
            <pc:sldMk cId="1098045101" sldId="367"/>
            <ac:spMk id="2" creationId="{DDDEB061-F293-A149-84FC-176F114F7F95}"/>
          </ac:spMkLst>
        </pc:spChg>
        <pc:spChg chg="mod">
          <ac:chgData name="Xiaolei Bi" userId="4defdd0b-eb6b-464a-acc0-49fc44ef47a7" providerId="ADAL" clId="{62E0B4FF-7C45-8F43-956B-5D0EA25B4D2A}" dt="2021-09-17T08:27:40.548" v="181" actId="20578"/>
          <ac:spMkLst>
            <pc:docMk/>
            <pc:sldMk cId="1098045101" sldId="367"/>
            <ac:spMk id="3" creationId="{6DF19E59-3943-0546-A473-CEA316F0043E}"/>
          </ac:spMkLst>
        </pc:spChg>
      </pc:sldChg>
      <pc:sldChg chg="modSp new del mod">
        <pc:chgData name="Xiaolei Bi" userId="4defdd0b-eb6b-464a-acc0-49fc44ef47a7" providerId="ADAL" clId="{62E0B4FF-7C45-8F43-956B-5D0EA25B4D2A}" dt="2021-09-15T06:50:42.103" v="81" actId="2696"/>
        <pc:sldMkLst>
          <pc:docMk/>
          <pc:sldMk cId="2045646173" sldId="368"/>
        </pc:sldMkLst>
        <pc:spChg chg="mod">
          <ac:chgData name="Xiaolei Bi" userId="4defdd0b-eb6b-464a-acc0-49fc44ef47a7" providerId="ADAL" clId="{62E0B4FF-7C45-8F43-956B-5D0EA25B4D2A}" dt="2021-09-15T06:49:30.254" v="80" actId="20577"/>
          <ac:spMkLst>
            <pc:docMk/>
            <pc:sldMk cId="2045646173" sldId="368"/>
            <ac:spMk id="2" creationId="{6A3CB71A-6EDD-0C4E-8B4C-B503FCE49CF9}"/>
          </ac:spMkLst>
        </pc:spChg>
      </pc:sldChg>
      <pc:sldChg chg="addSp delSp modSp new mod">
        <pc:chgData name="Xiaolei Bi" userId="4defdd0b-eb6b-464a-acc0-49fc44ef47a7" providerId="ADAL" clId="{62E0B4FF-7C45-8F43-956B-5D0EA25B4D2A}" dt="2021-09-15T06:55:43.233" v="86"/>
        <pc:sldMkLst>
          <pc:docMk/>
          <pc:sldMk cId="3958147687" sldId="368"/>
        </pc:sldMkLst>
        <pc:spChg chg="del mod">
          <ac:chgData name="Xiaolei Bi" userId="4defdd0b-eb6b-464a-acc0-49fc44ef47a7" providerId="ADAL" clId="{62E0B4FF-7C45-8F43-956B-5D0EA25B4D2A}" dt="2021-09-15T06:55:43.233" v="86"/>
          <ac:spMkLst>
            <pc:docMk/>
            <pc:sldMk cId="3958147687" sldId="368"/>
            <ac:spMk id="3" creationId="{73BF84F1-8FE1-B04A-8D91-F1D49CF68A41}"/>
          </ac:spMkLst>
        </pc:spChg>
        <pc:picChg chg="add mod ord">
          <ac:chgData name="Xiaolei Bi" userId="4defdd0b-eb6b-464a-acc0-49fc44ef47a7" providerId="ADAL" clId="{62E0B4FF-7C45-8F43-956B-5D0EA25B4D2A}" dt="2021-09-15T06:55:43.233" v="86"/>
          <ac:picMkLst>
            <pc:docMk/>
            <pc:sldMk cId="3958147687" sldId="368"/>
            <ac:picMk id="6" creationId="{C4700D69-494F-BF49-9132-FBD5DBA97307}"/>
          </ac:picMkLst>
        </pc:picChg>
      </pc:sldChg>
    </pc:docChg>
  </pc:docChgLst>
  <pc:docChgLst>
    <pc:chgData name="Xiaolei Bi" userId="4defdd0b-eb6b-464a-acc0-49fc44ef47a7" providerId="ADAL" clId="{5B8D123D-022C-4D39-BE5F-DE25918CEDB5}"/>
    <pc:docChg chg="modSld modMainMaster">
      <pc:chgData name="Xiaolei Bi" userId="4defdd0b-eb6b-464a-acc0-49fc44ef47a7" providerId="ADAL" clId="{5B8D123D-022C-4D39-BE5F-DE25918CEDB5}" dt="2021-06-28T13:03:23.898" v="0"/>
      <pc:docMkLst>
        <pc:docMk/>
      </pc:docMkLst>
      <pc:sldChg chg="modSp">
        <pc:chgData name="Xiaolei Bi" userId="4defdd0b-eb6b-464a-acc0-49fc44ef47a7" providerId="ADAL" clId="{5B8D123D-022C-4D39-BE5F-DE25918CEDB5}" dt="2021-06-28T13:03:23.898" v="0"/>
        <pc:sldMkLst>
          <pc:docMk/>
          <pc:sldMk cId="0" sldId="256"/>
        </pc:sldMkLst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256"/>
            <ac:spMk id="27650" creationId="{00000000-0000-0000-0000-000000000000}"/>
          </ac:spMkLst>
        </pc:spChg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256"/>
            <ac:spMk id="27651" creationId="{00000000-0000-0000-0000-000000000000}"/>
          </ac:spMkLst>
        </pc:spChg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256"/>
            <ac:spMk id="27652" creationId="{00000000-0000-0000-0000-000000000000}"/>
          </ac:spMkLst>
        </pc:spChg>
        <pc:picChg chg="mod">
          <ac:chgData name="Xiaolei Bi" userId="4defdd0b-eb6b-464a-acc0-49fc44ef47a7" providerId="ADAL" clId="{5B8D123D-022C-4D39-BE5F-DE25918CEDB5}" dt="2021-06-28T13:03:23.898" v="0"/>
          <ac:picMkLst>
            <pc:docMk/>
            <pc:sldMk cId="0" sldId="256"/>
            <ac:picMk id="27653" creationId="{00000000-0000-0000-0000-000000000000}"/>
          </ac:picMkLst>
        </pc:picChg>
      </pc:sldChg>
      <pc:sldChg chg="modSp">
        <pc:chgData name="Xiaolei Bi" userId="4defdd0b-eb6b-464a-acc0-49fc44ef47a7" providerId="ADAL" clId="{5B8D123D-022C-4D39-BE5F-DE25918CEDB5}" dt="2021-06-28T13:03:23.898" v="0"/>
        <pc:sldMkLst>
          <pc:docMk/>
          <pc:sldMk cId="0" sldId="265"/>
        </pc:sldMkLst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265"/>
            <ac:spMk id="45058" creationId="{00000000-0000-0000-0000-000000000000}"/>
          </ac:spMkLst>
        </pc:spChg>
      </pc:sldChg>
      <pc:sldChg chg="modSp">
        <pc:chgData name="Xiaolei Bi" userId="4defdd0b-eb6b-464a-acc0-49fc44ef47a7" providerId="ADAL" clId="{5B8D123D-022C-4D39-BE5F-DE25918CEDB5}" dt="2021-06-28T13:03:23.898" v="0"/>
        <pc:sldMkLst>
          <pc:docMk/>
          <pc:sldMk cId="0" sldId="266"/>
        </pc:sldMkLst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266"/>
            <ac:spMk id="10" creationId="{00000000-0000-0000-0000-000000000000}"/>
          </ac:spMkLst>
        </pc:spChg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266"/>
            <ac:spMk id="46082" creationId="{00000000-0000-0000-0000-000000000000}"/>
          </ac:spMkLst>
        </pc:spChg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266"/>
            <ac:spMk id="46086" creationId="{00000000-0000-0000-0000-000000000000}"/>
          </ac:spMkLst>
        </pc:spChg>
        <pc:grpChg chg="mod">
          <ac:chgData name="Xiaolei Bi" userId="4defdd0b-eb6b-464a-acc0-49fc44ef47a7" providerId="ADAL" clId="{5B8D123D-022C-4D39-BE5F-DE25918CEDB5}" dt="2021-06-28T13:03:23.898" v="0"/>
          <ac:grpSpMkLst>
            <pc:docMk/>
            <pc:sldMk cId="0" sldId="266"/>
            <ac:grpSpMk id="46083" creationId="{00000000-0000-0000-0000-000000000000}"/>
          </ac:grpSpMkLst>
        </pc:grpChg>
      </pc:sldChg>
      <pc:sldChg chg="modSp">
        <pc:chgData name="Xiaolei Bi" userId="4defdd0b-eb6b-464a-acc0-49fc44ef47a7" providerId="ADAL" clId="{5B8D123D-022C-4D39-BE5F-DE25918CEDB5}" dt="2021-06-28T13:03:23.898" v="0"/>
        <pc:sldMkLst>
          <pc:docMk/>
          <pc:sldMk cId="0" sldId="268"/>
        </pc:sldMkLst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268"/>
            <ac:spMk id="23556" creationId="{00000000-0000-0000-0000-000000000000}"/>
          </ac:spMkLst>
        </pc:spChg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268"/>
            <ac:spMk id="23558" creationId="{00000000-0000-0000-0000-000000000000}"/>
          </ac:spMkLst>
        </pc:spChg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268"/>
            <ac:spMk id="52226" creationId="{00000000-0000-0000-0000-000000000000}"/>
          </ac:spMkLst>
        </pc:spChg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268"/>
            <ac:spMk id="52232" creationId="{00000000-0000-0000-0000-000000000000}"/>
          </ac:spMkLst>
        </pc:spChg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268"/>
            <ac:spMk id="52234" creationId="{00000000-0000-0000-0000-000000000000}"/>
          </ac:spMkLst>
        </pc:spChg>
        <pc:grpChg chg="mod">
          <ac:chgData name="Xiaolei Bi" userId="4defdd0b-eb6b-464a-acc0-49fc44ef47a7" providerId="ADAL" clId="{5B8D123D-022C-4D39-BE5F-DE25918CEDB5}" dt="2021-06-28T13:03:23.898" v="0"/>
          <ac:grpSpMkLst>
            <pc:docMk/>
            <pc:sldMk cId="0" sldId="268"/>
            <ac:grpSpMk id="2" creationId="{00000000-0000-0000-0000-000000000000}"/>
          </ac:grpSpMkLst>
        </pc:grpChg>
        <pc:grpChg chg="mod">
          <ac:chgData name="Xiaolei Bi" userId="4defdd0b-eb6b-464a-acc0-49fc44ef47a7" providerId="ADAL" clId="{5B8D123D-022C-4D39-BE5F-DE25918CEDB5}" dt="2021-06-28T13:03:23.898" v="0"/>
          <ac:grpSpMkLst>
            <pc:docMk/>
            <pc:sldMk cId="0" sldId="268"/>
            <ac:grpSpMk id="3" creationId="{00000000-0000-0000-0000-000000000000}"/>
          </ac:grpSpMkLst>
        </pc:grpChg>
      </pc:sldChg>
      <pc:sldChg chg="modSp">
        <pc:chgData name="Xiaolei Bi" userId="4defdd0b-eb6b-464a-acc0-49fc44ef47a7" providerId="ADAL" clId="{5B8D123D-022C-4D39-BE5F-DE25918CEDB5}" dt="2021-06-28T13:03:23.898" v="0"/>
        <pc:sldMkLst>
          <pc:docMk/>
          <pc:sldMk cId="0" sldId="269"/>
        </pc:sldMkLst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269"/>
            <ac:spMk id="53250" creationId="{00000000-0000-0000-0000-000000000000}"/>
          </ac:spMkLst>
        </pc:spChg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269"/>
            <ac:spMk id="53251" creationId="{00000000-0000-0000-0000-000000000000}"/>
          </ac:spMkLst>
        </pc:spChg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269"/>
            <ac:spMk id="53253" creationId="{00000000-0000-0000-0000-000000000000}"/>
          </ac:spMkLst>
        </pc:spChg>
      </pc:sldChg>
      <pc:sldChg chg="modSp">
        <pc:chgData name="Xiaolei Bi" userId="4defdd0b-eb6b-464a-acc0-49fc44ef47a7" providerId="ADAL" clId="{5B8D123D-022C-4D39-BE5F-DE25918CEDB5}" dt="2021-06-28T13:03:23.898" v="0"/>
        <pc:sldMkLst>
          <pc:docMk/>
          <pc:sldMk cId="0" sldId="270"/>
        </pc:sldMkLst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270"/>
            <ac:spMk id="25604" creationId="{00000000-0000-0000-0000-000000000000}"/>
          </ac:spMkLst>
        </pc:spChg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270"/>
            <ac:spMk id="56322" creationId="{00000000-0000-0000-0000-000000000000}"/>
          </ac:spMkLst>
        </pc:spChg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270"/>
            <ac:spMk id="56326" creationId="{00000000-0000-0000-0000-000000000000}"/>
          </ac:spMkLst>
        </pc:spChg>
        <pc:grpChg chg="mod">
          <ac:chgData name="Xiaolei Bi" userId="4defdd0b-eb6b-464a-acc0-49fc44ef47a7" providerId="ADAL" clId="{5B8D123D-022C-4D39-BE5F-DE25918CEDB5}" dt="2021-06-28T13:03:23.898" v="0"/>
          <ac:grpSpMkLst>
            <pc:docMk/>
            <pc:sldMk cId="0" sldId="270"/>
            <ac:grpSpMk id="2" creationId="{00000000-0000-0000-0000-000000000000}"/>
          </ac:grpSpMkLst>
        </pc:grpChg>
      </pc:sldChg>
      <pc:sldChg chg="modSp">
        <pc:chgData name="Xiaolei Bi" userId="4defdd0b-eb6b-464a-acc0-49fc44ef47a7" providerId="ADAL" clId="{5B8D123D-022C-4D39-BE5F-DE25918CEDB5}" dt="2021-06-28T13:03:23.898" v="0"/>
        <pc:sldMkLst>
          <pc:docMk/>
          <pc:sldMk cId="0" sldId="271"/>
        </pc:sldMkLst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271"/>
            <ac:spMk id="59394" creationId="{00000000-0000-0000-0000-000000000000}"/>
          </ac:spMkLst>
        </pc:spChg>
      </pc:sldChg>
      <pc:sldChg chg="modSp">
        <pc:chgData name="Xiaolei Bi" userId="4defdd0b-eb6b-464a-acc0-49fc44ef47a7" providerId="ADAL" clId="{5B8D123D-022C-4D39-BE5F-DE25918CEDB5}" dt="2021-06-28T13:03:23.898" v="0"/>
        <pc:sldMkLst>
          <pc:docMk/>
          <pc:sldMk cId="0" sldId="272"/>
        </pc:sldMkLst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272"/>
            <ac:spMk id="60418" creationId="{00000000-0000-0000-0000-000000000000}"/>
          </ac:spMkLst>
        </pc:spChg>
      </pc:sldChg>
      <pc:sldChg chg="modSp">
        <pc:chgData name="Xiaolei Bi" userId="4defdd0b-eb6b-464a-acc0-49fc44ef47a7" providerId="ADAL" clId="{5B8D123D-022C-4D39-BE5F-DE25918CEDB5}" dt="2021-06-28T13:03:23.898" v="0"/>
        <pc:sldMkLst>
          <pc:docMk/>
          <pc:sldMk cId="0" sldId="274"/>
        </pc:sldMkLst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274"/>
            <ac:spMk id="62466" creationId="{00000000-0000-0000-0000-000000000000}"/>
          </ac:spMkLst>
        </pc:spChg>
      </pc:sldChg>
      <pc:sldChg chg="modSp">
        <pc:chgData name="Xiaolei Bi" userId="4defdd0b-eb6b-464a-acc0-49fc44ef47a7" providerId="ADAL" clId="{5B8D123D-022C-4D39-BE5F-DE25918CEDB5}" dt="2021-06-28T13:03:23.898" v="0"/>
        <pc:sldMkLst>
          <pc:docMk/>
          <pc:sldMk cId="0" sldId="275"/>
        </pc:sldMkLst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275"/>
            <ac:spMk id="63490" creationId="{00000000-0000-0000-0000-000000000000}"/>
          </ac:spMkLst>
        </pc:spChg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275"/>
            <ac:spMk id="63493" creationId="{00000000-0000-0000-0000-000000000000}"/>
          </ac:spMkLst>
        </pc:spChg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275"/>
            <ac:spMk id="63494" creationId="{00000000-0000-0000-0000-000000000000}"/>
          </ac:spMkLst>
        </pc:spChg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275"/>
            <ac:spMk id="63495" creationId="{00000000-0000-0000-0000-000000000000}"/>
          </ac:spMkLst>
        </pc:spChg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275"/>
            <ac:spMk id="63496" creationId="{00000000-0000-0000-0000-000000000000}"/>
          </ac:spMkLst>
        </pc:spChg>
        <pc:grpChg chg="mod">
          <ac:chgData name="Xiaolei Bi" userId="4defdd0b-eb6b-464a-acc0-49fc44ef47a7" providerId="ADAL" clId="{5B8D123D-022C-4D39-BE5F-DE25918CEDB5}" dt="2021-06-28T13:03:23.898" v="0"/>
          <ac:grpSpMkLst>
            <pc:docMk/>
            <pc:sldMk cId="0" sldId="275"/>
            <ac:grpSpMk id="2" creationId="{00000000-0000-0000-0000-000000000000}"/>
          </ac:grpSpMkLst>
        </pc:grpChg>
      </pc:sldChg>
      <pc:sldChg chg="modSp">
        <pc:chgData name="Xiaolei Bi" userId="4defdd0b-eb6b-464a-acc0-49fc44ef47a7" providerId="ADAL" clId="{5B8D123D-022C-4D39-BE5F-DE25918CEDB5}" dt="2021-06-28T13:03:23.898" v="0"/>
        <pc:sldMkLst>
          <pc:docMk/>
          <pc:sldMk cId="0" sldId="276"/>
        </pc:sldMkLst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276"/>
            <ac:spMk id="64514" creationId="{00000000-0000-0000-0000-000000000000}"/>
          </ac:spMkLst>
        </pc:spChg>
      </pc:sldChg>
      <pc:sldChg chg="modSp">
        <pc:chgData name="Xiaolei Bi" userId="4defdd0b-eb6b-464a-acc0-49fc44ef47a7" providerId="ADAL" clId="{5B8D123D-022C-4D39-BE5F-DE25918CEDB5}" dt="2021-06-28T13:03:23.898" v="0"/>
        <pc:sldMkLst>
          <pc:docMk/>
          <pc:sldMk cId="0" sldId="277"/>
        </pc:sldMkLst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277"/>
            <ac:spMk id="65538" creationId="{00000000-0000-0000-0000-000000000000}"/>
          </ac:spMkLst>
        </pc:spChg>
      </pc:sldChg>
      <pc:sldChg chg="modSp">
        <pc:chgData name="Xiaolei Bi" userId="4defdd0b-eb6b-464a-acc0-49fc44ef47a7" providerId="ADAL" clId="{5B8D123D-022C-4D39-BE5F-DE25918CEDB5}" dt="2021-06-28T13:03:23.898" v="0"/>
        <pc:sldMkLst>
          <pc:docMk/>
          <pc:sldMk cId="0" sldId="278"/>
        </pc:sldMkLst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278"/>
            <ac:spMk id="66562" creationId="{00000000-0000-0000-0000-000000000000}"/>
          </ac:spMkLst>
        </pc:spChg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278"/>
            <ac:spMk id="66565" creationId="{00000000-0000-0000-0000-000000000000}"/>
          </ac:spMkLst>
        </pc:spChg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278"/>
            <ac:spMk id="66566" creationId="{00000000-0000-0000-0000-000000000000}"/>
          </ac:spMkLst>
        </pc:spChg>
        <pc:grpChg chg="mod">
          <ac:chgData name="Xiaolei Bi" userId="4defdd0b-eb6b-464a-acc0-49fc44ef47a7" providerId="ADAL" clId="{5B8D123D-022C-4D39-BE5F-DE25918CEDB5}" dt="2021-06-28T13:03:23.898" v="0"/>
          <ac:grpSpMkLst>
            <pc:docMk/>
            <pc:sldMk cId="0" sldId="278"/>
            <ac:grpSpMk id="66563" creationId="{00000000-0000-0000-0000-000000000000}"/>
          </ac:grpSpMkLst>
        </pc:grpChg>
      </pc:sldChg>
      <pc:sldChg chg="modSp">
        <pc:chgData name="Xiaolei Bi" userId="4defdd0b-eb6b-464a-acc0-49fc44ef47a7" providerId="ADAL" clId="{5B8D123D-022C-4D39-BE5F-DE25918CEDB5}" dt="2021-06-28T13:03:23.898" v="0"/>
        <pc:sldMkLst>
          <pc:docMk/>
          <pc:sldMk cId="0" sldId="279"/>
        </pc:sldMkLst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279"/>
            <ac:spMk id="67586" creationId="{00000000-0000-0000-0000-000000000000}"/>
          </ac:spMkLst>
        </pc:spChg>
      </pc:sldChg>
      <pc:sldChg chg="modSp">
        <pc:chgData name="Xiaolei Bi" userId="4defdd0b-eb6b-464a-acc0-49fc44ef47a7" providerId="ADAL" clId="{5B8D123D-022C-4D39-BE5F-DE25918CEDB5}" dt="2021-06-28T13:03:23.898" v="0"/>
        <pc:sldMkLst>
          <pc:docMk/>
          <pc:sldMk cId="0" sldId="281"/>
        </pc:sldMkLst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281"/>
            <ac:spMk id="69634" creationId="{00000000-0000-0000-0000-000000000000}"/>
          </ac:spMkLst>
        </pc:spChg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281"/>
            <ac:spMk id="69637" creationId="{00000000-0000-0000-0000-000000000000}"/>
          </ac:spMkLst>
        </pc:spChg>
        <pc:grpChg chg="mod">
          <ac:chgData name="Xiaolei Bi" userId="4defdd0b-eb6b-464a-acc0-49fc44ef47a7" providerId="ADAL" clId="{5B8D123D-022C-4D39-BE5F-DE25918CEDB5}" dt="2021-06-28T13:03:23.898" v="0"/>
          <ac:grpSpMkLst>
            <pc:docMk/>
            <pc:sldMk cId="0" sldId="281"/>
            <ac:grpSpMk id="69635" creationId="{00000000-0000-0000-0000-000000000000}"/>
          </ac:grpSpMkLst>
        </pc:grpChg>
      </pc:sldChg>
      <pc:sldChg chg="modSp">
        <pc:chgData name="Xiaolei Bi" userId="4defdd0b-eb6b-464a-acc0-49fc44ef47a7" providerId="ADAL" clId="{5B8D123D-022C-4D39-BE5F-DE25918CEDB5}" dt="2021-06-28T13:03:23.898" v="0"/>
        <pc:sldMkLst>
          <pc:docMk/>
          <pc:sldMk cId="0" sldId="282"/>
        </pc:sldMkLst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282"/>
            <ac:spMk id="14" creationId="{00000000-0000-0000-0000-000000000000}"/>
          </ac:spMkLst>
        </pc:spChg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282"/>
            <ac:spMk id="70658" creationId="{00000000-0000-0000-0000-000000000000}"/>
          </ac:spMkLst>
        </pc:spChg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282"/>
            <ac:spMk id="70659" creationId="{00000000-0000-0000-0000-000000000000}"/>
          </ac:spMkLst>
        </pc:spChg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282"/>
            <ac:spMk id="70662" creationId="{00000000-0000-0000-0000-000000000000}"/>
          </ac:spMkLst>
        </pc:spChg>
      </pc:sldChg>
      <pc:sldChg chg="modSp">
        <pc:chgData name="Xiaolei Bi" userId="4defdd0b-eb6b-464a-acc0-49fc44ef47a7" providerId="ADAL" clId="{5B8D123D-022C-4D39-BE5F-DE25918CEDB5}" dt="2021-06-28T13:03:23.898" v="0"/>
        <pc:sldMkLst>
          <pc:docMk/>
          <pc:sldMk cId="0" sldId="283"/>
        </pc:sldMkLst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283"/>
            <ac:spMk id="73730" creationId="{00000000-0000-0000-0000-000000000000}"/>
          </ac:spMkLst>
        </pc:spChg>
      </pc:sldChg>
      <pc:sldChg chg="modSp">
        <pc:chgData name="Xiaolei Bi" userId="4defdd0b-eb6b-464a-acc0-49fc44ef47a7" providerId="ADAL" clId="{5B8D123D-022C-4D39-BE5F-DE25918CEDB5}" dt="2021-06-28T13:03:23.898" v="0"/>
        <pc:sldMkLst>
          <pc:docMk/>
          <pc:sldMk cId="0" sldId="284"/>
        </pc:sldMkLst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284"/>
            <ac:spMk id="35844" creationId="{00000000-0000-0000-0000-000000000000}"/>
          </ac:spMkLst>
        </pc:spChg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284"/>
            <ac:spMk id="35849" creationId="{00000000-0000-0000-0000-000000000000}"/>
          </ac:spMkLst>
        </pc:spChg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284"/>
            <ac:spMk id="35854" creationId="{00000000-0000-0000-0000-000000000000}"/>
          </ac:spMkLst>
        </pc:spChg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284"/>
            <ac:spMk id="35859" creationId="{00000000-0000-0000-0000-000000000000}"/>
          </ac:spMkLst>
        </pc:spChg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284"/>
            <ac:spMk id="74759" creationId="{00000000-0000-0000-0000-000000000000}"/>
          </ac:spMkLst>
        </pc:spChg>
      </pc:sldChg>
      <pc:sldChg chg="modSp">
        <pc:chgData name="Xiaolei Bi" userId="4defdd0b-eb6b-464a-acc0-49fc44ef47a7" providerId="ADAL" clId="{5B8D123D-022C-4D39-BE5F-DE25918CEDB5}" dt="2021-06-28T13:03:23.898" v="0"/>
        <pc:sldMkLst>
          <pc:docMk/>
          <pc:sldMk cId="0" sldId="285"/>
        </pc:sldMkLst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285"/>
            <ac:spMk id="67588" creationId="{00000000-0000-0000-0000-000000000000}"/>
          </ac:spMkLst>
        </pc:spChg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285"/>
            <ac:spMk id="76802" creationId="{00000000-0000-0000-0000-000000000000}"/>
          </ac:spMkLst>
        </pc:spChg>
        <pc:grpChg chg="mod">
          <ac:chgData name="Xiaolei Bi" userId="4defdd0b-eb6b-464a-acc0-49fc44ef47a7" providerId="ADAL" clId="{5B8D123D-022C-4D39-BE5F-DE25918CEDB5}" dt="2021-06-28T13:03:23.898" v="0"/>
          <ac:grpSpMkLst>
            <pc:docMk/>
            <pc:sldMk cId="0" sldId="285"/>
            <ac:grpSpMk id="2" creationId="{00000000-0000-0000-0000-000000000000}"/>
          </ac:grpSpMkLst>
        </pc:grpChg>
      </pc:sldChg>
      <pc:sldChg chg="modSp">
        <pc:chgData name="Xiaolei Bi" userId="4defdd0b-eb6b-464a-acc0-49fc44ef47a7" providerId="ADAL" clId="{5B8D123D-022C-4D39-BE5F-DE25918CEDB5}" dt="2021-06-28T13:03:23.898" v="0"/>
        <pc:sldMkLst>
          <pc:docMk/>
          <pc:sldMk cId="0" sldId="286"/>
        </pc:sldMkLst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286"/>
            <ac:spMk id="36868" creationId="{00000000-0000-0000-0000-000000000000}"/>
          </ac:spMkLst>
        </pc:spChg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286"/>
            <ac:spMk id="36869" creationId="{00000000-0000-0000-0000-000000000000}"/>
          </ac:spMkLst>
        </pc:spChg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286"/>
            <ac:spMk id="36870" creationId="{00000000-0000-0000-0000-000000000000}"/>
          </ac:spMkLst>
        </pc:spChg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286"/>
            <ac:spMk id="36871" creationId="{00000000-0000-0000-0000-000000000000}"/>
          </ac:spMkLst>
        </pc:spChg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286"/>
            <ac:spMk id="36872" creationId="{00000000-0000-0000-0000-000000000000}"/>
          </ac:spMkLst>
        </pc:spChg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286"/>
            <ac:spMk id="36873" creationId="{00000000-0000-0000-0000-000000000000}"/>
          </ac:spMkLst>
        </pc:spChg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286"/>
            <ac:spMk id="36874" creationId="{00000000-0000-0000-0000-000000000000}"/>
          </ac:spMkLst>
        </pc:spChg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286"/>
            <ac:spMk id="36875" creationId="{00000000-0000-0000-0000-000000000000}"/>
          </ac:spMkLst>
        </pc:spChg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286"/>
            <ac:spMk id="77826" creationId="{00000000-0000-0000-0000-000000000000}"/>
          </ac:spMkLst>
        </pc:spChg>
        <pc:cxnChg chg="mod">
          <ac:chgData name="Xiaolei Bi" userId="4defdd0b-eb6b-464a-acc0-49fc44ef47a7" providerId="ADAL" clId="{5B8D123D-022C-4D39-BE5F-DE25918CEDB5}" dt="2021-06-28T13:03:23.898" v="0"/>
          <ac:cxnSpMkLst>
            <pc:docMk/>
            <pc:sldMk cId="0" sldId="286"/>
            <ac:cxnSpMk id="36876" creationId="{00000000-0000-0000-0000-000000000000}"/>
          </ac:cxnSpMkLst>
        </pc:cxnChg>
      </pc:sldChg>
      <pc:sldChg chg="modSp">
        <pc:chgData name="Xiaolei Bi" userId="4defdd0b-eb6b-464a-acc0-49fc44ef47a7" providerId="ADAL" clId="{5B8D123D-022C-4D39-BE5F-DE25918CEDB5}" dt="2021-06-28T13:03:23.898" v="0"/>
        <pc:sldMkLst>
          <pc:docMk/>
          <pc:sldMk cId="0" sldId="287"/>
        </pc:sldMkLst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287"/>
            <ac:spMk id="37892" creationId="{00000000-0000-0000-0000-000000000000}"/>
          </ac:spMkLst>
        </pc:spChg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287"/>
            <ac:spMk id="37893" creationId="{00000000-0000-0000-0000-000000000000}"/>
          </ac:spMkLst>
        </pc:spChg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287"/>
            <ac:spMk id="37894" creationId="{00000000-0000-0000-0000-000000000000}"/>
          </ac:spMkLst>
        </pc:spChg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287"/>
            <ac:spMk id="37895" creationId="{00000000-0000-0000-0000-000000000000}"/>
          </ac:spMkLst>
        </pc:spChg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287"/>
            <ac:spMk id="78850" creationId="{00000000-0000-0000-0000-000000000000}"/>
          </ac:spMkLst>
        </pc:spChg>
        <pc:cxnChg chg="mod">
          <ac:chgData name="Xiaolei Bi" userId="4defdd0b-eb6b-464a-acc0-49fc44ef47a7" providerId="ADAL" clId="{5B8D123D-022C-4D39-BE5F-DE25918CEDB5}" dt="2021-06-28T13:03:23.898" v="0"/>
          <ac:cxnSpMkLst>
            <pc:docMk/>
            <pc:sldMk cId="0" sldId="287"/>
            <ac:cxnSpMk id="37896" creationId="{00000000-0000-0000-0000-000000000000}"/>
          </ac:cxnSpMkLst>
        </pc:cxnChg>
      </pc:sldChg>
      <pc:sldChg chg="modSp">
        <pc:chgData name="Xiaolei Bi" userId="4defdd0b-eb6b-464a-acc0-49fc44ef47a7" providerId="ADAL" clId="{5B8D123D-022C-4D39-BE5F-DE25918CEDB5}" dt="2021-06-28T13:03:23.898" v="0"/>
        <pc:sldMkLst>
          <pc:docMk/>
          <pc:sldMk cId="0" sldId="288"/>
        </pc:sldMkLst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288"/>
            <ac:spMk id="79874" creationId="{00000000-0000-0000-0000-000000000000}"/>
          </ac:spMkLst>
        </pc:spChg>
      </pc:sldChg>
      <pc:sldChg chg="modSp">
        <pc:chgData name="Xiaolei Bi" userId="4defdd0b-eb6b-464a-acc0-49fc44ef47a7" providerId="ADAL" clId="{5B8D123D-022C-4D39-BE5F-DE25918CEDB5}" dt="2021-06-28T13:03:23.898" v="0"/>
        <pc:sldMkLst>
          <pc:docMk/>
          <pc:sldMk cId="0" sldId="289"/>
        </pc:sldMkLst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289"/>
            <ac:spMk id="80898" creationId="{00000000-0000-0000-0000-000000000000}"/>
          </ac:spMkLst>
        </pc:spChg>
      </pc:sldChg>
      <pc:sldChg chg="modSp">
        <pc:chgData name="Xiaolei Bi" userId="4defdd0b-eb6b-464a-acc0-49fc44ef47a7" providerId="ADAL" clId="{5B8D123D-022C-4D39-BE5F-DE25918CEDB5}" dt="2021-06-28T13:03:23.898" v="0"/>
        <pc:sldMkLst>
          <pc:docMk/>
          <pc:sldMk cId="0" sldId="290"/>
        </pc:sldMkLst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290"/>
            <ac:spMk id="81922" creationId="{00000000-0000-0000-0000-000000000000}"/>
          </ac:spMkLst>
        </pc:spChg>
      </pc:sldChg>
      <pc:sldChg chg="modSp">
        <pc:chgData name="Xiaolei Bi" userId="4defdd0b-eb6b-464a-acc0-49fc44ef47a7" providerId="ADAL" clId="{5B8D123D-022C-4D39-BE5F-DE25918CEDB5}" dt="2021-06-28T13:03:23.898" v="0"/>
        <pc:sldMkLst>
          <pc:docMk/>
          <pc:sldMk cId="0" sldId="291"/>
        </pc:sldMkLst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291"/>
            <ac:spMk id="82946" creationId="{00000000-0000-0000-0000-000000000000}"/>
          </ac:spMkLst>
        </pc:spChg>
        <pc:grpChg chg="mod">
          <ac:chgData name="Xiaolei Bi" userId="4defdd0b-eb6b-464a-acc0-49fc44ef47a7" providerId="ADAL" clId="{5B8D123D-022C-4D39-BE5F-DE25918CEDB5}" dt="2021-06-28T13:03:23.898" v="0"/>
          <ac:grpSpMkLst>
            <pc:docMk/>
            <pc:sldMk cId="0" sldId="291"/>
            <ac:grpSpMk id="2" creationId="{00000000-0000-0000-0000-000000000000}"/>
          </ac:grpSpMkLst>
        </pc:grpChg>
      </pc:sldChg>
      <pc:sldChg chg="modSp">
        <pc:chgData name="Xiaolei Bi" userId="4defdd0b-eb6b-464a-acc0-49fc44ef47a7" providerId="ADAL" clId="{5B8D123D-022C-4D39-BE5F-DE25918CEDB5}" dt="2021-06-28T13:03:23.898" v="0"/>
        <pc:sldMkLst>
          <pc:docMk/>
          <pc:sldMk cId="0" sldId="292"/>
        </pc:sldMkLst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292"/>
            <ac:spMk id="83970" creationId="{00000000-0000-0000-0000-000000000000}"/>
          </ac:spMkLst>
        </pc:spChg>
      </pc:sldChg>
      <pc:sldChg chg="modSp">
        <pc:chgData name="Xiaolei Bi" userId="4defdd0b-eb6b-464a-acc0-49fc44ef47a7" providerId="ADAL" clId="{5B8D123D-022C-4D39-BE5F-DE25918CEDB5}" dt="2021-06-28T13:03:23.898" v="0"/>
        <pc:sldMkLst>
          <pc:docMk/>
          <pc:sldMk cId="0" sldId="293"/>
        </pc:sldMkLst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293"/>
            <ac:spMk id="84994" creationId="{00000000-0000-0000-0000-000000000000}"/>
          </ac:spMkLst>
        </pc:spChg>
      </pc:sldChg>
      <pc:sldChg chg="modSp">
        <pc:chgData name="Xiaolei Bi" userId="4defdd0b-eb6b-464a-acc0-49fc44ef47a7" providerId="ADAL" clId="{5B8D123D-022C-4D39-BE5F-DE25918CEDB5}" dt="2021-06-28T13:03:23.898" v="0"/>
        <pc:sldMkLst>
          <pc:docMk/>
          <pc:sldMk cId="0" sldId="295"/>
        </pc:sldMkLst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295"/>
            <ac:spMk id="87042" creationId="{00000000-0000-0000-0000-000000000000}"/>
          </ac:spMkLst>
        </pc:spChg>
      </pc:sldChg>
      <pc:sldChg chg="modSp">
        <pc:chgData name="Xiaolei Bi" userId="4defdd0b-eb6b-464a-acc0-49fc44ef47a7" providerId="ADAL" clId="{5B8D123D-022C-4D39-BE5F-DE25918CEDB5}" dt="2021-06-28T13:03:23.898" v="0"/>
        <pc:sldMkLst>
          <pc:docMk/>
          <pc:sldMk cId="0" sldId="296"/>
        </pc:sldMkLst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296"/>
            <ac:spMk id="88066" creationId="{00000000-0000-0000-0000-000000000000}"/>
          </ac:spMkLst>
        </pc:spChg>
      </pc:sldChg>
      <pc:sldChg chg="modSp">
        <pc:chgData name="Xiaolei Bi" userId="4defdd0b-eb6b-464a-acc0-49fc44ef47a7" providerId="ADAL" clId="{5B8D123D-022C-4D39-BE5F-DE25918CEDB5}" dt="2021-06-28T13:03:23.898" v="0"/>
        <pc:sldMkLst>
          <pc:docMk/>
          <pc:sldMk cId="0" sldId="298"/>
        </pc:sldMkLst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298"/>
            <ac:spMk id="91138" creationId="{00000000-0000-0000-0000-000000000000}"/>
          </ac:spMkLst>
        </pc:spChg>
      </pc:sldChg>
      <pc:sldChg chg="modSp">
        <pc:chgData name="Xiaolei Bi" userId="4defdd0b-eb6b-464a-acc0-49fc44ef47a7" providerId="ADAL" clId="{5B8D123D-022C-4D39-BE5F-DE25918CEDB5}" dt="2021-06-28T13:03:23.898" v="0"/>
        <pc:sldMkLst>
          <pc:docMk/>
          <pc:sldMk cId="0" sldId="299"/>
        </pc:sldMkLst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299"/>
            <ac:spMk id="92162" creationId="{00000000-0000-0000-0000-000000000000}"/>
          </ac:spMkLst>
        </pc:spChg>
      </pc:sldChg>
      <pc:sldChg chg="modSp">
        <pc:chgData name="Xiaolei Bi" userId="4defdd0b-eb6b-464a-acc0-49fc44ef47a7" providerId="ADAL" clId="{5B8D123D-022C-4D39-BE5F-DE25918CEDB5}" dt="2021-06-28T13:03:23.898" v="0"/>
        <pc:sldMkLst>
          <pc:docMk/>
          <pc:sldMk cId="0" sldId="301"/>
        </pc:sldMkLst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301"/>
            <ac:spMk id="94210" creationId="{00000000-0000-0000-0000-000000000000}"/>
          </ac:spMkLst>
        </pc:spChg>
      </pc:sldChg>
      <pc:sldChg chg="modSp">
        <pc:chgData name="Xiaolei Bi" userId="4defdd0b-eb6b-464a-acc0-49fc44ef47a7" providerId="ADAL" clId="{5B8D123D-022C-4D39-BE5F-DE25918CEDB5}" dt="2021-06-28T13:03:23.898" v="0"/>
        <pc:sldMkLst>
          <pc:docMk/>
          <pc:sldMk cId="0" sldId="302"/>
        </pc:sldMkLst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302"/>
            <ac:spMk id="95234" creationId="{00000000-0000-0000-0000-000000000000}"/>
          </ac:spMkLst>
        </pc:spChg>
      </pc:sldChg>
      <pc:sldChg chg="modSp">
        <pc:chgData name="Xiaolei Bi" userId="4defdd0b-eb6b-464a-acc0-49fc44ef47a7" providerId="ADAL" clId="{5B8D123D-022C-4D39-BE5F-DE25918CEDB5}" dt="2021-06-28T13:03:23.898" v="0"/>
        <pc:sldMkLst>
          <pc:docMk/>
          <pc:sldMk cId="0" sldId="303"/>
        </pc:sldMkLst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303"/>
            <ac:spMk id="96258" creationId="{00000000-0000-0000-0000-000000000000}"/>
          </ac:spMkLst>
        </pc:spChg>
      </pc:sldChg>
      <pc:sldChg chg="modSp">
        <pc:chgData name="Xiaolei Bi" userId="4defdd0b-eb6b-464a-acc0-49fc44ef47a7" providerId="ADAL" clId="{5B8D123D-022C-4D39-BE5F-DE25918CEDB5}" dt="2021-06-28T13:03:23.898" v="0"/>
        <pc:sldMkLst>
          <pc:docMk/>
          <pc:sldMk cId="0" sldId="304"/>
        </pc:sldMkLst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304"/>
            <ac:spMk id="99330" creationId="{00000000-0000-0000-0000-000000000000}"/>
          </ac:spMkLst>
        </pc:spChg>
      </pc:sldChg>
      <pc:sldChg chg="modSp">
        <pc:chgData name="Xiaolei Bi" userId="4defdd0b-eb6b-464a-acc0-49fc44ef47a7" providerId="ADAL" clId="{5B8D123D-022C-4D39-BE5F-DE25918CEDB5}" dt="2021-06-28T13:03:23.898" v="0"/>
        <pc:sldMkLst>
          <pc:docMk/>
          <pc:sldMk cId="0" sldId="321"/>
        </pc:sldMkLst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321"/>
            <ac:spMk id="103426" creationId="{00000000-0000-0000-0000-000000000000}"/>
          </ac:spMkLst>
        </pc:spChg>
      </pc:sldChg>
      <pc:sldChg chg="modSp">
        <pc:chgData name="Xiaolei Bi" userId="4defdd0b-eb6b-464a-acc0-49fc44ef47a7" providerId="ADAL" clId="{5B8D123D-022C-4D39-BE5F-DE25918CEDB5}" dt="2021-06-28T13:03:23.898" v="0"/>
        <pc:sldMkLst>
          <pc:docMk/>
          <pc:sldMk cId="0" sldId="322"/>
        </pc:sldMkLst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322"/>
            <ac:spMk id="56323" creationId="{00000000-0000-0000-0000-000000000000}"/>
          </ac:spMkLst>
        </pc:spChg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322"/>
            <ac:spMk id="56324" creationId="{00000000-0000-0000-0000-000000000000}"/>
          </ac:spMkLst>
        </pc:spChg>
      </pc:sldChg>
      <pc:sldChg chg="modSp">
        <pc:chgData name="Xiaolei Bi" userId="4defdd0b-eb6b-464a-acc0-49fc44ef47a7" providerId="ADAL" clId="{5B8D123D-022C-4D39-BE5F-DE25918CEDB5}" dt="2021-06-28T13:03:23.898" v="0"/>
        <pc:sldMkLst>
          <pc:docMk/>
          <pc:sldMk cId="0" sldId="323"/>
        </pc:sldMkLst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323"/>
            <ac:spMk id="56323" creationId="{00000000-0000-0000-0000-000000000000}"/>
          </ac:spMkLst>
        </pc:spChg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323"/>
            <ac:spMk id="56324" creationId="{00000000-0000-0000-0000-000000000000}"/>
          </ac:spMkLst>
        </pc:spChg>
      </pc:sldChg>
      <pc:sldChg chg="modSp">
        <pc:chgData name="Xiaolei Bi" userId="4defdd0b-eb6b-464a-acc0-49fc44ef47a7" providerId="ADAL" clId="{5B8D123D-022C-4D39-BE5F-DE25918CEDB5}" dt="2021-06-28T13:03:23.898" v="0"/>
        <pc:sldMkLst>
          <pc:docMk/>
          <pc:sldMk cId="0" sldId="324"/>
        </pc:sldMkLst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324"/>
            <ac:spMk id="56323" creationId="{00000000-0000-0000-0000-000000000000}"/>
          </ac:spMkLst>
        </pc:spChg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324"/>
            <ac:spMk id="56324" creationId="{00000000-0000-0000-0000-000000000000}"/>
          </ac:spMkLst>
        </pc:spChg>
      </pc:sldChg>
      <pc:sldChg chg="modSp">
        <pc:chgData name="Xiaolei Bi" userId="4defdd0b-eb6b-464a-acc0-49fc44ef47a7" providerId="ADAL" clId="{5B8D123D-022C-4D39-BE5F-DE25918CEDB5}" dt="2021-06-28T13:03:23.898" v="0"/>
        <pc:sldMkLst>
          <pc:docMk/>
          <pc:sldMk cId="0" sldId="325"/>
        </pc:sldMkLst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325"/>
            <ac:spMk id="56323" creationId="{00000000-0000-0000-0000-000000000000}"/>
          </ac:spMkLst>
        </pc:spChg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325"/>
            <ac:spMk id="56324" creationId="{00000000-0000-0000-0000-000000000000}"/>
          </ac:spMkLst>
        </pc:spChg>
      </pc:sldChg>
      <pc:sldChg chg="modSp">
        <pc:chgData name="Xiaolei Bi" userId="4defdd0b-eb6b-464a-acc0-49fc44ef47a7" providerId="ADAL" clId="{5B8D123D-022C-4D39-BE5F-DE25918CEDB5}" dt="2021-06-28T13:03:23.898" v="0"/>
        <pc:sldMkLst>
          <pc:docMk/>
          <pc:sldMk cId="0" sldId="326"/>
        </pc:sldMkLst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326"/>
            <ac:spMk id="56323" creationId="{00000000-0000-0000-0000-000000000000}"/>
          </ac:spMkLst>
        </pc:spChg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326"/>
            <ac:spMk id="56324" creationId="{00000000-0000-0000-0000-000000000000}"/>
          </ac:spMkLst>
        </pc:spChg>
      </pc:sldChg>
      <pc:sldChg chg="modSp">
        <pc:chgData name="Xiaolei Bi" userId="4defdd0b-eb6b-464a-acc0-49fc44ef47a7" providerId="ADAL" clId="{5B8D123D-022C-4D39-BE5F-DE25918CEDB5}" dt="2021-06-28T13:03:23.898" v="0"/>
        <pc:sldMkLst>
          <pc:docMk/>
          <pc:sldMk cId="0" sldId="334"/>
        </pc:sldMkLst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334"/>
            <ac:spMk id="47106" creationId="{00000000-0000-0000-0000-000000000000}"/>
          </ac:spMkLst>
        </pc:spChg>
      </pc:sldChg>
      <pc:sldChg chg="modSp">
        <pc:chgData name="Xiaolei Bi" userId="4defdd0b-eb6b-464a-acc0-49fc44ef47a7" providerId="ADAL" clId="{5B8D123D-022C-4D39-BE5F-DE25918CEDB5}" dt="2021-06-28T13:03:23.898" v="0"/>
        <pc:sldMkLst>
          <pc:docMk/>
          <pc:sldMk cId="0" sldId="339"/>
        </pc:sldMkLst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339"/>
            <ac:spMk id="4" creationId="{00000000-0000-0000-0000-000000000000}"/>
          </ac:spMkLst>
        </pc:spChg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339"/>
            <ac:spMk id="48130" creationId="{00000000-0000-0000-0000-000000000000}"/>
          </ac:spMkLst>
        </pc:spChg>
      </pc:sldChg>
      <pc:sldChg chg="modSp">
        <pc:chgData name="Xiaolei Bi" userId="4defdd0b-eb6b-464a-acc0-49fc44ef47a7" providerId="ADAL" clId="{5B8D123D-022C-4D39-BE5F-DE25918CEDB5}" dt="2021-06-28T13:03:23.898" v="0"/>
        <pc:sldMkLst>
          <pc:docMk/>
          <pc:sldMk cId="0" sldId="343"/>
        </pc:sldMkLst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343"/>
            <ac:spMk id="5" creationId="{00000000-0000-0000-0000-000000000000}"/>
          </ac:spMkLst>
        </pc:spChg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343"/>
            <ac:spMk id="55298" creationId="{00000000-0000-0000-0000-000000000000}"/>
          </ac:spMkLst>
        </pc:spChg>
      </pc:sldChg>
      <pc:sldChg chg="modSp">
        <pc:chgData name="Xiaolei Bi" userId="4defdd0b-eb6b-464a-acc0-49fc44ef47a7" providerId="ADAL" clId="{5B8D123D-022C-4D39-BE5F-DE25918CEDB5}" dt="2021-06-28T13:03:23.898" v="0"/>
        <pc:sldMkLst>
          <pc:docMk/>
          <pc:sldMk cId="0" sldId="345"/>
        </pc:sldMkLst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345"/>
            <ac:spMk id="4" creationId="{00000000-0000-0000-0000-000000000000}"/>
          </ac:spMkLst>
        </pc:spChg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345"/>
            <ac:spMk id="58370" creationId="{00000000-0000-0000-0000-000000000000}"/>
          </ac:spMkLst>
        </pc:spChg>
      </pc:sldChg>
      <pc:sldChg chg="modSp">
        <pc:chgData name="Xiaolei Bi" userId="4defdd0b-eb6b-464a-acc0-49fc44ef47a7" providerId="ADAL" clId="{5B8D123D-022C-4D39-BE5F-DE25918CEDB5}" dt="2021-06-28T13:03:23.898" v="0"/>
        <pc:sldMkLst>
          <pc:docMk/>
          <pc:sldMk cId="0" sldId="346"/>
        </pc:sldMkLst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346"/>
            <ac:spMk id="75778" creationId="{00000000-0000-0000-0000-000000000000}"/>
          </ac:spMkLst>
        </pc:spChg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346"/>
            <ac:spMk id="75779" creationId="{00000000-0000-0000-0000-000000000000}"/>
          </ac:spMkLst>
        </pc:spChg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346"/>
            <ac:spMk id="75780" creationId="{00000000-0000-0000-0000-000000000000}"/>
          </ac:spMkLst>
        </pc:spChg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346"/>
            <ac:spMk id="75781" creationId="{00000000-0000-0000-0000-000000000000}"/>
          </ac:spMkLst>
        </pc:spChg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346"/>
            <ac:spMk id="75784" creationId="{00000000-0000-0000-0000-000000000000}"/>
          </ac:spMkLst>
        </pc:spChg>
        <pc:grpChg chg="mod">
          <ac:chgData name="Xiaolei Bi" userId="4defdd0b-eb6b-464a-acc0-49fc44ef47a7" providerId="ADAL" clId="{5B8D123D-022C-4D39-BE5F-DE25918CEDB5}" dt="2021-06-28T13:03:23.898" v="0"/>
          <ac:grpSpMkLst>
            <pc:docMk/>
            <pc:sldMk cId="0" sldId="346"/>
            <ac:grpSpMk id="2" creationId="{00000000-0000-0000-0000-000000000000}"/>
          </ac:grpSpMkLst>
        </pc:grpChg>
      </pc:sldChg>
      <pc:sldChg chg="modSp">
        <pc:chgData name="Xiaolei Bi" userId="4defdd0b-eb6b-464a-acc0-49fc44ef47a7" providerId="ADAL" clId="{5B8D123D-022C-4D39-BE5F-DE25918CEDB5}" dt="2021-06-28T13:03:23.898" v="0"/>
        <pc:sldMkLst>
          <pc:docMk/>
          <pc:sldMk cId="0" sldId="347"/>
        </pc:sldMkLst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347"/>
            <ac:spMk id="97282" creationId="{00000000-0000-0000-0000-000000000000}"/>
          </ac:spMkLst>
        </pc:spChg>
      </pc:sldChg>
      <pc:sldChg chg="modSp">
        <pc:chgData name="Xiaolei Bi" userId="4defdd0b-eb6b-464a-acc0-49fc44ef47a7" providerId="ADAL" clId="{5B8D123D-022C-4D39-BE5F-DE25918CEDB5}" dt="2021-06-28T13:03:23.898" v="0"/>
        <pc:sldMkLst>
          <pc:docMk/>
          <pc:sldMk cId="0" sldId="349"/>
        </pc:sldMkLst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349"/>
            <ac:spMk id="5" creationId="{00000000-0000-0000-0000-000000000000}"/>
          </ac:spMkLst>
        </pc:spChg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349"/>
            <ac:spMk id="98306" creationId="{00000000-0000-0000-0000-000000000000}"/>
          </ac:spMkLst>
        </pc:spChg>
      </pc:sldChg>
      <pc:sldChg chg="modSp">
        <pc:chgData name="Xiaolei Bi" userId="4defdd0b-eb6b-464a-acc0-49fc44ef47a7" providerId="ADAL" clId="{5B8D123D-022C-4D39-BE5F-DE25918CEDB5}" dt="2021-06-28T13:03:23.898" v="0"/>
        <pc:sldMkLst>
          <pc:docMk/>
          <pc:sldMk cId="0" sldId="350"/>
        </pc:sldMkLst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350"/>
            <ac:spMk id="100354" creationId="{00000000-0000-0000-0000-000000000000}"/>
          </ac:spMkLst>
        </pc:spChg>
      </pc:sldChg>
      <pc:sldChg chg="modSp">
        <pc:chgData name="Xiaolei Bi" userId="4defdd0b-eb6b-464a-acc0-49fc44ef47a7" providerId="ADAL" clId="{5B8D123D-022C-4D39-BE5F-DE25918CEDB5}" dt="2021-06-28T13:03:23.898" v="0"/>
        <pc:sldMkLst>
          <pc:docMk/>
          <pc:sldMk cId="0" sldId="359"/>
        </pc:sldMkLst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359"/>
            <ac:spMk id="41990" creationId="{00000000-0000-0000-0000-000000000000}"/>
          </ac:spMkLst>
        </pc:spChg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359"/>
            <ac:spMk id="43011" creationId="{00000000-0000-0000-0000-000000000000}"/>
          </ac:spMkLst>
        </pc:spChg>
      </pc:sldChg>
      <pc:sldChg chg="modSp">
        <pc:chgData name="Xiaolei Bi" userId="4defdd0b-eb6b-464a-acc0-49fc44ef47a7" providerId="ADAL" clId="{5B8D123D-022C-4D39-BE5F-DE25918CEDB5}" dt="2021-06-28T13:03:23.898" v="0"/>
        <pc:sldMkLst>
          <pc:docMk/>
          <pc:sldMk cId="0" sldId="360"/>
        </pc:sldMkLst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360"/>
            <ac:spMk id="7" creationId="{00000000-0000-0000-0000-000000000000}"/>
          </ac:spMkLst>
        </pc:spChg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360"/>
            <ac:spMk id="44035" creationId="{00000000-0000-0000-0000-000000000000}"/>
          </ac:spMkLst>
        </pc:spChg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360"/>
            <ac:spMk id="44036" creationId="{00000000-0000-0000-0000-000000000000}"/>
          </ac:spMkLst>
        </pc:spChg>
      </pc:sldChg>
      <pc:sldChg chg="modSp">
        <pc:chgData name="Xiaolei Bi" userId="4defdd0b-eb6b-464a-acc0-49fc44ef47a7" providerId="ADAL" clId="{5B8D123D-022C-4D39-BE5F-DE25918CEDB5}" dt="2021-06-28T13:03:23.898" v="0"/>
        <pc:sldMkLst>
          <pc:docMk/>
          <pc:sldMk cId="0" sldId="361"/>
        </pc:sldMkLst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361"/>
            <ac:spMk id="41990" creationId="{00000000-0000-0000-0000-000000000000}"/>
          </ac:spMkLst>
        </pc:spChg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361"/>
            <ac:spMk id="71683" creationId="{00000000-0000-0000-0000-000000000000}"/>
          </ac:spMkLst>
        </pc:spChg>
      </pc:sldChg>
      <pc:sldChg chg="modSp">
        <pc:chgData name="Xiaolei Bi" userId="4defdd0b-eb6b-464a-acc0-49fc44ef47a7" providerId="ADAL" clId="{5B8D123D-022C-4D39-BE5F-DE25918CEDB5}" dt="2021-06-28T13:03:23.898" v="0"/>
        <pc:sldMkLst>
          <pc:docMk/>
          <pc:sldMk cId="0" sldId="362"/>
        </pc:sldMkLst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362"/>
            <ac:spMk id="7" creationId="{00000000-0000-0000-0000-000000000000}"/>
          </ac:spMkLst>
        </pc:spChg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362"/>
            <ac:spMk id="72707" creationId="{00000000-0000-0000-0000-000000000000}"/>
          </ac:spMkLst>
        </pc:spChg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362"/>
            <ac:spMk id="72708" creationId="{00000000-0000-0000-0000-000000000000}"/>
          </ac:spMkLst>
        </pc:spChg>
      </pc:sldChg>
      <pc:sldChg chg="modSp">
        <pc:chgData name="Xiaolei Bi" userId="4defdd0b-eb6b-464a-acc0-49fc44ef47a7" providerId="ADAL" clId="{5B8D123D-022C-4D39-BE5F-DE25918CEDB5}" dt="2021-06-28T13:03:23.898" v="0"/>
        <pc:sldMkLst>
          <pc:docMk/>
          <pc:sldMk cId="0" sldId="363"/>
        </pc:sldMkLst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363"/>
            <ac:spMk id="89093" creationId="{00000000-0000-0000-0000-000000000000}"/>
          </ac:spMkLst>
        </pc:spChg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363"/>
            <ac:spMk id="89094" creationId="{00000000-0000-0000-0000-000000000000}"/>
          </ac:spMkLst>
        </pc:spChg>
        <pc:picChg chg="mod">
          <ac:chgData name="Xiaolei Bi" userId="4defdd0b-eb6b-464a-acc0-49fc44ef47a7" providerId="ADAL" clId="{5B8D123D-022C-4D39-BE5F-DE25918CEDB5}" dt="2021-06-28T13:03:23.898" v="0"/>
          <ac:picMkLst>
            <pc:docMk/>
            <pc:sldMk cId="0" sldId="363"/>
            <ac:picMk id="89091" creationId="{00000000-0000-0000-0000-000000000000}"/>
          </ac:picMkLst>
        </pc:picChg>
        <pc:picChg chg="mod">
          <ac:chgData name="Xiaolei Bi" userId="4defdd0b-eb6b-464a-acc0-49fc44ef47a7" providerId="ADAL" clId="{5B8D123D-022C-4D39-BE5F-DE25918CEDB5}" dt="2021-06-28T13:03:23.898" v="0"/>
          <ac:picMkLst>
            <pc:docMk/>
            <pc:sldMk cId="0" sldId="363"/>
            <ac:picMk id="89092" creationId="{00000000-0000-0000-0000-000000000000}"/>
          </ac:picMkLst>
        </pc:picChg>
      </pc:sldChg>
      <pc:sldChg chg="modSp">
        <pc:chgData name="Xiaolei Bi" userId="4defdd0b-eb6b-464a-acc0-49fc44ef47a7" providerId="ADAL" clId="{5B8D123D-022C-4D39-BE5F-DE25918CEDB5}" dt="2021-06-28T13:03:23.898" v="0"/>
        <pc:sldMkLst>
          <pc:docMk/>
          <pc:sldMk cId="0" sldId="364"/>
        </pc:sldMkLst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364"/>
            <ac:spMk id="101378" creationId="{00000000-0000-0000-0000-000000000000}"/>
          </ac:spMkLst>
        </pc:spChg>
      </pc:sldChg>
      <pc:sldChg chg="modSp">
        <pc:chgData name="Xiaolei Bi" userId="4defdd0b-eb6b-464a-acc0-49fc44ef47a7" providerId="ADAL" clId="{5B8D123D-022C-4D39-BE5F-DE25918CEDB5}" dt="2021-06-28T13:03:23.898" v="0"/>
        <pc:sldMkLst>
          <pc:docMk/>
          <pc:sldMk cId="0" sldId="365"/>
        </pc:sldMkLst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365"/>
            <ac:spMk id="4" creationId="{00000000-0000-0000-0000-000000000000}"/>
          </ac:spMkLst>
        </pc:spChg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k cId="0" sldId="365"/>
            <ac:spMk id="102402" creationId="{00000000-0000-0000-0000-000000000000}"/>
          </ac:spMkLst>
        </pc:spChg>
      </pc:sldChg>
      <pc:sldMasterChg chg="modSp modSldLayout">
        <pc:chgData name="Xiaolei Bi" userId="4defdd0b-eb6b-464a-acc0-49fc44ef47a7" providerId="ADAL" clId="{5B8D123D-022C-4D39-BE5F-DE25918CEDB5}" dt="2021-06-28T13:03:23.898" v="0"/>
        <pc:sldMasterMkLst>
          <pc:docMk/>
          <pc:sldMasterMk cId="0" sldId="2147483655"/>
        </pc:sldMasterMkLst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asterMk cId="0" sldId="2147483655"/>
            <ac:spMk id="1026" creationId="{00000000-0000-0000-0000-000000000000}"/>
          </ac:spMkLst>
        </pc:spChg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asterMk cId="0" sldId="2147483655"/>
            <ac:spMk id="1027" creationId="{00000000-0000-0000-0000-000000000000}"/>
          </ac:spMkLst>
        </pc:spChg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asterMk cId="0" sldId="2147483655"/>
            <ac:spMk id="13319" creationId="{00000000-0000-0000-0000-000000000000}"/>
          </ac:spMkLst>
        </pc:spChg>
        <pc:sldLayoutChg chg="modSp">
          <pc:chgData name="Xiaolei Bi" userId="4defdd0b-eb6b-464a-acc0-49fc44ef47a7" providerId="ADAL" clId="{5B8D123D-022C-4D39-BE5F-DE25918CEDB5}" dt="2021-06-28T13:03:23.898" v="0"/>
          <pc:sldLayoutMkLst>
            <pc:docMk/>
            <pc:sldMasterMk cId="0" sldId="2147483655"/>
            <pc:sldLayoutMk cId="2083907955" sldId="2147483657"/>
          </pc:sldLayoutMkLst>
          <pc:spChg chg="mod">
            <ac:chgData name="Xiaolei Bi" userId="4defdd0b-eb6b-464a-acc0-49fc44ef47a7" providerId="ADAL" clId="{5B8D123D-022C-4D39-BE5F-DE25918CEDB5}" dt="2021-06-28T13:03:23.898" v="0"/>
            <ac:spMkLst>
              <pc:docMk/>
              <pc:sldMasterMk cId="0" sldId="2147483655"/>
              <pc:sldLayoutMk cId="2083907955" sldId="2147483657"/>
              <ac:spMk id="2" creationId="{00000000-0000-0000-0000-000000000000}"/>
            </ac:spMkLst>
          </pc:spChg>
          <pc:spChg chg="mod">
            <ac:chgData name="Xiaolei Bi" userId="4defdd0b-eb6b-464a-acc0-49fc44ef47a7" providerId="ADAL" clId="{5B8D123D-022C-4D39-BE5F-DE25918CEDB5}" dt="2021-06-28T13:03:23.898" v="0"/>
            <ac:spMkLst>
              <pc:docMk/>
              <pc:sldMasterMk cId="0" sldId="2147483655"/>
              <pc:sldLayoutMk cId="2083907955" sldId="2147483657"/>
              <ac:spMk id="3" creationId="{00000000-0000-0000-0000-000000000000}"/>
            </ac:spMkLst>
          </pc:spChg>
        </pc:sldLayoutChg>
        <pc:sldLayoutChg chg="modSp">
          <pc:chgData name="Xiaolei Bi" userId="4defdd0b-eb6b-464a-acc0-49fc44ef47a7" providerId="ADAL" clId="{5B8D123D-022C-4D39-BE5F-DE25918CEDB5}" dt="2021-06-28T13:03:23.898" v="0"/>
          <pc:sldLayoutMkLst>
            <pc:docMk/>
            <pc:sldMasterMk cId="0" sldId="2147483655"/>
            <pc:sldLayoutMk cId="203256774" sldId="2147483659"/>
          </pc:sldLayoutMkLst>
          <pc:spChg chg="mod">
            <ac:chgData name="Xiaolei Bi" userId="4defdd0b-eb6b-464a-acc0-49fc44ef47a7" providerId="ADAL" clId="{5B8D123D-022C-4D39-BE5F-DE25918CEDB5}" dt="2021-06-28T13:03:23.898" v="0"/>
            <ac:spMkLst>
              <pc:docMk/>
              <pc:sldMasterMk cId="0" sldId="2147483655"/>
              <pc:sldLayoutMk cId="203256774" sldId="2147483659"/>
              <ac:spMk id="2" creationId="{00000000-0000-0000-0000-000000000000}"/>
            </ac:spMkLst>
          </pc:spChg>
          <pc:spChg chg="mod">
            <ac:chgData name="Xiaolei Bi" userId="4defdd0b-eb6b-464a-acc0-49fc44ef47a7" providerId="ADAL" clId="{5B8D123D-022C-4D39-BE5F-DE25918CEDB5}" dt="2021-06-28T13:03:23.898" v="0"/>
            <ac:spMkLst>
              <pc:docMk/>
              <pc:sldMasterMk cId="0" sldId="2147483655"/>
              <pc:sldLayoutMk cId="203256774" sldId="2147483659"/>
              <ac:spMk id="3" creationId="{00000000-0000-0000-0000-000000000000}"/>
            </ac:spMkLst>
          </pc:spChg>
        </pc:sldLayoutChg>
        <pc:sldLayoutChg chg="modSp">
          <pc:chgData name="Xiaolei Bi" userId="4defdd0b-eb6b-464a-acc0-49fc44ef47a7" providerId="ADAL" clId="{5B8D123D-022C-4D39-BE5F-DE25918CEDB5}" dt="2021-06-28T13:03:23.898" v="0"/>
          <pc:sldLayoutMkLst>
            <pc:docMk/>
            <pc:sldMasterMk cId="0" sldId="2147483655"/>
            <pc:sldLayoutMk cId="1637601888" sldId="2147483660"/>
          </pc:sldLayoutMkLst>
          <pc:spChg chg="mod">
            <ac:chgData name="Xiaolei Bi" userId="4defdd0b-eb6b-464a-acc0-49fc44ef47a7" providerId="ADAL" clId="{5B8D123D-022C-4D39-BE5F-DE25918CEDB5}" dt="2021-06-28T13:03:23.898" v="0"/>
            <ac:spMkLst>
              <pc:docMk/>
              <pc:sldMasterMk cId="0" sldId="2147483655"/>
              <pc:sldLayoutMk cId="1637601888" sldId="2147483660"/>
              <ac:spMk id="3" creationId="{00000000-0000-0000-0000-000000000000}"/>
            </ac:spMkLst>
          </pc:spChg>
          <pc:spChg chg="mod">
            <ac:chgData name="Xiaolei Bi" userId="4defdd0b-eb6b-464a-acc0-49fc44ef47a7" providerId="ADAL" clId="{5B8D123D-022C-4D39-BE5F-DE25918CEDB5}" dt="2021-06-28T13:03:23.898" v="0"/>
            <ac:spMkLst>
              <pc:docMk/>
              <pc:sldMasterMk cId="0" sldId="2147483655"/>
              <pc:sldLayoutMk cId="1637601888" sldId="2147483660"/>
              <ac:spMk id="4" creationId="{00000000-0000-0000-0000-000000000000}"/>
            </ac:spMkLst>
          </pc:spChg>
        </pc:sldLayoutChg>
        <pc:sldLayoutChg chg="modSp">
          <pc:chgData name="Xiaolei Bi" userId="4defdd0b-eb6b-464a-acc0-49fc44ef47a7" providerId="ADAL" clId="{5B8D123D-022C-4D39-BE5F-DE25918CEDB5}" dt="2021-06-28T13:03:23.898" v="0"/>
          <pc:sldLayoutMkLst>
            <pc:docMk/>
            <pc:sldMasterMk cId="0" sldId="2147483655"/>
            <pc:sldLayoutMk cId="1024511664" sldId="2147483661"/>
          </pc:sldLayoutMkLst>
          <pc:spChg chg="mod">
            <ac:chgData name="Xiaolei Bi" userId="4defdd0b-eb6b-464a-acc0-49fc44ef47a7" providerId="ADAL" clId="{5B8D123D-022C-4D39-BE5F-DE25918CEDB5}" dt="2021-06-28T13:03:23.898" v="0"/>
            <ac:spMkLst>
              <pc:docMk/>
              <pc:sldMasterMk cId="0" sldId="2147483655"/>
              <pc:sldLayoutMk cId="1024511664" sldId="2147483661"/>
              <ac:spMk id="3" creationId="{00000000-0000-0000-0000-000000000000}"/>
            </ac:spMkLst>
          </pc:spChg>
          <pc:spChg chg="mod">
            <ac:chgData name="Xiaolei Bi" userId="4defdd0b-eb6b-464a-acc0-49fc44ef47a7" providerId="ADAL" clId="{5B8D123D-022C-4D39-BE5F-DE25918CEDB5}" dt="2021-06-28T13:03:23.898" v="0"/>
            <ac:spMkLst>
              <pc:docMk/>
              <pc:sldMasterMk cId="0" sldId="2147483655"/>
              <pc:sldLayoutMk cId="1024511664" sldId="2147483661"/>
              <ac:spMk id="4" creationId="{00000000-0000-0000-0000-000000000000}"/>
            </ac:spMkLst>
          </pc:spChg>
          <pc:spChg chg="mod">
            <ac:chgData name="Xiaolei Bi" userId="4defdd0b-eb6b-464a-acc0-49fc44ef47a7" providerId="ADAL" clId="{5B8D123D-022C-4D39-BE5F-DE25918CEDB5}" dt="2021-06-28T13:03:23.898" v="0"/>
            <ac:spMkLst>
              <pc:docMk/>
              <pc:sldMasterMk cId="0" sldId="2147483655"/>
              <pc:sldLayoutMk cId="1024511664" sldId="2147483661"/>
              <ac:spMk id="5" creationId="{00000000-0000-0000-0000-000000000000}"/>
            </ac:spMkLst>
          </pc:spChg>
          <pc:spChg chg="mod">
            <ac:chgData name="Xiaolei Bi" userId="4defdd0b-eb6b-464a-acc0-49fc44ef47a7" providerId="ADAL" clId="{5B8D123D-022C-4D39-BE5F-DE25918CEDB5}" dt="2021-06-28T13:03:23.898" v="0"/>
            <ac:spMkLst>
              <pc:docMk/>
              <pc:sldMasterMk cId="0" sldId="2147483655"/>
              <pc:sldLayoutMk cId="1024511664" sldId="2147483661"/>
              <ac:spMk id="6" creationId="{00000000-0000-0000-0000-000000000000}"/>
            </ac:spMkLst>
          </pc:spChg>
        </pc:sldLayoutChg>
        <pc:sldLayoutChg chg="modSp">
          <pc:chgData name="Xiaolei Bi" userId="4defdd0b-eb6b-464a-acc0-49fc44ef47a7" providerId="ADAL" clId="{5B8D123D-022C-4D39-BE5F-DE25918CEDB5}" dt="2021-06-28T13:03:23.898" v="0"/>
          <pc:sldLayoutMkLst>
            <pc:docMk/>
            <pc:sldMasterMk cId="0" sldId="2147483655"/>
            <pc:sldLayoutMk cId="2081533617" sldId="2147483664"/>
          </pc:sldLayoutMkLst>
          <pc:spChg chg="mod">
            <ac:chgData name="Xiaolei Bi" userId="4defdd0b-eb6b-464a-acc0-49fc44ef47a7" providerId="ADAL" clId="{5B8D123D-022C-4D39-BE5F-DE25918CEDB5}" dt="2021-06-28T13:03:23.898" v="0"/>
            <ac:spMkLst>
              <pc:docMk/>
              <pc:sldMasterMk cId="0" sldId="2147483655"/>
              <pc:sldLayoutMk cId="2081533617" sldId="2147483664"/>
              <ac:spMk id="2" creationId="{00000000-0000-0000-0000-000000000000}"/>
            </ac:spMkLst>
          </pc:spChg>
          <pc:spChg chg="mod">
            <ac:chgData name="Xiaolei Bi" userId="4defdd0b-eb6b-464a-acc0-49fc44ef47a7" providerId="ADAL" clId="{5B8D123D-022C-4D39-BE5F-DE25918CEDB5}" dt="2021-06-28T13:03:23.898" v="0"/>
            <ac:spMkLst>
              <pc:docMk/>
              <pc:sldMasterMk cId="0" sldId="2147483655"/>
              <pc:sldLayoutMk cId="2081533617" sldId="2147483664"/>
              <ac:spMk id="3" creationId="{00000000-0000-0000-0000-000000000000}"/>
            </ac:spMkLst>
          </pc:spChg>
          <pc:spChg chg="mod">
            <ac:chgData name="Xiaolei Bi" userId="4defdd0b-eb6b-464a-acc0-49fc44ef47a7" providerId="ADAL" clId="{5B8D123D-022C-4D39-BE5F-DE25918CEDB5}" dt="2021-06-28T13:03:23.898" v="0"/>
            <ac:spMkLst>
              <pc:docMk/>
              <pc:sldMasterMk cId="0" sldId="2147483655"/>
              <pc:sldLayoutMk cId="2081533617" sldId="2147483664"/>
              <ac:spMk id="4" creationId="{00000000-0000-0000-0000-000000000000}"/>
            </ac:spMkLst>
          </pc:spChg>
        </pc:sldLayoutChg>
        <pc:sldLayoutChg chg="modSp">
          <pc:chgData name="Xiaolei Bi" userId="4defdd0b-eb6b-464a-acc0-49fc44ef47a7" providerId="ADAL" clId="{5B8D123D-022C-4D39-BE5F-DE25918CEDB5}" dt="2021-06-28T13:03:23.898" v="0"/>
          <pc:sldLayoutMkLst>
            <pc:docMk/>
            <pc:sldMasterMk cId="0" sldId="2147483655"/>
            <pc:sldLayoutMk cId="1826891289" sldId="2147483665"/>
          </pc:sldLayoutMkLst>
          <pc:spChg chg="mod">
            <ac:chgData name="Xiaolei Bi" userId="4defdd0b-eb6b-464a-acc0-49fc44ef47a7" providerId="ADAL" clId="{5B8D123D-022C-4D39-BE5F-DE25918CEDB5}" dt="2021-06-28T13:03:23.898" v="0"/>
            <ac:spMkLst>
              <pc:docMk/>
              <pc:sldMasterMk cId="0" sldId="2147483655"/>
              <pc:sldLayoutMk cId="1826891289" sldId="2147483665"/>
              <ac:spMk id="2" creationId="{00000000-0000-0000-0000-000000000000}"/>
            </ac:spMkLst>
          </pc:spChg>
          <pc:spChg chg="mod">
            <ac:chgData name="Xiaolei Bi" userId="4defdd0b-eb6b-464a-acc0-49fc44ef47a7" providerId="ADAL" clId="{5B8D123D-022C-4D39-BE5F-DE25918CEDB5}" dt="2021-06-28T13:03:23.898" v="0"/>
            <ac:spMkLst>
              <pc:docMk/>
              <pc:sldMasterMk cId="0" sldId="2147483655"/>
              <pc:sldLayoutMk cId="1826891289" sldId="2147483665"/>
              <ac:spMk id="3" creationId="{00000000-0000-0000-0000-000000000000}"/>
            </ac:spMkLst>
          </pc:spChg>
          <pc:spChg chg="mod">
            <ac:chgData name="Xiaolei Bi" userId="4defdd0b-eb6b-464a-acc0-49fc44ef47a7" providerId="ADAL" clId="{5B8D123D-022C-4D39-BE5F-DE25918CEDB5}" dt="2021-06-28T13:03:23.898" v="0"/>
            <ac:spMkLst>
              <pc:docMk/>
              <pc:sldMasterMk cId="0" sldId="2147483655"/>
              <pc:sldLayoutMk cId="1826891289" sldId="2147483665"/>
              <ac:spMk id="4" creationId="{00000000-0000-0000-0000-000000000000}"/>
            </ac:spMkLst>
          </pc:spChg>
        </pc:sldLayoutChg>
        <pc:sldLayoutChg chg="modSp">
          <pc:chgData name="Xiaolei Bi" userId="4defdd0b-eb6b-464a-acc0-49fc44ef47a7" providerId="ADAL" clId="{5B8D123D-022C-4D39-BE5F-DE25918CEDB5}" dt="2021-06-28T13:03:23.898" v="0"/>
          <pc:sldLayoutMkLst>
            <pc:docMk/>
            <pc:sldMasterMk cId="0" sldId="2147483655"/>
            <pc:sldLayoutMk cId="715279328" sldId="2147483667"/>
          </pc:sldLayoutMkLst>
          <pc:spChg chg="mod">
            <ac:chgData name="Xiaolei Bi" userId="4defdd0b-eb6b-464a-acc0-49fc44ef47a7" providerId="ADAL" clId="{5B8D123D-022C-4D39-BE5F-DE25918CEDB5}" dt="2021-06-28T13:03:23.898" v="0"/>
            <ac:spMkLst>
              <pc:docMk/>
              <pc:sldMasterMk cId="0" sldId="2147483655"/>
              <pc:sldLayoutMk cId="715279328" sldId="2147483667"/>
              <ac:spMk id="2" creationId="{00000000-0000-0000-0000-000000000000}"/>
            </ac:spMkLst>
          </pc:spChg>
          <pc:spChg chg="mod">
            <ac:chgData name="Xiaolei Bi" userId="4defdd0b-eb6b-464a-acc0-49fc44ef47a7" providerId="ADAL" clId="{5B8D123D-022C-4D39-BE5F-DE25918CEDB5}" dt="2021-06-28T13:03:23.898" v="0"/>
            <ac:spMkLst>
              <pc:docMk/>
              <pc:sldMasterMk cId="0" sldId="2147483655"/>
              <pc:sldLayoutMk cId="715279328" sldId="2147483667"/>
              <ac:spMk id="3" creationId="{00000000-0000-0000-0000-000000000000}"/>
            </ac:spMkLst>
          </pc:spChg>
        </pc:sldLayoutChg>
      </pc:sldMasterChg>
      <pc:sldMasterChg chg="modSp modSldLayout">
        <pc:chgData name="Xiaolei Bi" userId="4defdd0b-eb6b-464a-acc0-49fc44ef47a7" providerId="ADAL" clId="{5B8D123D-022C-4D39-BE5F-DE25918CEDB5}" dt="2021-06-28T13:03:23.898" v="0"/>
        <pc:sldMasterMkLst>
          <pc:docMk/>
          <pc:sldMasterMk cId="0" sldId="2147483656"/>
        </pc:sldMasterMkLst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asterMk cId="0" sldId="2147483656"/>
            <ac:spMk id="13314" creationId="{00000000-0000-0000-0000-000000000000}"/>
          </ac:spMkLst>
        </pc:spChg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asterMk cId="0" sldId="2147483656"/>
            <ac:spMk id="13315" creationId="{00000000-0000-0000-0000-000000000000}"/>
          </ac:spMkLst>
        </pc:spChg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asterMk cId="0" sldId="2147483656"/>
            <ac:spMk id="18436" creationId="{00000000-0000-0000-0000-000000000000}"/>
          </ac:spMkLst>
        </pc:spChg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asterMk cId="0" sldId="2147483656"/>
            <ac:spMk id="18437" creationId="{00000000-0000-0000-0000-000000000000}"/>
          </ac:spMkLst>
        </pc:spChg>
        <pc:spChg chg="mod">
          <ac:chgData name="Xiaolei Bi" userId="4defdd0b-eb6b-464a-acc0-49fc44ef47a7" providerId="ADAL" clId="{5B8D123D-022C-4D39-BE5F-DE25918CEDB5}" dt="2021-06-28T13:03:23.898" v="0"/>
          <ac:spMkLst>
            <pc:docMk/>
            <pc:sldMasterMk cId="0" sldId="2147483656"/>
            <ac:spMk id="18438" creationId="{00000000-0000-0000-0000-000000000000}"/>
          </ac:spMkLst>
        </pc:spChg>
        <pc:sldLayoutChg chg="modSp">
          <pc:chgData name="Xiaolei Bi" userId="4defdd0b-eb6b-464a-acc0-49fc44ef47a7" providerId="ADAL" clId="{5B8D123D-022C-4D39-BE5F-DE25918CEDB5}" dt="2021-06-28T13:03:23.898" v="0"/>
          <pc:sldLayoutMkLst>
            <pc:docMk/>
            <pc:sldMasterMk cId="0" sldId="2147483656"/>
            <pc:sldLayoutMk cId="86209790" sldId="2147483668"/>
          </pc:sldLayoutMkLst>
          <pc:spChg chg="mod">
            <ac:chgData name="Xiaolei Bi" userId="4defdd0b-eb6b-464a-acc0-49fc44ef47a7" providerId="ADAL" clId="{5B8D123D-022C-4D39-BE5F-DE25918CEDB5}" dt="2021-06-28T13:03:23.898" v="0"/>
            <ac:spMkLst>
              <pc:docMk/>
              <pc:sldMasterMk cId="0" sldId="2147483656"/>
              <pc:sldLayoutMk cId="86209790" sldId="2147483668"/>
              <ac:spMk id="2" creationId="{00000000-0000-0000-0000-000000000000}"/>
            </ac:spMkLst>
          </pc:spChg>
          <pc:spChg chg="mod">
            <ac:chgData name="Xiaolei Bi" userId="4defdd0b-eb6b-464a-acc0-49fc44ef47a7" providerId="ADAL" clId="{5B8D123D-022C-4D39-BE5F-DE25918CEDB5}" dt="2021-06-28T13:03:23.898" v="0"/>
            <ac:spMkLst>
              <pc:docMk/>
              <pc:sldMasterMk cId="0" sldId="2147483656"/>
              <pc:sldLayoutMk cId="86209790" sldId="2147483668"/>
              <ac:spMk id="3" creationId="{00000000-0000-0000-0000-000000000000}"/>
            </ac:spMkLst>
          </pc:spChg>
        </pc:sldLayoutChg>
        <pc:sldLayoutChg chg="modSp">
          <pc:chgData name="Xiaolei Bi" userId="4defdd0b-eb6b-464a-acc0-49fc44ef47a7" providerId="ADAL" clId="{5B8D123D-022C-4D39-BE5F-DE25918CEDB5}" dt="2021-06-28T13:03:23.898" v="0"/>
          <pc:sldLayoutMkLst>
            <pc:docMk/>
            <pc:sldMasterMk cId="0" sldId="2147483656"/>
            <pc:sldLayoutMk cId="199472995" sldId="2147483670"/>
          </pc:sldLayoutMkLst>
          <pc:spChg chg="mod">
            <ac:chgData name="Xiaolei Bi" userId="4defdd0b-eb6b-464a-acc0-49fc44ef47a7" providerId="ADAL" clId="{5B8D123D-022C-4D39-BE5F-DE25918CEDB5}" dt="2021-06-28T13:03:23.898" v="0"/>
            <ac:spMkLst>
              <pc:docMk/>
              <pc:sldMasterMk cId="0" sldId="2147483656"/>
              <pc:sldLayoutMk cId="199472995" sldId="2147483670"/>
              <ac:spMk id="2" creationId="{00000000-0000-0000-0000-000000000000}"/>
            </ac:spMkLst>
          </pc:spChg>
          <pc:spChg chg="mod">
            <ac:chgData name="Xiaolei Bi" userId="4defdd0b-eb6b-464a-acc0-49fc44ef47a7" providerId="ADAL" clId="{5B8D123D-022C-4D39-BE5F-DE25918CEDB5}" dt="2021-06-28T13:03:23.898" v="0"/>
            <ac:spMkLst>
              <pc:docMk/>
              <pc:sldMasterMk cId="0" sldId="2147483656"/>
              <pc:sldLayoutMk cId="199472995" sldId="2147483670"/>
              <ac:spMk id="3" creationId="{00000000-0000-0000-0000-000000000000}"/>
            </ac:spMkLst>
          </pc:spChg>
        </pc:sldLayoutChg>
        <pc:sldLayoutChg chg="modSp">
          <pc:chgData name="Xiaolei Bi" userId="4defdd0b-eb6b-464a-acc0-49fc44ef47a7" providerId="ADAL" clId="{5B8D123D-022C-4D39-BE5F-DE25918CEDB5}" dt="2021-06-28T13:03:23.898" v="0"/>
          <pc:sldLayoutMkLst>
            <pc:docMk/>
            <pc:sldMasterMk cId="0" sldId="2147483656"/>
            <pc:sldLayoutMk cId="320653998" sldId="2147483671"/>
          </pc:sldLayoutMkLst>
          <pc:spChg chg="mod">
            <ac:chgData name="Xiaolei Bi" userId="4defdd0b-eb6b-464a-acc0-49fc44ef47a7" providerId="ADAL" clId="{5B8D123D-022C-4D39-BE5F-DE25918CEDB5}" dt="2021-06-28T13:03:23.898" v="0"/>
            <ac:spMkLst>
              <pc:docMk/>
              <pc:sldMasterMk cId="0" sldId="2147483656"/>
              <pc:sldLayoutMk cId="320653998" sldId="2147483671"/>
              <ac:spMk id="3" creationId="{00000000-0000-0000-0000-000000000000}"/>
            </ac:spMkLst>
          </pc:spChg>
          <pc:spChg chg="mod">
            <ac:chgData name="Xiaolei Bi" userId="4defdd0b-eb6b-464a-acc0-49fc44ef47a7" providerId="ADAL" clId="{5B8D123D-022C-4D39-BE5F-DE25918CEDB5}" dt="2021-06-28T13:03:23.898" v="0"/>
            <ac:spMkLst>
              <pc:docMk/>
              <pc:sldMasterMk cId="0" sldId="2147483656"/>
              <pc:sldLayoutMk cId="320653998" sldId="2147483671"/>
              <ac:spMk id="4" creationId="{00000000-0000-0000-0000-000000000000}"/>
            </ac:spMkLst>
          </pc:spChg>
        </pc:sldLayoutChg>
        <pc:sldLayoutChg chg="modSp">
          <pc:chgData name="Xiaolei Bi" userId="4defdd0b-eb6b-464a-acc0-49fc44ef47a7" providerId="ADAL" clId="{5B8D123D-022C-4D39-BE5F-DE25918CEDB5}" dt="2021-06-28T13:03:23.898" v="0"/>
          <pc:sldLayoutMkLst>
            <pc:docMk/>
            <pc:sldMasterMk cId="0" sldId="2147483656"/>
            <pc:sldLayoutMk cId="1195274063" sldId="2147483672"/>
          </pc:sldLayoutMkLst>
          <pc:spChg chg="mod">
            <ac:chgData name="Xiaolei Bi" userId="4defdd0b-eb6b-464a-acc0-49fc44ef47a7" providerId="ADAL" clId="{5B8D123D-022C-4D39-BE5F-DE25918CEDB5}" dt="2021-06-28T13:03:23.898" v="0"/>
            <ac:spMkLst>
              <pc:docMk/>
              <pc:sldMasterMk cId="0" sldId="2147483656"/>
              <pc:sldLayoutMk cId="1195274063" sldId="2147483672"/>
              <ac:spMk id="3" creationId="{00000000-0000-0000-0000-000000000000}"/>
            </ac:spMkLst>
          </pc:spChg>
          <pc:spChg chg="mod">
            <ac:chgData name="Xiaolei Bi" userId="4defdd0b-eb6b-464a-acc0-49fc44ef47a7" providerId="ADAL" clId="{5B8D123D-022C-4D39-BE5F-DE25918CEDB5}" dt="2021-06-28T13:03:23.898" v="0"/>
            <ac:spMkLst>
              <pc:docMk/>
              <pc:sldMasterMk cId="0" sldId="2147483656"/>
              <pc:sldLayoutMk cId="1195274063" sldId="2147483672"/>
              <ac:spMk id="4" creationId="{00000000-0000-0000-0000-000000000000}"/>
            </ac:spMkLst>
          </pc:spChg>
          <pc:spChg chg="mod">
            <ac:chgData name="Xiaolei Bi" userId="4defdd0b-eb6b-464a-acc0-49fc44ef47a7" providerId="ADAL" clId="{5B8D123D-022C-4D39-BE5F-DE25918CEDB5}" dt="2021-06-28T13:03:23.898" v="0"/>
            <ac:spMkLst>
              <pc:docMk/>
              <pc:sldMasterMk cId="0" sldId="2147483656"/>
              <pc:sldLayoutMk cId="1195274063" sldId="2147483672"/>
              <ac:spMk id="5" creationId="{00000000-0000-0000-0000-000000000000}"/>
            </ac:spMkLst>
          </pc:spChg>
          <pc:spChg chg="mod">
            <ac:chgData name="Xiaolei Bi" userId="4defdd0b-eb6b-464a-acc0-49fc44ef47a7" providerId="ADAL" clId="{5B8D123D-022C-4D39-BE5F-DE25918CEDB5}" dt="2021-06-28T13:03:23.898" v="0"/>
            <ac:spMkLst>
              <pc:docMk/>
              <pc:sldMasterMk cId="0" sldId="2147483656"/>
              <pc:sldLayoutMk cId="1195274063" sldId="2147483672"/>
              <ac:spMk id="6" creationId="{00000000-0000-0000-0000-000000000000}"/>
            </ac:spMkLst>
          </pc:spChg>
        </pc:sldLayoutChg>
        <pc:sldLayoutChg chg="modSp">
          <pc:chgData name="Xiaolei Bi" userId="4defdd0b-eb6b-464a-acc0-49fc44ef47a7" providerId="ADAL" clId="{5B8D123D-022C-4D39-BE5F-DE25918CEDB5}" dt="2021-06-28T13:03:23.898" v="0"/>
          <pc:sldLayoutMkLst>
            <pc:docMk/>
            <pc:sldMasterMk cId="0" sldId="2147483656"/>
            <pc:sldLayoutMk cId="1040415978" sldId="2147483675"/>
          </pc:sldLayoutMkLst>
          <pc:spChg chg="mod">
            <ac:chgData name="Xiaolei Bi" userId="4defdd0b-eb6b-464a-acc0-49fc44ef47a7" providerId="ADAL" clId="{5B8D123D-022C-4D39-BE5F-DE25918CEDB5}" dt="2021-06-28T13:03:23.898" v="0"/>
            <ac:spMkLst>
              <pc:docMk/>
              <pc:sldMasterMk cId="0" sldId="2147483656"/>
              <pc:sldLayoutMk cId="1040415978" sldId="2147483675"/>
              <ac:spMk id="2" creationId="{00000000-0000-0000-0000-000000000000}"/>
            </ac:spMkLst>
          </pc:spChg>
          <pc:spChg chg="mod">
            <ac:chgData name="Xiaolei Bi" userId="4defdd0b-eb6b-464a-acc0-49fc44ef47a7" providerId="ADAL" clId="{5B8D123D-022C-4D39-BE5F-DE25918CEDB5}" dt="2021-06-28T13:03:23.898" v="0"/>
            <ac:spMkLst>
              <pc:docMk/>
              <pc:sldMasterMk cId="0" sldId="2147483656"/>
              <pc:sldLayoutMk cId="1040415978" sldId="2147483675"/>
              <ac:spMk id="3" creationId="{00000000-0000-0000-0000-000000000000}"/>
            </ac:spMkLst>
          </pc:spChg>
          <pc:spChg chg="mod">
            <ac:chgData name="Xiaolei Bi" userId="4defdd0b-eb6b-464a-acc0-49fc44ef47a7" providerId="ADAL" clId="{5B8D123D-022C-4D39-BE5F-DE25918CEDB5}" dt="2021-06-28T13:03:23.898" v="0"/>
            <ac:spMkLst>
              <pc:docMk/>
              <pc:sldMasterMk cId="0" sldId="2147483656"/>
              <pc:sldLayoutMk cId="1040415978" sldId="2147483675"/>
              <ac:spMk id="4" creationId="{00000000-0000-0000-0000-000000000000}"/>
            </ac:spMkLst>
          </pc:spChg>
        </pc:sldLayoutChg>
        <pc:sldLayoutChg chg="modSp">
          <pc:chgData name="Xiaolei Bi" userId="4defdd0b-eb6b-464a-acc0-49fc44ef47a7" providerId="ADAL" clId="{5B8D123D-022C-4D39-BE5F-DE25918CEDB5}" dt="2021-06-28T13:03:23.898" v="0"/>
          <pc:sldLayoutMkLst>
            <pc:docMk/>
            <pc:sldMasterMk cId="0" sldId="2147483656"/>
            <pc:sldLayoutMk cId="1459488372" sldId="2147483676"/>
          </pc:sldLayoutMkLst>
          <pc:spChg chg="mod">
            <ac:chgData name="Xiaolei Bi" userId="4defdd0b-eb6b-464a-acc0-49fc44ef47a7" providerId="ADAL" clId="{5B8D123D-022C-4D39-BE5F-DE25918CEDB5}" dt="2021-06-28T13:03:23.898" v="0"/>
            <ac:spMkLst>
              <pc:docMk/>
              <pc:sldMasterMk cId="0" sldId="2147483656"/>
              <pc:sldLayoutMk cId="1459488372" sldId="2147483676"/>
              <ac:spMk id="2" creationId="{00000000-0000-0000-0000-000000000000}"/>
            </ac:spMkLst>
          </pc:spChg>
          <pc:spChg chg="mod">
            <ac:chgData name="Xiaolei Bi" userId="4defdd0b-eb6b-464a-acc0-49fc44ef47a7" providerId="ADAL" clId="{5B8D123D-022C-4D39-BE5F-DE25918CEDB5}" dt="2021-06-28T13:03:23.898" v="0"/>
            <ac:spMkLst>
              <pc:docMk/>
              <pc:sldMasterMk cId="0" sldId="2147483656"/>
              <pc:sldLayoutMk cId="1459488372" sldId="2147483676"/>
              <ac:spMk id="3" creationId="{00000000-0000-0000-0000-000000000000}"/>
            </ac:spMkLst>
          </pc:spChg>
          <pc:spChg chg="mod">
            <ac:chgData name="Xiaolei Bi" userId="4defdd0b-eb6b-464a-acc0-49fc44ef47a7" providerId="ADAL" clId="{5B8D123D-022C-4D39-BE5F-DE25918CEDB5}" dt="2021-06-28T13:03:23.898" v="0"/>
            <ac:spMkLst>
              <pc:docMk/>
              <pc:sldMasterMk cId="0" sldId="2147483656"/>
              <pc:sldLayoutMk cId="1459488372" sldId="2147483676"/>
              <ac:spMk id="4" creationId="{00000000-0000-0000-0000-000000000000}"/>
            </ac:spMkLst>
          </pc:spChg>
        </pc:sldLayoutChg>
        <pc:sldLayoutChg chg="modSp">
          <pc:chgData name="Xiaolei Bi" userId="4defdd0b-eb6b-464a-acc0-49fc44ef47a7" providerId="ADAL" clId="{5B8D123D-022C-4D39-BE5F-DE25918CEDB5}" dt="2021-06-28T13:03:23.898" v="0"/>
          <pc:sldLayoutMkLst>
            <pc:docMk/>
            <pc:sldMasterMk cId="0" sldId="2147483656"/>
            <pc:sldLayoutMk cId="587445444" sldId="2147483678"/>
          </pc:sldLayoutMkLst>
          <pc:spChg chg="mod">
            <ac:chgData name="Xiaolei Bi" userId="4defdd0b-eb6b-464a-acc0-49fc44ef47a7" providerId="ADAL" clId="{5B8D123D-022C-4D39-BE5F-DE25918CEDB5}" dt="2021-06-28T13:03:23.898" v="0"/>
            <ac:spMkLst>
              <pc:docMk/>
              <pc:sldMasterMk cId="0" sldId="2147483656"/>
              <pc:sldLayoutMk cId="587445444" sldId="2147483678"/>
              <ac:spMk id="2" creationId="{00000000-0000-0000-0000-000000000000}"/>
            </ac:spMkLst>
          </pc:spChg>
          <pc:spChg chg="mod">
            <ac:chgData name="Xiaolei Bi" userId="4defdd0b-eb6b-464a-acc0-49fc44ef47a7" providerId="ADAL" clId="{5B8D123D-022C-4D39-BE5F-DE25918CEDB5}" dt="2021-06-28T13:03:23.898" v="0"/>
            <ac:spMkLst>
              <pc:docMk/>
              <pc:sldMasterMk cId="0" sldId="2147483656"/>
              <pc:sldLayoutMk cId="587445444" sldId="2147483678"/>
              <ac:spMk id="3" creationId="{00000000-0000-0000-0000-000000000000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endParaRPr lang="x-none" altLang="x-none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5AF6277F-91BB-7A4C-BEE6-B1873ACB5A82}" type="datetime1">
              <a:rPr lang="en-US" altLang="x-none"/>
              <a:pPr/>
              <a:t>9/12/26</a:t>
            </a:fld>
            <a:endParaRPr lang="en-US" altLang="x-non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endParaRPr lang="x-none" altLang="x-non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418989CA-06BF-7E48-9106-6949BB8E0D13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endParaRPr lang="x-none" altLang="x-non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3D22F995-C42E-C540-87FE-EC3F838C59A2}" type="datetime1">
              <a:rPr lang="en-US" altLang="x-none"/>
              <a:pPr/>
              <a:t>9/12/26</a:t>
            </a:fld>
            <a:endParaRPr lang="en-US" altLang="x-non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endParaRPr lang="x-none" alt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966A519E-3153-0E4B-9601-59E72B2618F4}" type="slidenum">
              <a:rPr lang="en-US" altLang="x-none"/>
              <a:pPr/>
              <a:t>‹#›</a:t>
            </a:fld>
            <a:endParaRPr lang="en-US" alt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 charset="-128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K" dirty="0"/>
              <a:t>  Java encounters a </a:t>
            </a:r>
            <a:r>
              <a:rPr lang="en-DK" sz="1200" kern="1200" dirty="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rPr>
              <a:t>String</a:t>
            </a:r>
            <a:r>
              <a:rPr lang="en-DK" dirty="0"/>
              <a:t> with </a:t>
            </a:r>
            <a:r>
              <a:rPr lang="en-DK" sz="1200" kern="1200" dirty="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rPr>
              <a:t>+</a:t>
            </a:r>
            <a:r>
              <a:rPr lang="en-DK" dirty="0"/>
              <a:t>, the following </a:t>
            </a:r>
            <a:r>
              <a:rPr lang="en-DK" sz="1200" kern="1200" dirty="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rPr>
              <a:t>+</a:t>
            </a:r>
            <a:r>
              <a:rPr lang="en-DK" dirty="0"/>
              <a:t> operations are string concatenation unless you use parentheses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6A519E-3153-0E4B-9601-59E72B2618F4}" type="slidenum">
              <a:rPr lang="en-US" altLang="x-none" smtClean="0"/>
              <a:pPr/>
              <a:t>2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6354367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Student </a:t>
            </a:r>
            <a:r>
              <a:rPr lang="da-DK" dirty="0" err="1"/>
              <a:t>play</a:t>
            </a:r>
            <a:r>
              <a:rPr lang="da-DK" dirty="0"/>
              <a:t> to </a:t>
            </a:r>
            <a:r>
              <a:rPr lang="da-DK" dirty="0" err="1"/>
              <a:t>guess</a:t>
            </a:r>
            <a:r>
              <a:rPr lang="da-DK" dirty="0"/>
              <a:t> the output</a:t>
            </a: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6A519E-3153-0E4B-9601-59E72B2618F4}" type="slidenum">
              <a:rPr lang="en-US" altLang="x-none" smtClean="0"/>
              <a:pPr/>
              <a:t>11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29737484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 err="1"/>
              <a:t>https</a:t>
            </a:r>
            <a:r>
              <a:rPr lang="da-DK" dirty="0"/>
              <a:t>://</a:t>
            </a:r>
            <a:r>
              <a:rPr lang="da-DK" dirty="0" err="1"/>
              <a:t>docs.oracle.com</a:t>
            </a:r>
            <a:r>
              <a:rPr lang="da-DK" dirty="0"/>
              <a:t>/</a:t>
            </a:r>
            <a:r>
              <a:rPr lang="da-DK" dirty="0" err="1"/>
              <a:t>javase</a:t>
            </a:r>
            <a:r>
              <a:rPr lang="da-DK" dirty="0"/>
              <a:t>/</a:t>
            </a:r>
            <a:r>
              <a:rPr lang="da-DK" dirty="0" err="1"/>
              <a:t>tutorial</a:t>
            </a:r>
            <a:r>
              <a:rPr lang="da-DK" dirty="0"/>
              <a:t>/</a:t>
            </a:r>
            <a:r>
              <a:rPr lang="da-DK" dirty="0" err="1"/>
              <a:t>java</a:t>
            </a:r>
            <a:r>
              <a:rPr lang="da-DK" dirty="0"/>
              <a:t>/</a:t>
            </a:r>
            <a:r>
              <a:rPr lang="da-DK" dirty="0" err="1"/>
              <a:t>nutsandbolts</a:t>
            </a:r>
            <a:r>
              <a:rPr lang="da-DK" dirty="0"/>
              <a:t>/</a:t>
            </a:r>
            <a:r>
              <a:rPr lang="da-DK" dirty="0" err="1"/>
              <a:t>datatypes.html</a:t>
            </a:r>
            <a:r>
              <a:rPr lang="da-DK" dirty="0"/>
              <a:t>. </a:t>
            </a:r>
            <a:r>
              <a:rPr lang="en-DK" dirty="0"/>
              <a:t>In Java, the </a:t>
            </a:r>
            <a:r>
              <a:rPr lang="en-DK" b="1" dirty="0"/>
              <a:t>underscore </a:t>
            </a:r>
            <a:r>
              <a:rPr lang="en-DK" sz="1200" b="1" kern="1200" dirty="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rPr>
              <a:t>_</a:t>
            </a:r>
            <a:r>
              <a:rPr lang="en-DK" b="1" dirty="0"/>
              <a:t> has no value</a:t>
            </a:r>
            <a:r>
              <a:rPr lang="en-DK" dirty="0"/>
              <a:t> in a numeric literal. It is simply a </a:t>
            </a:r>
            <a:r>
              <a:rPr lang="en-DK" b="1" dirty="0"/>
              <a:t>visual separator</a:t>
            </a:r>
            <a:r>
              <a:rPr lang="en-DK" dirty="0"/>
              <a:t> that makes a number easier to read.</a:t>
            </a:r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6A519E-3153-0E4B-9601-59E72B2618F4}" type="slidenum">
              <a:rPr lang="en-US" altLang="x-none" smtClean="0"/>
              <a:pPr/>
              <a:t>22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2029399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Single </a:t>
            </a:r>
            <a:r>
              <a:rPr lang="da-DK" dirty="0" err="1"/>
              <a:t>quotes</a:t>
            </a:r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6A519E-3153-0E4B-9601-59E72B2618F4}" type="slidenum">
              <a:rPr lang="en-US" altLang="x-none" smtClean="0"/>
              <a:pPr/>
              <a:t>24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6796489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Java </a:t>
            </a:r>
            <a:r>
              <a:rPr lang="da-DK" dirty="0" err="1"/>
              <a:t>rounded</a:t>
            </a:r>
            <a:r>
              <a:rPr lang="da-DK" dirty="0"/>
              <a:t> op to </a:t>
            </a:r>
            <a:r>
              <a:rPr lang="da-DK" dirty="0" err="1"/>
              <a:t>interger</a:t>
            </a:r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6A519E-3153-0E4B-9601-59E72B2618F4}" type="slidenum">
              <a:rPr lang="en-US" altLang="x-none" smtClean="0"/>
              <a:pPr/>
              <a:t>31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2437904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 err="1"/>
              <a:t>https</a:t>
            </a:r>
            <a:r>
              <a:rPr lang="da-DK" dirty="0"/>
              <a:t>://</a:t>
            </a:r>
            <a:r>
              <a:rPr lang="da-DK" dirty="0" err="1"/>
              <a:t>www.programiz.com</a:t>
            </a:r>
            <a:r>
              <a:rPr lang="da-DK" dirty="0"/>
              <a:t>/</a:t>
            </a:r>
            <a:r>
              <a:rPr lang="da-DK" dirty="0" err="1"/>
              <a:t>java-programming</a:t>
            </a:r>
            <a:r>
              <a:rPr lang="da-DK" dirty="0"/>
              <a:t>/operator-</a:t>
            </a:r>
            <a:r>
              <a:rPr lang="da-DK" dirty="0" err="1"/>
              <a:t>precedence</a:t>
            </a:r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6A519E-3153-0E4B-9601-59E72B2618F4}" type="slidenum">
              <a:rPr lang="en-US" altLang="x-none" smtClean="0"/>
              <a:pPr/>
              <a:t>33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35956084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</a:t>
            </a:r>
            <a:r>
              <a:rPr lang="en-DK" dirty="0"/>
              <a:t>etter to close the scanber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6A519E-3153-0E4B-9601-59E72B2618F4}" type="slidenum">
              <a:rPr lang="en-US" altLang="x-none" smtClean="0"/>
              <a:pPr/>
              <a:t>52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6463760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x-none"/>
              <a:t>Copyright © 2017 Pearson Education, Inc.</a:t>
            </a:r>
          </a:p>
        </p:txBody>
      </p:sp>
    </p:spTree>
    <p:extLst>
      <p:ext uri="{BB962C8B-B14F-4D97-AF65-F5344CB8AC3E}">
        <p14:creationId xmlns:p14="http://schemas.microsoft.com/office/powerpoint/2010/main" val="2083907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x-none"/>
              <a:t>Copyright © 2017 Pearson Education, Inc.</a:t>
            </a:r>
          </a:p>
        </p:txBody>
      </p:sp>
    </p:spTree>
    <p:extLst>
      <p:ext uri="{BB962C8B-B14F-4D97-AF65-F5344CB8AC3E}">
        <p14:creationId xmlns:p14="http://schemas.microsoft.com/office/powerpoint/2010/main" val="930200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x-none"/>
              <a:t>Copyright © 2017 Pearson Education, Inc.</a:t>
            </a:r>
          </a:p>
        </p:txBody>
      </p:sp>
    </p:spTree>
    <p:extLst>
      <p:ext uri="{BB962C8B-B14F-4D97-AF65-F5344CB8AC3E}">
        <p14:creationId xmlns:p14="http://schemas.microsoft.com/office/powerpoint/2010/main" val="2032567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x-none"/>
              <a:t>Copyright © 2017 Pearson Education, Inc.</a:t>
            </a:r>
          </a:p>
        </p:txBody>
      </p:sp>
    </p:spTree>
    <p:extLst>
      <p:ext uri="{BB962C8B-B14F-4D97-AF65-F5344CB8AC3E}">
        <p14:creationId xmlns:p14="http://schemas.microsoft.com/office/powerpoint/2010/main" val="1637601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x-none"/>
              <a:t>Copyright © 2017 Pearson Education, Inc.</a:t>
            </a:r>
          </a:p>
        </p:txBody>
      </p:sp>
    </p:spTree>
    <p:extLst>
      <p:ext uri="{BB962C8B-B14F-4D97-AF65-F5344CB8AC3E}">
        <p14:creationId xmlns:p14="http://schemas.microsoft.com/office/powerpoint/2010/main" val="1024511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x-none"/>
              <a:t>Copyright © 2017 Pearson Education, Inc.</a:t>
            </a:r>
          </a:p>
        </p:txBody>
      </p:sp>
    </p:spTree>
    <p:extLst>
      <p:ext uri="{BB962C8B-B14F-4D97-AF65-F5344CB8AC3E}">
        <p14:creationId xmlns:p14="http://schemas.microsoft.com/office/powerpoint/2010/main" val="4436552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x-none"/>
              <a:t>Copyright © 2017 Pearson Education, Inc.</a:t>
            </a:r>
          </a:p>
        </p:txBody>
      </p:sp>
    </p:spTree>
    <p:extLst>
      <p:ext uri="{BB962C8B-B14F-4D97-AF65-F5344CB8AC3E}">
        <p14:creationId xmlns:p14="http://schemas.microsoft.com/office/powerpoint/2010/main" val="449757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x-none"/>
              <a:t>Copyright © 2017 Pearson Education, Inc.</a:t>
            </a:r>
          </a:p>
        </p:txBody>
      </p:sp>
    </p:spTree>
    <p:extLst>
      <p:ext uri="{BB962C8B-B14F-4D97-AF65-F5344CB8AC3E}">
        <p14:creationId xmlns:p14="http://schemas.microsoft.com/office/powerpoint/2010/main" val="2081533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x-none"/>
              <a:t>Copyright © 2017 Pearson Education, Inc.</a:t>
            </a:r>
          </a:p>
        </p:txBody>
      </p:sp>
    </p:spTree>
    <p:extLst>
      <p:ext uri="{BB962C8B-B14F-4D97-AF65-F5344CB8AC3E}">
        <p14:creationId xmlns:p14="http://schemas.microsoft.com/office/powerpoint/2010/main" val="1826891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x-none"/>
              <a:t>Copyright © 2017 Pearson Education, Inc.</a:t>
            </a:r>
          </a:p>
        </p:txBody>
      </p:sp>
    </p:spTree>
    <p:extLst>
      <p:ext uri="{BB962C8B-B14F-4D97-AF65-F5344CB8AC3E}">
        <p14:creationId xmlns:p14="http://schemas.microsoft.com/office/powerpoint/2010/main" val="19881930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x-none"/>
              <a:t>Copyright © 2017 Pearson Education, Inc.</a:t>
            </a:r>
          </a:p>
        </p:txBody>
      </p:sp>
    </p:spTree>
    <p:extLst>
      <p:ext uri="{BB962C8B-B14F-4D97-AF65-F5344CB8AC3E}">
        <p14:creationId xmlns:p14="http://schemas.microsoft.com/office/powerpoint/2010/main" val="7152793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x-none" altLang="x-non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x-none"/>
              <a:t>Copyright © 2017 Pearson Education, Inc.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02A8202-014D-F64C-97B0-87240D9DFD83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862097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x-none" altLang="x-non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x-none"/>
              <a:t>Copyright © 2017 Pearson Education, Inc.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D1F5C51-CA28-DA4D-9E5D-A436AF78292F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5239624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x-none" altLang="x-non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x-none"/>
              <a:t>Copyright © 2017 Pearson Education, Inc.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29B4CAF-EE30-3846-BE48-95BF0DF57D38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994729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x-none" altLang="x-none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x-none"/>
              <a:t>Copyright © 2017 Pearson Education, Inc.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214AFBF-94DA-1E48-AB66-3D06C626D198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3206539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x-none" altLang="x-none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x-none"/>
              <a:t>Copyright © 2017 Pearson Education, Inc.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BEF5573-1760-054B-B1F3-EE977D9E7151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1952740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x-none" altLang="x-non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x-none"/>
              <a:t>Copyright © 2017 Pearson Education, Inc.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CDD08BA-8586-394E-8078-F08ACB280F5D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4091428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x-none" altLang="x-none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x-none"/>
              <a:t>Copyright © 2017 Pearson Education, Inc.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D9C9445-B96A-B340-BD9B-D01E1684AD4A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0134309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x-none" altLang="x-none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x-none"/>
              <a:t>Copyright © 2017 Pearson Education, Inc.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6377B90-B3E9-6F44-8C57-A5F8A9EEC33A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0404159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x-none" altLang="x-none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x-none"/>
              <a:t>Copyright © 2017 Pearson Education, Inc.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8D33164-4E3C-2147-B94A-35A69531119A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4594883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x-none" altLang="x-non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x-none"/>
              <a:t>Copyright © 2017 Pearson Education, Inc.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43589F5-782F-A44D-B462-149B24AE04E2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0628521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x-none" altLang="x-non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x-none"/>
              <a:t>Copyright © 2017 Pearson Education, Inc.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1380997-AEF9-C947-97BF-FF3BAA2AA06A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587445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accent1"/>
            </a:gs>
            <a:gs pos="100000">
              <a:srgbClr val="FFFF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274638"/>
            <a:ext cx="1158240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x-none"/>
              <a:t>Heading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066800"/>
            <a:ext cx="11582400" cy="533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x-none"/>
              <a:t>Click to edit Master text styles</a:t>
            </a:r>
          </a:p>
          <a:p>
            <a:pPr lvl="1"/>
            <a:r>
              <a:rPr lang="en-US" altLang="x-none"/>
              <a:t>Second level</a:t>
            </a:r>
          </a:p>
          <a:p>
            <a:pPr lvl="2"/>
            <a:r>
              <a:rPr lang="en-US" altLang="x-none"/>
              <a:t>Third level</a:t>
            </a:r>
          </a:p>
          <a:p>
            <a:pPr lvl="3"/>
            <a:r>
              <a:rPr lang="en-US" altLang="x-none"/>
              <a:t>Fourth level</a:t>
            </a:r>
          </a:p>
          <a:p>
            <a:pPr lvl="4"/>
            <a:r>
              <a:rPr lang="en-US" altLang="x-none"/>
              <a:t>Fifth level</a:t>
            </a:r>
          </a:p>
        </p:txBody>
      </p:sp>
      <p:sp>
        <p:nvSpPr>
          <p:cNvPr id="13319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470400" y="6477001"/>
            <a:ext cx="74168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dirty="0" smtClean="0">
                <a:latin typeface="Times New Roman" charset="0"/>
              </a:defRPr>
            </a:lvl1pPr>
          </a:lstStyle>
          <a:p>
            <a:pPr>
              <a:defRPr/>
            </a:pPr>
            <a:r>
              <a:rPr lang="en-US" altLang="x-none"/>
              <a:t>Copyright © 2017 Pearson Education, Inc.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  <a:ea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  <a:ea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  <a:ea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  <a:ea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0">
              <a:schemeClr val="accent1"/>
            </a:gs>
            <a:gs pos="100000">
              <a:srgbClr val="FFFF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x-none"/>
              <a:t>Click to edit Master title style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x-none"/>
              <a:t>Click to edit Master text styles</a:t>
            </a:r>
          </a:p>
          <a:p>
            <a:pPr lvl="1"/>
            <a:r>
              <a:rPr lang="en-US" altLang="x-none"/>
              <a:t>Second level</a:t>
            </a:r>
          </a:p>
          <a:p>
            <a:pPr lvl="2"/>
            <a:r>
              <a:rPr lang="en-US" altLang="x-none"/>
              <a:t>Third level</a:t>
            </a:r>
          </a:p>
          <a:p>
            <a:pPr lvl="3"/>
            <a:r>
              <a:rPr lang="en-US" altLang="x-none"/>
              <a:t>Fourth level</a:t>
            </a:r>
          </a:p>
          <a:p>
            <a:pPr lvl="4"/>
            <a:r>
              <a:rPr lang="en-US" altLang="x-none"/>
              <a:t>Fifth level</a:t>
            </a:r>
          </a:p>
        </p:txBody>
      </p:sp>
      <p:sp>
        <p:nvSpPr>
          <p:cNvPr id="1843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endParaRPr lang="x-none" altLang="x-none"/>
          </a:p>
        </p:txBody>
      </p:sp>
      <p:sp>
        <p:nvSpPr>
          <p:cNvPr id="1843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smtClean="0"/>
            </a:lvl1pPr>
          </a:lstStyle>
          <a:p>
            <a:pPr>
              <a:defRPr/>
            </a:pPr>
            <a:r>
              <a:rPr lang="en-US" altLang="x-none"/>
              <a:t>Copyright © 2017 Pearson Education, Inc.</a:t>
            </a:r>
          </a:p>
        </p:txBody>
      </p:sp>
      <p:sp>
        <p:nvSpPr>
          <p:cNvPr id="1843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5B6DD6A0-A847-004F-86C1-2907383B2584}" type="slidenum">
              <a:rPr lang="en-US" altLang="x-none"/>
              <a:pPr/>
              <a:t>‹#›</a:t>
            </a:fld>
            <a:endParaRPr lang="en-US" alt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AB971D7-2867-7A59-E955-D04C8BF5AB2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x-none"/>
              <a:t>Copyright © 2017 Pearson Education, Inc.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F1EA5EA-2D9B-F516-1401-36ABA419A259}"/>
              </a:ext>
            </a:extLst>
          </p:cNvPr>
          <p:cNvSpPr txBox="1">
            <a:spLocks/>
          </p:cNvSpPr>
          <p:nvPr/>
        </p:nvSpPr>
        <p:spPr>
          <a:xfrm>
            <a:off x="304800" y="274638"/>
            <a:ext cx="11582400" cy="715962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r>
              <a:rPr lang="en-US" altLang="x-none" kern="0" dirty="0"/>
              <a:t>Data Typer</a:t>
            </a:r>
          </a:p>
        </p:txBody>
      </p:sp>
    </p:spTree>
    <p:extLst>
      <p:ext uri="{BB962C8B-B14F-4D97-AF65-F5344CB8AC3E}">
        <p14:creationId xmlns:p14="http://schemas.microsoft.com/office/powerpoint/2010/main" val="40216993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 dirty="0"/>
              <a:t>Quick Check</a:t>
            </a:r>
          </a:p>
        </p:txBody>
      </p:sp>
      <p:sp>
        <p:nvSpPr>
          <p:cNvPr id="43011" name="TextBox 5"/>
          <p:cNvSpPr txBox="1">
            <a:spLocks noChangeArrowheads="1"/>
          </p:cNvSpPr>
          <p:nvPr/>
        </p:nvSpPr>
        <p:spPr bwMode="auto">
          <a:xfrm>
            <a:off x="1828800" y="1206500"/>
            <a:ext cx="861060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/>
              <a:t>What output is produced by the following?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x-none"/>
          </a:p>
        </p:txBody>
      </p:sp>
      <p:sp>
        <p:nvSpPr>
          <p:cNvPr id="41990" name="TextBox 6"/>
          <p:cNvSpPr txBox="1">
            <a:spLocks noChangeArrowheads="1"/>
          </p:cNvSpPr>
          <p:nvPr/>
        </p:nvSpPr>
        <p:spPr bwMode="auto">
          <a:xfrm>
            <a:off x="2438401" y="1981200"/>
            <a:ext cx="7388225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2400" dirty="0" err="1">
                <a:latin typeface="Courier New" charset="0"/>
                <a:ea typeface="Courier New" charset="0"/>
                <a:cs typeface="Courier New" charset="0"/>
              </a:rPr>
              <a:t>System.out.println</a:t>
            </a:r>
            <a:r>
              <a:rPr lang="en-US" altLang="x-none" sz="2400" dirty="0">
                <a:latin typeface="Courier New" charset="0"/>
                <a:ea typeface="Courier New" charset="0"/>
                <a:cs typeface="Courier New" charset="0"/>
              </a:rPr>
              <a:t>("X: " + 25);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2400" dirty="0" err="1">
                <a:latin typeface="Courier New" charset="0"/>
                <a:ea typeface="Courier New" charset="0"/>
                <a:cs typeface="Courier New" charset="0"/>
              </a:rPr>
              <a:t>System.out.println</a:t>
            </a:r>
            <a:r>
              <a:rPr lang="en-US" altLang="x-none" sz="2400" dirty="0">
                <a:latin typeface="Courier New" charset="0"/>
                <a:ea typeface="Courier New" charset="0"/>
                <a:cs typeface="Courier New" charset="0"/>
              </a:rPr>
              <a:t>("Y: " + (15 + 50));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2400" dirty="0" err="1">
                <a:latin typeface="Courier New" charset="0"/>
                <a:ea typeface="Courier New" charset="0"/>
                <a:cs typeface="Courier New" charset="0"/>
              </a:rPr>
              <a:t>System.out.println</a:t>
            </a:r>
            <a:r>
              <a:rPr lang="en-US" altLang="x-none" sz="2400" dirty="0">
                <a:latin typeface="Courier New" charset="0"/>
                <a:ea typeface="Courier New" charset="0"/>
                <a:cs typeface="Courier New" charset="0"/>
              </a:rPr>
              <a:t>("Z: " + 300 + 50);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x-none" sz="2400" dirty="0">
              <a:latin typeface="Courier New" charset="0"/>
              <a:ea typeface="Courier New" charset="0"/>
              <a:cs typeface="Courier New" charset="0"/>
            </a:endParaRPr>
          </a:p>
        </p:txBody>
      </p:sp>
    </p:spTree>
  </p:cSld>
  <p:clrMapOvr>
    <a:masterClrMapping/>
  </p:clrMapOvr>
  <p:transition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19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19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9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Quick Check</a:t>
            </a:r>
          </a:p>
        </p:txBody>
      </p:sp>
      <p:sp>
        <p:nvSpPr>
          <p:cNvPr id="44034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x-none" sz="1200">
                <a:latin typeface="Times New Roman" charset="0"/>
              </a:rPr>
              <a:t>Copyright © 2017 Pearson Education, Inc.</a:t>
            </a:r>
          </a:p>
        </p:txBody>
      </p:sp>
      <p:sp>
        <p:nvSpPr>
          <p:cNvPr id="44035" name="TextBox 5"/>
          <p:cNvSpPr txBox="1">
            <a:spLocks noChangeArrowheads="1"/>
          </p:cNvSpPr>
          <p:nvPr/>
        </p:nvSpPr>
        <p:spPr bwMode="auto">
          <a:xfrm>
            <a:off x="1828800" y="1206500"/>
            <a:ext cx="861060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/>
              <a:t>What output is produced by the following?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x-none"/>
          </a:p>
        </p:txBody>
      </p:sp>
      <p:sp>
        <p:nvSpPr>
          <p:cNvPr id="44036" name="TextBox 6"/>
          <p:cNvSpPr txBox="1">
            <a:spLocks noChangeArrowheads="1"/>
          </p:cNvSpPr>
          <p:nvPr/>
        </p:nvSpPr>
        <p:spPr bwMode="auto">
          <a:xfrm>
            <a:off x="2438401" y="1981200"/>
            <a:ext cx="7388225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2400">
                <a:latin typeface="Courier New" charset="0"/>
                <a:ea typeface="Courier New" charset="0"/>
                <a:cs typeface="Courier New" charset="0"/>
              </a:rPr>
              <a:t>System.out.println("X: " + 25);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2400">
                <a:latin typeface="Courier New" charset="0"/>
                <a:ea typeface="Courier New" charset="0"/>
                <a:cs typeface="Courier New" charset="0"/>
              </a:rPr>
              <a:t>System.out.println("Y: " + (15 + 50));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2400">
                <a:latin typeface="Courier New" charset="0"/>
                <a:ea typeface="Courier New" charset="0"/>
                <a:cs typeface="Courier New" charset="0"/>
              </a:rPr>
              <a:t>System.out.println("Z: " + 300 + 50);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x-none" sz="2400">
              <a:latin typeface="Courier New" charset="0"/>
              <a:ea typeface="Courier New" charset="0"/>
              <a:cs typeface="Courier New" charset="0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5043488" y="3733800"/>
            <a:ext cx="1662112" cy="120015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2400">
                <a:latin typeface="Courier New" charset="0"/>
                <a:ea typeface="Courier New" charset="0"/>
                <a:cs typeface="Courier New" charset="0"/>
              </a:rPr>
              <a:t>X: 25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2400">
                <a:latin typeface="Courier New" charset="0"/>
                <a:ea typeface="Courier New" charset="0"/>
                <a:cs typeface="Courier New" charset="0"/>
              </a:rPr>
              <a:t>Y: 65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2400">
                <a:latin typeface="Courier New" charset="0"/>
                <a:ea typeface="Courier New" charset="0"/>
                <a:cs typeface="Courier New" charset="0"/>
              </a:rPr>
              <a:t>Z: 30050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r>
              <a:rPr lang="en-US" altLang="x-none"/>
              <a:t>Escape Sequences</a:t>
            </a:r>
          </a:p>
        </p:txBody>
      </p:sp>
      <p:sp>
        <p:nvSpPr>
          <p:cNvPr id="4505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52600" y="1219200"/>
            <a:ext cx="8534400" cy="4800600"/>
          </a:xfrm>
          <a:noFill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</a:pPr>
            <a:endParaRPr lang="en-US" altLang="x-none" sz="1400" dirty="0"/>
          </a:p>
          <a:p>
            <a:pPr>
              <a:lnSpc>
                <a:spcPct val="90000"/>
              </a:lnSpc>
              <a:spcAft>
                <a:spcPts val="1200"/>
              </a:spcAft>
            </a:pPr>
            <a:r>
              <a:rPr lang="en-US" altLang="x-none" sz="2400" dirty="0"/>
              <a:t>An </a:t>
            </a:r>
            <a:r>
              <a:rPr lang="en-US" altLang="x-none" sz="2400" i="1" dirty="0"/>
              <a:t>escape sequence</a:t>
            </a:r>
            <a:r>
              <a:rPr lang="en-US" altLang="x-none" sz="2400" dirty="0"/>
              <a:t> is a series of characters that represents a special character</a:t>
            </a:r>
          </a:p>
          <a:p>
            <a:pPr>
              <a:lnSpc>
                <a:spcPct val="90000"/>
              </a:lnSpc>
            </a:pPr>
            <a:r>
              <a:rPr lang="en-US" altLang="x-none" sz="2400" dirty="0"/>
              <a:t>An escape sequence begins with a backslash character (</a:t>
            </a:r>
            <a:r>
              <a:rPr lang="en-US" altLang="x-none" sz="2400" dirty="0">
                <a:latin typeface="Courier New" charset="0"/>
              </a:rPr>
              <a:t>\</a:t>
            </a:r>
            <a:r>
              <a:rPr lang="en-US" altLang="x-none" sz="2400" dirty="0"/>
              <a:t>)</a:t>
            </a:r>
          </a:p>
          <a:p>
            <a:pPr>
              <a:lnSpc>
                <a:spcPct val="90000"/>
              </a:lnSpc>
            </a:pPr>
            <a:endParaRPr lang="en-US" altLang="x-none" sz="1400" dirty="0"/>
          </a:p>
          <a:p>
            <a:pPr algn="ctr">
              <a:lnSpc>
                <a:spcPct val="90000"/>
              </a:lnSpc>
              <a:buFont typeface="Times" charset="0"/>
              <a:buNone/>
            </a:pPr>
            <a:r>
              <a:rPr lang="en-US" altLang="x-none" sz="2000" dirty="0" err="1">
                <a:latin typeface="Courier New" charset="0"/>
              </a:rPr>
              <a:t>System.out.println</a:t>
            </a:r>
            <a:r>
              <a:rPr lang="en-US" altLang="x-none" sz="2000" dirty="0">
                <a:latin typeface="Courier New" charset="0"/>
              </a:rPr>
              <a:t>("I said </a:t>
            </a:r>
            <a:r>
              <a:rPr lang="en-US" altLang="x-none" sz="2000" dirty="0">
                <a:highlight>
                  <a:srgbClr val="FFFF00"/>
                </a:highlight>
                <a:latin typeface="Courier New" charset="0"/>
              </a:rPr>
              <a:t>\</a:t>
            </a:r>
            <a:r>
              <a:rPr lang="en-US" altLang="x-none" sz="2000" dirty="0">
                <a:latin typeface="Courier New" charset="0"/>
              </a:rPr>
              <a:t>"Hello</a:t>
            </a:r>
            <a:r>
              <a:rPr lang="en-US" altLang="x-none" sz="2000" dirty="0">
                <a:highlight>
                  <a:srgbClr val="FFFF00"/>
                </a:highlight>
                <a:latin typeface="Courier New" charset="0"/>
              </a:rPr>
              <a:t>\</a:t>
            </a:r>
            <a:r>
              <a:rPr lang="en-US" altLang="x-none" sz="2000" dirty="0">
                <a:latin typeface="Courier New" charset="0"/>
              </a:rPr>
              <a:t>" to you.");</a:t>
            </a:r>
          </a:p>
          <a:p>
            <a:pPr>
              <a:lnSpc>
                <a:spcPct val="90000"/>
              </a:lnSpc>
            </a:pPr>
            <a:endParaRPr lang="en-US" altLang="x-none" sz="1400" dirty="0"/>
          </a:p>
          <a:p>
            <a:pPr>
              <a:lnSpc>
                <a:spcPct val="90000"/>
              </a:lnSpc>
            </a:pPr>
            <a:endParaRPr lang="en-US" altLang="x-none" sz="2400" dirty="0"/>
          </a:p>
        </p:txBody>
      </p:sp>
      <p:sp>
        <p:nvSpPr>
          <p:cNvPr id="45059" name="Footer Placeholder 4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x-none" sz="1200">
                <a:latin typeface="Times New Roman" charset="0"/>
              </a:rPr>
              <a:t>Copyright © 2017 Pearson Education, Inc.</a:t>
            </a:r>
          </a:p>
        </p:txBody>
      </p:sp>
    </p:spTree>
  </p:cSld>
  <p:clrMapOvr>
    <a:masterClrMapping/>
  </p:clrMapOvr>
  <p:transition spd="med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r>
              <a:rPr lang="en-US" altLang="x-none"/>
              <a:t>Escape Sequences</a:t>
            </a:r>
          </a:p>
        </p:txBody>
      </p:sp>
      <p:sp>
        <p:nvSpPr>
          <p:cNvPr id="4608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28800" y="1295400"/>
            <a:ext cx="8458200" cy="903288"/>
          </a:xfrm>
          <a:noFill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r>
              <a:rPr lang="en-US" altLang="x-none"/>
              <a:t>Some Java escape sequences:</a:t>
            </a:r>
          </a:p>
        </p:txBody>
      </p:sp>
      <p:grpSp>
        <p:nvGrpSpPr>
          <p:cNvPr id="46083" name="Group 8"/>
          <p:cNvGrpSpPr>
            <a:grpSpLocks/>
          </p:cNvGrpSpPr>
          <p:nvPr/>
        </p:nvGrpSpPr>
        <p:grpSpPr bwMode="auto">
          <a:xfrm>
            <a:off x="3598862" y="1981200"/>
            <a:ext cx="4184650" cy="2462213"/>
            <a:chOff x="1434" y="1248"/>
            <a:chExt cx="2636" cy="1551"/>
          </a:xfrm>
        </p:grpSpPr>
        <p:sp>
          <p:nvSpPr>
            <p:cNvPr id="46086" name="Text Box 6"/>
            <p:cNvSpPr txBox="1">
              <a:spLocks noChangeArrowheads="1"/>
            </p:cNvSpPr>
            <p:nvPr/>
          </p:nvSpPr>
          <p:spPr bwMode="auto">
            <a:xfrm>
              <a:off x="1434" y="1248"/>
              <a:ext cx="1429" cy="15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37931725" indent="-37474525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x-none" sz="2000" b="1" u="sng" dirty="0">
                  <a:solidFill>
                    <a:srgbClr val="008000"/>
                  </a:solidFill>
                  <a:latin typeface="Arial Unicode MS" charset="0"/>
                </a:rPr>
                <a:t>Escape Sequence</a:t>
              </a:r>
              <a:endParaRPr lang="en-US" altLang="x-none" sz="2000" dirty="0">
                <a:solidFill>
                  <a:srgbClr val="008000"/>
                </a:solidFill>
                <a:latin typeface="Arial Unicode MS" charset="0"/>
              </a:endParaRPr>
            </a:p>
            <a:p>
              <a:pPr algn="ctr" eaLnBrk="1" hangingPunct="1">
                <a:spcBef>
                  <a:spcPct val="70000"/>
                </a:spcBef>
                <a:buFontTx/>
                <a:buNone/>
              </a:pPr>
              <a:r>
                <a:rPr lang="en-US" altLang="x-none" sz="2000" b="1" dirty="0">
                  <a:solidFill>
                    <a:srgbClr val="008000"/>
                  </a:solidFill>
                  <a:latin typeface="Courier New" charset="0"/>
                </a:rPr>
                <a:t>\b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x-none" sz="2000" b="1" dirty="0">
                  <a:solidFill>
                    <a:srgbClr val="008000"/>
                  </a:solidFill>
                  <a:latin typeface="Courier New" charset="0"/>
                </a:rPr>
                <a:t>\t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x-none" sz="2000" b="1" dirty="0">
                  <a:solidFill>
                    <a:srgbClr val="008000"/>
                  </a:solidFill>
                  <a:latin typeface="Courier New" charset="0"/>
                </a:rPr>
                <a:t>\n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x-none" sz="2000" b="1" dirty="0">
                  <a:solidFill>
                    <a:srgbClr val="008000"/>
                  </a:solidFill>
                  <a:latin typeface="Courier New" charset="0"/>
                </a:rPr>
                <a:t>\"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x-none" sz="2000" b="1" dirty="0">
                  <a:solidFill>
                    <a:srgbClr val="008000"/>
                  </a:solidFill>
                  <a:latin typeface="Courier New" charset="0"/>
                </a:rPr>
                <a:t>\'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x-none" sz="2000" b="1" dirty="0">
                  <a:solidFill>
                    <a:srgbClr val="008000"/>
                  </a:solidFill>
                  <a:latin typeface="Courier New" charset="0"/>
                </a:rPr>
                <a:t>\\</a:t>
              </a:r>
              <a:endParaRPr lang="en-US" altLang="x-none" sz="2000" dirty="0">
                <a:solidFill>
                  <a:srgbClr val="008000"/>
                </a:solidFill>
                <a:latin typeface="Courier New" charset="0"/>
              </a:endParaRPr>
            </a:p>
          </p:txBody>
        </p:sp>
        <p:sp>
          <p:nvSpPr>
            <p:cNvPr id="46087" name="Text Box 7"/>
            <p:cNvSpPr txBox="1">
              <a:spLocks noChangeArrowheads="1"/>
            </p:cNvSpPr>
            <p:nvPr/>
          </p:nvSpPr>
          <p:spPr bwMode="auto">
            <a:xfrm>
              <a:off x="3018" y="1248"/>
              <a:ext cx="1052" cy="15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37931725" indent="-37474525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x-none" sz="2000" b="1" u="sng" dirty="0">
                  <a:solidFill>
                    <a:srgbClr val="008000"/>
                  </a:solidFill>
                  <a:latin typeface="Arial Unicode MS" charset="0"/>
                </a:rPr>
                <a:t>Meaning</a:t>
              </a:r>
              <a:endParaRPr lang="en-US" altLang="x-none" sz="2000" dirty="0">
                <a:solidFill>
                  <a:srgbClr val="008000"/>
                </a:solidFill>
                <a:latin typeface="Arial Unicode MS" charset="0"/>
              </a:endParaRPr>
            </a:p>
            <a:p>
              <a:pPr eaLnBrk="1" hangingPunct="1">
                <a:spcBef>
                  <a:spcPct val="70000"/>
                </a:spcBef>
                <a:buFontTx/>
                <a:buNone/>
              </a:pPr>
              <a:r>
                <a:rPr lang="en-US" altLang="x-none" sz="2000" b="1" dirty="0">
                  <a:solidFill>
                    <a:srgbClr val="008000"/>
                  </a:solidFill>
                  <a:latin typeface="Arial Unicode MS" charset="0"/>
                </a:rPr>
                <a:t>backspace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x-none" sz="2000" b="1" dirty="0">
                  <a:solidFill>
                    <a:srgbClr val="008000"/>
                  </a:solidFill>
                  <a:latin typeface="Arial Unicode MS" charset="0"/>
                </a:rPr>
                <a:t>tab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x-none" sz="2000" b="1" dirty="0">
                  <a:solidFill>
                    <a:srgbClr val="008000"/>
                  </a:solidFill>
                  <a:latin typeface="Arial Unicode MS" charset="0"/>
                </a:rPr>
                <a:t>newline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x-none" sz="2000" b="1" dirty="0">
                  <a:solidFill>
                    <a:srgbClr val="008000"/>
                  </a:solidFill>
                  <a:latin typeface="Arial Unicode MS" charset="0"/>
                </a:rPr>
                <a:t>double quote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x-none" sz="2000" b="1" dirty="0">
                  <a:solidFill>
                    <a:srgbClr val="008000"/>
                  </a:solidFill>
                  <a:latin typeface="Arial Unicode MS" charset="0"/>
                </a:rPr>
                <a:t>single quote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x-none" sz="2000" b="1" dirty="0">
                  <a:solidFill>
                    <a:srgbClr val="008000"/>
                  </a:solidFill>
                  <a:latin typeface="Arial Unicode MS" charset="0"/>
                </a:rPr>
                <a:t>backslash</a:t>
              </a:r>
            </a:p>
          </p:txBody>
        </p:sp>
      </p:grpSp>
      <p:sp>
        <p:nvSpPr>
          <p:cNvPr id="46084" name="Footer Placeholder 8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x-none" sz="1200">
                <a:latin typeface="Times New Roman" charset="0"/>
              </a:rPr>
              <a:t>Copyright © 2017 Pearson Education, Inc.</a:t>
            </a: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1828800" y="4953000"/>
            <a:ext cx="8458200" cy="903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en-US" sz="2800" kern="0" dirty="0">
                <a:latin typeface="+mn-lt"/>
                <a:ea typeface="+mn-ea"/>
                <a:cs typeface="+mn-cs"/>
              </a:rPr>
              <a:t>See </a:t>
            </a:r>
            <a:r>
              <a:rPr lang="en-US" sz="2800" kern="0" dirty="0" err="1">
                <a:latin typeface="Courier New"/>
                <a:ea typeface="+mn-ea"/>
                <a:cs typeface="Courier New"/>
              </a:rPr>
              <a:t>Roses.java</a:t>
            </a:r>
            <a:endParaRPr lang="en-US" sz="2800" kern="0" dirty="0">
              <a:latin typeface="Courier New"/>
              <a:ea typeface="+mn-ea"/>
              <a:cs typeface="Courier New"/>
            </a:endParaRPr>
          </a:p>
        </p:txBody>
      </p:sp>
    </p:spTree>
  </p:cSld>
  <p:clrMapOvr>
    <a:masterClrMapping/>
  </p:clrMapOvr>
  <p:transition spd="med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Footer Placeholder 4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x-none" sz="1200">
                <a:latin typeface="Times New Roman" charset="0"/>
              </a:rPr>
              <a:t>Copyright © 2017 Pearson Education, Inc.</a:t>
            </a:r>
          </a:p>
        </p:txBody>
      </p:sp>
      <p:sp>
        <p:nvSpPr>
          <p:cNvPr id="47106" name="TextBox 5"/>
          <p:cNvSpPr txBox="1">
            <a:spLocks noChangeArrowheads="1"/>
          </p:cNvSpPr>
          <p:nvPr/>
        </p:nvSpPr>
        <p:spPr bwMode="auto">
          <a:xfrm>
            <a:off x="2133601" y="811214"/>
            <a:ext cx="7910513" cy="437038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182880" tIns="137160" rIns="182880" bIns="13716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solidFill>
                  <a:srgbClr val="008000"/>
                </a:solidFill>
                <a:latin typeface="Courier New" charset="0"/>
                <a:ea typeface="Courier New" charset="0"/>
                <a:cs typeface="Courier New" charset="0"/>
              </a:rPr>
              <a:t>//********************************************************************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solidFill>
                  <a:srgbClr val="008000"/>
                </a:solidFill>
                <a:latin typeface="Courier New" charset="0"/>
                <a:ea typeface="Courier New" charset="0"/>
                <a:cs typeface="Courier New" charset="0"/>
              </a:rPr>
              <a:t>//  </a:t>
            </a:r>
            <a:r>
              <a:rPr lang="en-US" altLang="x-none" sz="1400" b="1" dirty="0" err="1">
                <a:solidFill>
                  <a:srgbClr val="008000"/>
                </a:solidFill>
                <a:latin typeface="Courier New" charset="0"/>
                <a:ea typeface="Courier New" charset="0"/>
                <a:cs typeface="Courier New" charset="0"/>
              </a:rPr>
              <a:t>Roses.java</a:t>
            </a:r>
            <a:r>
              <a:rPr lang="en-US" altLang="x-none" sz="1400" b="1" dirty="0">
                <a:solidFill>
                  <a:srgbClr val="008000"/>
                </a:solidFill>
                <a:latin typeface="Courier New" charset="0"/>
                <a:ea typeface="Courier New" charset="0"/>
                <a:cs typeface="Courier New" charset="0"/>
              </a:rPr>
              <a:t>       Author: Lewis/Loftus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solidFill>
                  <a:srgbClr val="008000"/>
                </a:solidFill>
                <a:latin typeface="Courier New" charset="0"/>
                <a:ea typeface="Courier New" charset="0"/>
                <a:cs typeface="Courier New" charset="0"/>
              </a:rPr>
              <a:t>//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solidFill>
                  <a:srgbClr val="008000"/>
                </a:solidFill>
                <a:latin typeface="Courier New" charset="0"/>
                <a:ea typeface="Courier New" charset="0"/>
                <a:cs typeface="Courier New" charset="0"/>
              </a:rPr>
              <a:t>//  Demonstrates the use of escape sequences.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solidFill>
                  <a:srgbClr val="008000"/>
                </a:solidFill>
                <a:latin typeface="Courier New" charset="0"/>
                <a:ea typeface="Courier New" charset="0"/>
                <a:cs typeface="Courier New" charset="0"/>
              </a:rPr>
              <a:t>//********************************************************************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x-none" sz="1400" b="1" dirty="0">
              <a:solidFill>
                <a:srgbClr val="008000"/>
              </a:solidFill>
              <a:latin typeface="Courier New" charset="0"/>
              <a:ea typeface="Courier New" charset="0"/>
              <a:cs typeface="Courier New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solidFill>
                  <a:srgbClr val="3366FF"/>
                </a:solidFill>
                <a:latin typeface="Courier New" charset="0"/>
                <a:ea typeface="Courier New" charset="0"/>
                <a:cs typeface="Courier New" charset="0"/>
              </a:rPr>
              <a:t>public class </a:t>
            </a:r>
            <a:r>
              <a:rPr lang="en-US" altLang="x-none" sz="1400" b="1" dirty="0">
                <a:latin typeface="Courier New" charset="0"/>
                <a:ea typeface="Courier New" charset="0"/>
                <a:cs typeface="Courier New" charset="0"/>
              </a:rPr>
              <a:t>Roses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latin typeface="Courier New" charset="0"/>
                <a:ea typeface="Courier New" charset="0"/>
                <a:cs typeface="Courier New" charset="0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latin typeface="Courier New" charset="0"/>
                <a:ea typeface="Courier New" charset="0"/>
                <a:cs typeface="Courier New" charset="0"/>
              </a:rPr>
              <a:t>   </a:t>
            </a:r>
            <a:r>
              <a:rPr lang="en-US" altLang="x-none" sz="1400" b="1" dirty="0">
                <a:solidFill>
                  <a:srgbClr val="008000"/>
                </a:solidFill>
                <a:latin typeface="Courier New" charset="0"/>
                <a:ea typeface="Courier New" charset="0"/>
                <a:cs typeface="Courier New" charset="0"/>
              </a:rPr>
              <a:t>//-----------------------------------------------------------------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solidFill>
                  <a:srgbClr val="008000"/>
                </a:solidFill>
                <a:latin typeface="Courier New" charset="0"/>
                <a:ea typeface="Courier New" charset="0"/>
                <a:cs typeface="Courier New" charset="0"/>
              </a:rPr>
              <a:t>   //  Prints a poem (of sorts) on multiple lines.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solidFill>
                  <a:srgbClr val="008000"/>
                </a:solidFill>
                <a:latin typeface="Courier New" charset="0"/>
                <a:ea typeface="Courier New" charset="0"/>
                <a:cs typeface="Courier New" charset="0"/>
              </a:rPr>
              <a:t>   //-----------------------------------------------------------------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latin typeface="Courier New" charset="0"/>
                <a:ea typeface="Courier New" charset="0"/>
                <a:cs typeface="Courier New" charset="0"/>
              </a:rPr>
              <a:t>   </a:t>
            </a:r>
            <a:r>
              <a:rPr lang="en-US" altLang="x-none" sz="1400" b="1" dirty="0">
                <a:solidFill>
                  <a:srgbClr val="3366FF"/>
                </a:solidFill>
                <a:latin typeface="Courier New" charset="0"/>
                <a:ea typeface="Courier New" charset="0"/>
                <a:cs typeface="Courier New" charset="0"/>
              </a:rPr>
              <a:t>public static void </a:t>
            </a:r>
            <a:r>
              <a:rPr lang="en-US" altLang="x-none" sz="1400" b="1" dirty="0">
                <a:latin typeface="Courier New" charset="0"/>
                <a:ea typeface="Courier New" charset="0"/>
                <a:cs typeface="Courier New" charset="0"/>
              </a:rPr>
              <a:t>main(String[] </a:t>
            </a:r>
            <a:r>
              <a:rPr lang="en-US" altLang="x-none" sz="1400" b="1" dirty="0" err="1">
                <a:latin typeface="Courier New" charset="0"/>
                <a:ea typeface="Courier New" charset="0"/>
                <a:cs typeface="Courier New" charset="0"/>
              </a:rPr>
              <a:t>args</a:t>
            </a:r>
            <a:r>
              <a:rPr lang="en-US" altLang="x-none" sz="1400" b="1" dirty="0">
                <a:latin typeface="Courier New" charset="0"/>
                <a:ea typeface="Courier New" charset="0"/>
                <a:cs typeface="Courier New" charset="0"/>
              </a:rPr>
              <a:t>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latin typeface="Courier New" charset="0"/>
                <a:ea typeface="Courier New" charset="0"/>
                <a:cs typeface="Courier New" charset="0"/>
              </a:rPr>
              <a:t>  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latin typeface="Courier New" charset="0"/>
                <a:ea typeface="Courier New" charset="0"/>
                <a:cs typeface="Courier New" charset="0"/>
              </a:rPr>
              <a:t>      </a:t>
            </a:r>
            <a:r>
              <a:rPr lang="en-US" altLang="x-none" sz="1400" b="1" dirty="0" err="1">
                <a:latin typeface="Courier New" charset="0"/>
                <a:ea typeface="Courier New" charset="0"/>
                <a:cs typeface="Courier New" charset="0"/>
              </a:rPr>
              <a:t>System.out.println</a:t>
            </a:r>
            <a:r>
              <a:rPr lang="en-US" altLang="x-none" sz="1400" b="1" dirty="0">
                <a:latin typeface="Courier New" charset="0"/>
                <a:ea typeface="Courier New" charset="0"/>
                <a:cs typeface="Courier New" charset="0"/>
              </a:rPr>
              <a:t>("Roses are red,\n\</a:t>
            </a:r>
            <a:r>
              <a:rPr lang="en-US" altLang="x-none" sz="1400" b="1" dirty="0" err="1">
                <a:latin typeface="Courier New" charset="0"/>
                <a:ea typeface="Courier New" charset="0"/>
                <a:cs typeface="Courier New" charset="0"/>
              </a:rPr>
              <a:t>tViolets</a:t>
            </a:r>
            <a:r>
              <a:rPr lang="en-US" altLang="x-none" sz="1400" b="1" dirty="0">
                <a:latin typeface="Courier New" charset="0"/>
                <a:ea typeface="Courier New" charset="0"/>
                <a:cs typeface="Courier New" charset="0"/>
              </a:rPr>
              <a:t> are blue,\n" +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latin typeface="Courier New" charset="0"/>
                <a:ea typeface="Courier New" charset="0"/>
                <a:cs typeface="Courier New" charset="0"/>
              </a:rPr>
              <a:t>         "Sugar is sweet,\n\</a:t>
            </a:r>
            <a:r>
              <a:rPr lang="en-US" altLang="x-none" sz="1400" b="1" dirty="0" err="1">
                <a:latin typeface="Courier New" charset="0"/>
                <a:ea typeface="Courier New" charset="0"/>
                <a:cs typeface="Courier New" charset="0"/>
              </a:rPr>
              <a:t>tBut</a:t>
            </a:r>
            <a:r>
              <a:rPr lang="en-US" altLang="x-none" sz="1400" b="1" dirty="0">
                <a:latin typeface="Courier New" charset="0"/>
                <a:ea typeface="Courier New" charset="0"/>
                <a:cs typeface="Courier New" charset="0"/>
              </a:rPr>
              <a:t> I have \"commitment issues\",\n\t" +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latin typeface="Courier New" charset="0"/>
                <a:ea typeface="Courier New" charset="0"/>
                <a:cs typeface="Courier New" charset="0"/>
              </a:rPr>
              <a:t>         "So I'd rather just be friends\n\</a:t>
            </a:r>
            <a:r>
              <a:rPr lang="en-US" altLang="x-none" sz="1400" b="1" dirty="0" err="1">
                <a:latin typeface="Courier New" charset="0"/>
                <a:ea typeface="Courier New" charset="0"/>
                <a:cs typeface="Courier New" charset="0"/>
              </a:rPr>
              <a:t>tAt</a:t>
            </a:r>
            <a:r>
              <a:rPr lang="en-US" altLang="x-none" sz="1400" b="1" dirty="0">
                <a:latin typeface="Courier New" charset="0"/>
                <a:ea typeface="Courier New" charset="0"/>
                <a:cs typeface="Courier New" charset="0"/>
              </a:rPr>
              <a:t> this point in our " +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latin typeface="Courier New" charset="0"/>
                <a:ea typeface="Courier New" charset="0"/>
                <a:cs typeface="Courier New" charset="0"/>
              </a:rPr>
              <a:t>         "relationship.");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latin typeface="Courier New" charset="0"/>
                <a:ea typeface="Courier New" charset="0"/>
                <a:cs typeface="Courier New" charset="0"/>
              </a:rPr>
              <a:t>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latin typeface="Courier New" charset="0"/>
                <a:ea typeface="Courier New" charset="0"/>
                <a:cs typeface="Courier New" charset="0"/>
              </a:rPr>
              <a:t>}</a:t>
            </a:r>
          </a:p>
        </p:txBody>
      </p:sp>
    </p:spTree>
  </p:cSld>
  <p:clrMapOvr>
    <a:masterClrMapping/>
  </p:clrMapOvr>
  <p:transition spd="med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Footer Placeholder 4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x-none" sz="1200">
                <a:latin typeface="Times New Roman" charset="0"/>
              </a:rPr>
              <a:t>Copyright © 2017 Pearson Education, Inc.</a:t>
            </a:r>
          </a:p>
        </p:txBody>
      </p:sp>
      <p:sp>
        <p:nvSpPr>
          <p:cNvPr id="48130" name="TextBox 5"/>
          <p:cNvSpPr txBox="1">
            <a:spLocks noChangeArrowheads="1"/>
          </p:cNvSpPr>
          <p:nvPr/>
        </p:nvSpPr>
        <p:spPr bwMode="auto">
          <a:xfrm>
            <a:off x="2133601" y="811214"/>
            <a:ext cx="7910513" cy="437038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182880" tIns="137160" rIns="182880" bIns="13716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solidFill>
                  <a:srgbClr val="008000"/>
                </a:solidFill>
                <a:latin typeface="Courier New" charset="0"/>
                <a:ea typeface="Courier New" charset="0"/>
                <a:cs typeface="Courier New" charset="0"/>
              </a:rPr>
              <a:t>//********************************************************************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solidFill>
                  <a:srgbClr val="008000"/>
                </a:solidFill>
                <a:latin typeface="Courier New" charset="0"/>
                <a:ea typeface="Courier New" charset="0"/>
                <a:cs typeface="Courier New" charset="0"/>
              </a:rPr>
              <a:t>//  </a:t>
            </a:r>
            <a:r>
              <a:rPr lang="en-US" altLang="x-none" sz="1400" b="1" dirty="0" err="1">
                <a:solidFill>
                  <a:srgbClr val="008000"/>
                </a:solidFill>
                <a:latin typeface="Courier New" charset="0"/>
                <a:ea typeface="Courier New" charset="0"/>
                <a:cs typeface="Courier New" charset="0"/>
              </a:rPr>
              <a:t>Roses.java</a:t>
            </a:r>
            <a:r>
              <a:rPr lang="en-US" altLang="x-none" sz="1400" b="1" dirty="0">
                <a:solidFill>
                  <a:srgbClr val="008000"/>
                </a:solidFill>
                <a:latin typeface="Courier New" charset="0"/>
                <a:ea typeface="Courier New" charset="0"/>
                <a:cs typeface="Courier New" charset="0"/>
              </a:rPr>
              <a:t>       Author: Lewis/Loftus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solidFill>
                  <a:srgbClr val="008000"/>
                </a:solidFill>
                <a:latin typeface="Courier New" charset="0"/>
                <a:ea typeface="Courier New" charset="0"/>
                <a:cs typeface="Courier New" charset="0"/>
              </a:rPr>
              <a:t>//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solidFill>
                  <a:srgbClr val="008000"/>
                </a:solidFill>
                <a:latin typeface="Courier New" charset="0"/>
                <a:ea typeface="Courier New" charset="0"/>
                <a:cs typeface="Courier New" charset="0"/>
              </a:rPr>
              <a:t>//  Demonstrates the use of escape sequences.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solidFill>
                  <a:srgbClr val="008000"/>
                </a:solidFill>
                <a:latin typeface="Courier New" charset="0"/>
                <a:ea typeface="Courier New" charset="0"/>
                <a:cs typeface="Courier New" charset="0"/>
              </a:rPr>
              <a:t>//********************************************************************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x-none" sz="1400" b="1" dirty="0">
              <a:solidFill>
                <a:srgbClr val="008000"/>
              </a:solidFill>
              <a:latin typeface="Courier New" charset="0"/>
              <a:ea typeface="Courier New" charset="0"/>
              <a:cs typeface="Courier New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solidFill>
                  <a:srgbClr val="3366FF"/>
                </a:solidFill>
                <a:latin typeface="Courier New" charset="0"/>
                <a:ea typeface="Courier New" charset="0"/>
                <a:cs typeface="Courier New" charset="0"/>
              </a:rPr>
              <a:t>public class </a:t>
            </a:r>
            <a:r>
              <a:rPr lang="en-US" altLang="x-none" sz="1400" b="1" dirty="0">
                <a:latin typeface="Courier New" charset="0"/>
                <a:ea typeface="Courier New" charset="0"/>
                <a:cs typeface="Courier New" charset="0"/>
              </a:rPr>
              <a:t>Roses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latin typeface="Courier New" charset="0"/>
                <a:ea typeface="Courier New" charset="0"/>
                <a:cs typeface="Courier New" charset="0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latin typeface="Courier New" charset="0"/>
                <a:ea typeface="Courier New" charset="0"/>
                <a:cs typeface="Courier New" charset="0"/>
              </a:rPr>
              <a:t>   </a:t>
            </a:r>
            <a:r>
              <a:rPr lang="en-US" altLang="x-none" sz="1400" b="1" dirty="0">
                <a:solidFill>
                  <a:srgbClr val="008000"/>
                </a:solidFill>
                <a:latin typeface="Courier New" charset="0"/>
                <a:ea typeface="Courier New" charset="0"/>
                <a:cs typeface="Courier New" charset="0"/>
              </a:rPr>
              <a:t>//-----------------------------------------------------------------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solidFill>
                  <a:srgbClr val="008000"/>
                </a:solidFill>
                <a:latin typeface="Courier New" charset="0"/>
                <a:ea typeface="Courier New" charset="0"/>
                <a:cs typeface="Courier New" charset="0"/>
              </a:rPr>
              <a:t>   //  Prints a poem (of sorts) on multiple lines.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solidFill>
                  <a:srgbClr val="008000"/>
                </a:solidFill>
                <a:latin typeface="Courier New" charset="0"/>
                <a:ea typeface="Courier New" charset="0"/>
                <a:cs typeface="Courier New" charset="0"/>
              </a:rPr>
              <a:t>   //-----------------------------------------------------------------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latin typeface="Courier New" charset="0"/>
                <a:ea typeface="Courier New" charset="0"/>
                <a:cs typeface="Courier New" charset="0"/>
              </a:rPr>
              <a:t>   </a:t>
            </a:r>
            <a:r>
              <a:rPr lang="en-US" altLang="x-none" sz="1400" b="1" dirty="0">
                <a:solidFill>
                  <a:srgbClr val="3366FF"/>
                </a:solidFill>
                <a:latin typeface="Courier New" charset="0"/>
                <a:ea typeface="Courier New" charset="0"/>
                <a:cs typeface="Courier New" charset="0"/>
              </a:rPr>
              <a:t>public static void </a:t>
            </a:r>
            <a:r>
              <a:rPr lang="en-US" altLang="x-none" sz="1400" b="1" dirty="0">
                <a:latin typeface="Courier New" charset="0"/>
                <a:ea typeface="Courier New" charset="0"/>
                <a:cs typeface="Courier New" charset="0"/>
              </a:rPr>
              <a:t>main(String[] </a:t>
            </a:r>
            <a:r>
              <a:rPr lang="en-US" altLang="x-none" sz="1400" b="1" dirty="0" err="1">
                <a:latin typeface="Courier New" charset="0"/>
                <a:ea typeface="Courier New" charset="0"/>
                <a:cs typeface="Courier New" charset="0"/>
              </a:rPr>
              <a:t>args</a:t>
            </a:r>
            <a:r>
              <a:rPr lang="en-US" altLang="x-none" sz="1400" b="1" dirty="0">
                <a:latin typeface="Courier New" charset="0"/>
                <a:ea typeface="Courier New" charset="0"/>
                <a:cs typeface="Courier New" charset="0"/>
              </a:rPr>
              <a:t>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latin typeface="Courier New" charset="0"/>
                <a:ea typeface="Courier New" charset="0"/>
                <a:cs typeface="Courier New" charset="0"/>
              </a:rPr>
              <a:t>  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latin typeface="Courier New" charset="0"/>
                <a:ea typeface="Courier New" charset="0"/>
                <a:cs typeface="Courier New" charset="0"/>
              </a:rPr>
              <a:t>      </a:t>
            </a:r>
            <a:r>
              <a:rPr lang="en-US" altLang="x-none" sz="1400" b="1" dirty="0" err="1">
                <a:latin typeface="Courier New" charset="0"/>
                <a:ea typeface="Courier New" charset="0"/>
                <a:cs typeface="Courier New" charset="0"/>
              </a:rPr>
              <a:t>System.out.println</a:t>
            </a:r>
            <a:r>
              <a:rPr lang="en-US" altLang="x-none" sz="1400" b="1" dirty="0">
                <a:latin typeface="Courier New" charset="0"/>
                <a:ea typeface="Courier New" charset="0"/>
                <a:cs typeface="Courier New" charset="0"/>
              </a:rPr>
              <a:t>("Roses are red,\n\</a:t>
            </a:r>
            <a:r>
              <a:rPr lang="en-US" altLang="x-none" sz="1400" b="1" dirty="0" err="1">
                <a:latin typeface="Courier New" charset="0"/>
                <a:ea typeface="Courier New" charset="0"/>
                <a:cs typeface="Courier New" charset="0"/>
              </a:rPr>
              <a:t>tViolets</a:t>
            </a:r>
            <a:r>
              <a:rPr lang="en-US" altLang="x-none" sz="1400" b="1" dirty="0">
                <a:latin typeface="Courier New" charset="0"/>
                <a:ea typeface="Courier New" charset="0"/>
                <a:cs typeface="Courier New" charset="0"/>
              </a:rPr>
              <a:t> are blue,\n" +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latin typeface="Courier New" charset="0"/>
                <a:ea typeface="Courier New" charset="0"/>
                <a:cs typeface="Courier New" charset="0"/>
              </a:rPr>
              <a:t>         "Sugar is sweet,\n\</a:t>
            </a:r>
            <a:r>
              <a:rPr lang="en-US" altLang="x-none" sz="1400" b="1" dirty="0" err="1">
                <a:latin typeface="Courier New" charset="0"/>
                <a:ea typeface="Courier New" charset="0"/>
                <a:cs typeface="Courier New" charset="0"/>
              </a:rPr>
              <a:t>tBut</a:t>
            </a:r>
            <a:r>
              <a:rPr lang="en-US" altLang="x-none" sz="1400" b="1" dirty="0">
                <a:latin typeface="Courier New" charset="0"/>
                <a:ea typeface="Courier New" charset="0"/>
                <a:cs typeface="Courier New" charset="0"/>
              </a:rPr>
              <a:t> I have \"commitment issues\",\n\t" +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latin typeface="Courier New" charset="0"/>
                <a:ea typeface="Courier New" charset="0"/>
                <a:cs typeface="Courier New" charset="0"/>
              </a:rPr>
              <a:t>         "So I'd rather just be friends\n\</a:t>
            </a:r>
            <a:r>
              <a:rPr lang="en-US" altLang="x-none" sz="1400" b="1" dirty="0" err="1">
                <a:latin typeface="Courier New" charset="0"/>
                <a:ea typeface="Courier New" charset="0"/>
                <a:cs typeface="Courier New" charset="0"/>
              </a:rPr>
              <a:t>tAt</a:t>
            </a:r>
            <a:r>
              <a:rPr lang="en-US" altLang="x-none" sz="1400" b="1" dirty="0">
                <a:latin typeface="Courier New" charset="0"/>
                <a:ea typeface="Courier New" charset="0"/>
                <a:cs typeface="Courier New" charset="0"/>
              </a:rPr>
              <a:t> this point in our " +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latin typeface="Courier New" charset="0"/>
                <a:ea typeface="Courier New" charset="0"/>
                <a:cs typeface="Courier New" charset="0"/>
              </a:rPr>
              <a:t>         "relationship.");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latin typeface="Courier New" charset="0"/>
                <a:ea typeface="Courier New" charset="0"/>
                <a:cs typeface="Courier New" charset="0"/>
              </a:rPr>
              <a:t>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latin typeface="Courier New" charset="0"/>
                <a:ea typeface="Courier New" charset="0"/>
                <a:cs typeface="Courier New" charset="0"/>
              </a:rPr>
              <a:t>}</a:t>
            </a:r>
          </a:p>
        </p:txBody>
      </p:sp>
      <p:sp>
        <p:nvSpPr>
          <p:cNvPr id="4" name="TextBox 5"/>
          <p:cNvSpPr txBox="1">
            <a:spLocks noChangeArrowheads="1"/>
          </p:cNvSpPr>
          <p:nvPr/>
        </p:nvSpPr>
        <p:spPr bwMode="auto">
          <a:xfrm>
            <a:off x="2971801" y="457201"/>
            <a:ext cx="6526213" cy="2646363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182880" tIns="137160" rIns="182880" bIns="13716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1200"/>
              </a:spcAft>
              <a:buNone/>
            </a:pPr>
            <a:r>
              <a:rPr lang="en-US" altLang="x-none" sz="2400" b="1" u="sng">
                <a:ea typeface="Courier New" charset="0"/>
                <a:cs typeface="Courier New" charset="0"/>
              </a:rPr>
              <a:t>Output</a:t>
            </a:r>
            <a:endParaRPr lang="en-US" altLang="x-none" sz="2400" b="1">
              <a:latin typeface="Courier New" charset="0"/>
              <a:ea typeface="Courier New" charset="0"/>
              <a:cs typeface="Courier New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2000" b="1">
                <a:latin typeface="Courier New" charset="0"/>
                <a:ea typeface="Courier New" charset="0"/>
                <a:cs typeface="Courier New" charset="0"/>
              </a:rPr>
              <a:t>Roses are red,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2000" b="1">
                <a:latin typeface="Courier New" charset="0"/>
                <a:ea typeface="Courier New" charset="0"/>
                <a:cs typeface="Courier New" charset="0"/>
              </a:rPr>
              <a:t>	Violets are blue,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2000" b="1">
                <a:latin typeface="Courier New" charset="0"/>
                <a:ea typeface="Courier New" charset="0"/>
                <a:cs typeface="Courier New" charset="0"/>
              </a:rPr>
              <a:t>Sugar is sweet,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2000" b="1">
                <a:latin typeface="Courier New" charset="0"/>
                <a:ea typeface="Courier New" charset="0"/>
                <a:cs typeface="Courier New" charset="0"/>
              </a:rPr>
              <a:t>	But I have "commitment issues",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2000" b="1">
                <a:latin typeface="Courier New" charset="0"/>
                <a:ea typeface="Courier New" charset="0"/>
                <a:cs typeface="Courier New" charset="0"/>
              </a:rPr>
              <a:t>	So I'd rather just be friends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2000" b="1">
                <a:latin typeface="Courier New" charset="0"/>
                <a:ea typeface="Courier New" charset="0"/>
                <a:cs typeface="Courier New" charset="0"/>
              </a:rPr>
              <a:t>	At this point in our relationship.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Outline</a:t>
            </a:r>
          </a:p>
        </p:txBody>
      </p:sp>
      <p:sp>
        <p:nvSpPr>
          <p:cNvPr id="56323" name="Text Box 3"/>
          <p:cNvSpPr txBox="1">
            <a:spLocks noChangeArrowheads="1"/>
          </p:cNvSpPr>
          <p:nvPr/>
        </p:nvSpPr>
        <p:spPr bwMode="auto">
          <a:xfrm>
            <a:off x="4191001" y="1219200"/>
            <a:ext cx="4003675" cy="323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x-none" sz="2400" b="1"/>
              <a:t>Character Strings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x-none" sz="2400" b="1"/>
              <a:t>Variables and Assignment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x-none" sz="2400" b="1"/>
              <a:t>Primitive Data Types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x-none" sz="2400" b="1"/>
              <a:t>Expressions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x-none" sz="2400" b="1"/>
              <a:t>Data Conversion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x-none" sz="2400" b="1"/>
              <a:t>Interactive Programs</a:t>
            </a:r>
          </a:p>
        </p:txBody>
      </p:sp>
      <p:sp>
        <p:nvSpPr>
          <p:cNvPr id="56324" name="AutoShape 4"/>
          <p:cNvSpPr>
            <a:spLocks noChangeArrowheads="1"/>
          </p:cNvSpPr>
          <p:nvPr/>
        </p:nvSpPr>
        <p:spPr bwMode="auto">
          <a:xfrm>
            <a:off x="3352800" y="1849438"/>
            <a:ext cx="685800" cy="304800"/>
          </a:xfrm>
          <a:prstGeom prst="rightArrow">
            <a:avLst>
              <a:gd name="adj1" fmla="val 50000"/>
              <a:gd name="adj2" fmla="val 56250"/>
            </a:avLst>
          </a:prstGeom>
          <a:solidFill>
            <a:srgbClr val="FFCC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x-none" altLang="x-none" sz="1800"/>
          </a:p>
        </p:txBody>
      </p:sp>
      <p:sp>
        <p:nvSpPr>
          <p:cNvPr id="51204" name="Footer Placeholder 5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x-none" sz="1200">
                <a:latin typeface="Times New Roman" charset="0"/>
              </a:rPr>
              <a:t>Copyright © 2017 Pearson Education, Inc.</a:t>
            </a: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3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3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1000"/>
                                        <p:tgtEl>
                                          <p:spTgt spid="56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3" grpId="0"/>
      <p:bldP spid="5632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r>
              <a:rPr lang="en-US" altLang="x-none"/>
              <a:t>Variables</a:t>
            </a:r>
          </a:p>
        </p:txBody>
      </p:sp>
      <p:sp>
        <p:nvSpPr>
          <p:cNvPr id="522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52600" y="1143001"/>
            <a:ext cx="8686800" cy="1863725"/>
          </a:xfrm>
          <a:noFill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  <a:spcBef>
                <a:spcPct val="70000"/>
              </a:spcBef>
            </a:pPr>
            <a:r>
              <a:rPr lang="en-US" altLang="x-none"/>
              <a:t>A </a:t>
            </a:r>
            <a:r>
              <a:rPr lang="en-US" altLang="x-none" i="1"/>
              <a:t>variable</a:t>
            </a:r>
            <a:r>
              <a:rPr lang="en-US" altLang="x-none"/>
              <a:t> is a name for a location in memory that holds a value</a:t>
            </a:r>
          </a:p>
          <a:p>
            <a:pPr>
              <a:lnSpc>
                <a:spcPct val="90000"/>
              </a:lnSpc>
              <a:spcBef>
                <a:spcPct val="70000"/>
              </a:spcBef>
            </a:pPr>
            <a:r>
              <a:rPr lang="en-US" altLang="x-none"/>
              <a:t>A </a:t>
            </a:r>
            <a:r>
              <a:rPr lang="en-US" altLang="x-none" i="1"/>
              <a:t>variable declaration </a:t>
            </a:r>
            <a:r>
              <a:rPr lang="en-US" altLang="x-none"/>
              <a:t>specifies the variable's name and the type of information that it will hold</a:t>
            </a:r>
            <a:endParaRPr lang="en-US" altLang="x-none">
              <a:latin typeface="Courier New" charset="0"/>
            </a:endParaRPr>
          </a:p>
        </p:txBody>
      </p:sp>
      <p:sp>
        <p:nvSpPr>
          <p:cNvPr id="23556" name="Text Box 4"/>
          <p:cNvSpPr txBox="1">
            <a:spLocks noChangeArrowheads="1"/>
          </p:cNvSpPr>
          <p:nvPr/>
        </p:nvSpPr>
        <p:spPr bwMode="auto">
          <a:xfrm>
            <a:off x="4351338" y="4294189"/>
            <a:ext cx="3878262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Ctr="1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x-none" sz="2000" b="1" dirty="0">
                <a:highlight>
                  <a:srgbClr val="FFFF00"/>
                </a:highlight>
                <a:latin typeface="Courier New" charset="0"/>
              </a:rPr>
              <a:t>int</a:t>
            </a:r>
            <a:r>
              <a:rPr lang="en-US" altLang="x-none" sz="2000" b="1" dirty="0">
                <a:latin typeface="Courier New" charset="0"/>
              </a:rPr>
              <a:t> total;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2000" b="1" dirty="0">
                <a:highlight>
                  <a:srgbClr val="FFFF00"/>
                </a:highlight>
                <a:latin typeface="Courier New" charset="0"/>
              </a:rPr>
              <a:t>int</a:t>
            </a:r>
            <a:r>
              <a:rPr lang="en-US" altLang="x-none" sz="2000" b="1" dirty="0">
                <a:latin typeface="Courier New" charset="0"/>
              </a:rPr>
              <a:t> count, temp, result;</a:t>
            </a:r>
          </a:p>
        </p:txBody>
      </p:sp>
      <p:sp>
        <p:nvSpPr>
          <p:cNvPr id="23558" name="Text Box 6"/>
          <p:cNvSpPr txBox="1">
            <a:spLocks noChangeArrowheads="1"/>
          </p:cNvSpPr>
          <p:nvPr/>
        </p:nvSpPr>
        <p:spPr bwMode="auto">
          <a:xfrm>
            <a:off x="2819400" y="5318126"/>
            <a:ext cx="64595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Ctr="1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x-none" sz="2000" b="1">
                <a:solidFill>
                  <a:srgbClr val="008000"/>
                </a:solidFill>
                <a:latin typeface="Arial Unicode MS" charset="0"/>
              </a:rPr>
              <a:t>Multiple variables can be created in one declaration</a:t>
            </a:r>
            <a:endParaRPr lang="en-US" altLang="x-none" sz="2400">
              <a:solidFill>
                <a:srgbClr val="008000"/>
              </a:solidFill>
              <a:latin typeface="Arial Unicode MS" charset="0"/>
            </a:endParaRP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3187700" y="3381376"/>
            <a:ext cx="1428750" cy="836613"/>
            <a:chOff x="828" y="1777"/>
            <a:chExt cx="900" cy="527"/>
          </a:xfrm>
        </p:grpSpPr>
        <p:sp>
          <p:nvSpPr>
            <p:cNvPr id="52234" name="Text Box 8"/>
            <p:cNvSpPr txBox="1">
              <a:spLocks noChangeArrowheads="1"/>
            </p:cNvSpPr>
            <p:nvPr/>
          </p:nvSpPr>
          <p:spPr bwMode="auto">
            <a:xfrm>
              <a:off x="828" y="1777"/>
              <a:ext cx="82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37931725" indent="-37474525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x-none" sz="2000" b="1">
                  <a:solidFill>
                    <a:srgbClr val="008000"/>
                  </a:solidFill>
                  <a:latin typeface="Arial Unicode MS" charset="0"/>
                </a:rPr>
                <a:t>data type</a:t>
              </a:r>
              <a:endParaRPr lang="en-US" altLang="x-none" sz="2400">
                <a:solidFill>
                  <a:srgbClr val="008000"/>
                </a:solidFill>
                <a:latin typeface="Arial Unicode MS" charset="0"/>
              </a:endParaRPr>
            </a:p>
          </p:txBody>
        </p:sp>
        <p:sp>
          <p:nvSpPr>
            <p:cNvPr id="52235" name="Line 9"/>
            <p:cNvSpPr>
              <a:spLocks noChangeShapeType="1"/>
            </p:cNvSpPr>
            <p:nvPr/>
          </p:nvSpPr>
          <p:spPr bwMode="auto">
            <a:xfrm>
              <a:off x="1584" y="2016"/>
              <a:ext cx="144" cy="288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3" name="Group 10"/>
          <p:cNvGrpSpPr>
            <a:grpSpLocks/>
          </p:cNvGrpSpPr>
          <p:nvPr/>
        </p:nvGrpSpPr>
        <p:grpSpPr bwMode="auto">
          <a:xfrm>
            <a:off x="5581651" y="3338513"/>
            <a:ext cx="1893888" cy="836612"/>
            <a:chOff x="2348" y="1777"/>
            <a:chExt cx="1193" cy="527"/>
          </a:xfrm>
        </p:grpSpPr>
        <p:sp>
          <p:nvSpPr>
            <p:cNvPr id="52232" name="Text Box 11"/>
            <p:cNvSpPr txBox="1">
              <a:spLocks noChangeArrowheads="1"/>
            </p:cNvSpPr>
            <p:nvPr/>
          </p:nvSpPr>
          <p:spPr bwMode="auto">
            <a:xfrm>
              <a:off x="2348" y="1777"/>
              <a:ext cx="1193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37931725" indent="-37474525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x-none" sz="2000" b="1">
                  <a:solidFill>
                    <a:srgbClr val="008000"/>
                  </a:solidFill>
                  <a:latin typeface="Arial Unicode MS" charset="0"/>
                </a:rPr>
                <a:t>variable name</a:t>
              </a:r>
              <a:endParaRPr lang="en-US" altLang="x-none" sz="2400">
                <a:solidFill>
                  <a:srgbClr val="008000"/>
                </a:solidFill>
                <a:latin typeface="Arial Unicode MS" charset="0"/>
              </a:endParaRPr>
            </a:p>
          </p:txBody>
        </p:sp>
        <p:sp>
          <p:nvSpPr>
            <p:cNvPr id="52233" name="Line 12"/>
            <p:cNvSpPr>
              <a:spLocks noChangeShapeType="1"/>
            </p:cNvSpPr>
            <p:nvPr/>
          </p:nvSpPr>
          <p:spPr bwMode="auto">
            <a:xfrm flipH="1">
              <a:off x="2352" y="2016"/>
              <a:ext cx="96" cy="288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52231" name="Footer Placeholder 1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x-none" sz="1200">
                <a:latin typeface="Times New Roman" charset="0"/>
              </a:rPr>
              <a:t>Copyright © 2017 Pearson Education, Inc.</a:t>
            </a: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35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35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3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6" grpId="0" autoUpdateAnimBg="0"/>
      <p:bldP spid="23558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Variable Initialization</a:t>
            </a:r>
          </a:p>
        </p:txBody>
      </p:sp>
      <p:sp>
        <p:nvSpPr>
          <p:cNvPr id="532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52600" y="1295401"/>
            <a:ext cx="8305800" cy="96837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x-none"/>
              <a:t>A variable can be given an initial value in the declaration</a:t>
            </a:r>
          </a:p>
        </p:txBody>
      </p:sp>
      <p:sp>
        <p:nvSpPr>
          <p:cNvPr id="53251" name="Text Box 6"/>
          <p:cNvSpPr txBox="1">
            <a:spLocks noChangeArrowheads="1"/>
          </p:cNvSpPr>
          <p:nvPr/>
        </p:nvSpPr>
        <p:spPr bwMode="auto">
          <a:xfrm>
            <a:off x="3810000" y="2422526"/>
            <a:ext cx="39941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Ctr="1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2000" b="1" dirty="0">
                <a:latin typeface="Courier New" charset="0"/>
              </a:rPr>
              <a:t>int sum </a:t>
            </a:r>
            <a:r>
              <a:rPr lang="en-US" altLang="x-none" sz="2000" b="1" dirty="0">
                <a:highlight>
                  <a:srgbClr val="FFFF00"/>
                </a:highlight>
                <a:latin typeface="Courier New" charset="0"/>
              </a:rPr>
              <a:t>=</a:t>
            </a:r>
            <a:r>
              <a:rPr lang="en-US" altLang="x-none" sz="2000" b="1" dirty="0">
                <a:latin typeface="Courier New" charset="0"/>
              </a:rPr>
              <a:t> 0;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2000" b="1" dirty="0">
                <a:latin typeface="Courier New" charset="0"/>
              </a:rPr>
              <a:t>int base = 32, max = 149;</a:t>
            </a:r>
            <a:endParaRPr lang="en-US" altLang="x-none" sz="2400" dirty="0">
              <a:latin typeface="Times New Roman" charset="0"/>
            </a:endParaRPr>
          </a:p>
        </p:txBody>
      </p:sp>
      <p:sp>
        <p:nvSpPr>
          <p:cNvPr id="53252" name="Footer Placeholder 7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x-none" sz="1200">
                <a:latin typeface="Times New Roman" charset="0"/>
              </a:rPr>
              <a:t>Copyright © 2017 Pearson Education, Inc.</a:t>
            </a:r>
          </a:p>
        </p:txBody>
      </p:sp>
      <p:sp>
        <p:nvSpPr>
          <p:cNvPr id="53253" name="Rectangle 3"/>
          <p:cNvSpPr txBox="1">
            <a:spLocks noChangeArrowheads="1"/>
          </p:cNvSpPr>
          <p:nvPr/>
        </p:nvSpPr>
        <p:spPr bwMode="auto">
          <a:xfrm>
            <a:off x="1752600" y="3505200"/>
            <a:ext cx="8305800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altLang="x-none" dirty="0"/>
              <a:t>When a variable is referenced in a program, its current value is used</a:t>
            </a:r>
          </a:p>
          <a:p>
            <a:pPr>
              <a:lnSpc>
                <a:spcPct val="90000"/>
              </a:lnSpc>
            </a:pPr>
            <a:r>
              <a:rPr lang="en-US" altLang="x-none" dirty="0"/>
              <a:t>See </a:t>
            </a:r>
            <a:r>
              <a:rPr lang="en-US" altLang="x-none" dirty="0" err="1">
                <a:latin typeface="Courier New" charset="0"/>
                <a:ea typeface="Courier New" charset="0"/>
                <a:cs typeface="Courier New" charset="0"/>
              </a:rPr>
              <a:t>PianoKeys.java</a:t>
            </a:r>
            <a:endParaRPr lang="en-US" altLang="x-none" dirty="0">
              <a:latin typeface="Courier New" charset="0"/>
              <a:ea typeface="Courier New" charset="0"/>
              <a:cs typeface="Courier New" charset="0"/>
            </a:endParaRPr>
          </a:p>
        </p:txBody>
      </p:sp>
    </p:spTree>
  </p:cSld>
  <p:clrMapOvr>
    <a:masterClrMapping/>
  </p:clrMapOvr>
  <p:transition spd="med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Footer Placeholder 4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x-none" sz="1200">
                <a:latin typeface="Times New Roman" charset="0"/>
              </a:rPr>
              <a:t>Copyright © 2017 Pearson Education, Inc.</a:t>
            </a:r>
          </a:p>
        </p:txBody>
      </p:sp>
      <p:sp>
        <p:nvSpPr>
          <p:cNvPr id="55298" name="TextBox 5"/>
          <p:cNvSpPr txBox="1">
            <a:spLocks noChangeArrowheads="1"/>
          </p:cNvSpPr>
          <p:nvPr/>
        </p:nvSpPr>
        <p:spPr bwMode="auto">
          <a:xfrm>
            <a:off x="2133601" y="811214"/>
            <a:ext cx="7910513" cy="415448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182880" tIns="137160" rIns="182880" bIns="13716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solidFill>
                  <a:srgbClr val="008000"/>
                </a:solidFill>
                <a:latin typeface="Courier New" charset="0"/>
                <a:ea typeface="Courier New" charset="0"/>
                <a:cs typeface="Courier New" charset="0"/>
              </a:rPr>
              <a:t>//********************************************************************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solidFill>
                  <a:srgbClr val="008000"/>
                </a:solidFill>
                <a:latin typeface="Courier New" charset="0"/>
                <a:ea typeface="Courier New" charset="0"/>
                <a:cs typeface="Courier New" charset="0"/>
              </a:rPr>
              <a:t>//  </a:t>
            </a:r>
            <a:r>
              <a:rPr lang="en-US" altLang="x-none" sz="1400" b="1" dirty="0" err="1">
                <a:solidFill>
                  <a:srgbClr val="008000"/>
                </a:solidFill>
                <a:latin typeface="Courier New" charset="0"/>
                <a:ea typeface="Courier New" charset="0"/>
                <a:cs typeface="Courier New" charset="0"/>
              </a:rPr>
              <a:t>PianoKeys.java</a:t>
            </a:r>
            <a:r>
              <a:rPr lang="en-US" altLang="x-none" sz="1400" b="1" dirty="0">
                <a:solidFill>
                  <a:srgbClr val="008000"/>
                </a:solidFill>
                <a:latin typeface="Courier New" charset="0"/>
                <a:ea typeface="Courier New" charset="0"/>
                <a:cs typeface="Courier New" charset="0"/>
              </a:rPr>
              <a:t>       Author: Lewis/Loftus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solidFill>
                  <a:srgbClr val="008000"/>
                </a:solidFill>
                <a:latin typeface="Courier New" charset="0"/>
                <a:ea typeface="Courier New" charset="0"/>
                <a:cs typeface="Courier New" charset="0"/>
              </a:rPr>
              <a:t>//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solidFill>
                  <a:srgbClr val="008000"/>
                </a:solidFill>
                <a:latin typeface="Courier New" charset="0"/>
                <a:ea typeface="Courier New" charset="0"/>
                <a:cs typeface="Courier New" charset="0"/>
              </a:rPr>
              <a:t>//  Demonstrates the declaration, initialization, and use of an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solidFill>
                  <a:srgbClr val="008000"/>
                </a:solidFill>
                <a:latin typeface="Courier New" charset="0"/>
                <a:ea typeface="Courier New" charset="0"/>
                <a:cs typeface="Courier New" charset="0"/>
              </a:rPr>
              <a:t>//  integer variable.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solidFill>
                  <a:srgbClr val="008000"/>
                </a:solidFill>
                <a:latin typeface="Courier New" charset="0"/>
                <a:ea typeface="Courier New" charset="0"/>
                <a:cs typeface="Courier New" charset="0"/>
              </a:rPr>
              <a:t>//********************************************************************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x-none" sz="1400" b="1" dirty="0">
              <a:solidFill>
                <a:srgbClr val="008000"/>
              </a:solidFill>
              <a:latin typeface="Courier New" charset="0"/>
              <a:ea typeface="Courier New" charset="0"/>
              <a:cs typeface="Courier New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solidFill>
                  <a:srgbClr val="3366FF"/>
                </a:solidFill>
                <a:latin typeface="Courier New" charset="0"/>
                <a:ea typeface="Courier New" charset="0"/>
                <a:cs typeface="Courier New" charset="0"/>
              </a:rPr>
              <a:t>public class </a:t>
            </a:r>
            <a:r>
              <a:rPr lang="en-US" altLang="x-none" sz="1400" b="1" dirty="0" err="1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PianoKeys</a:t>
            </a:r>
            <a:endParaRPr lang="en-US" altLang="x-none" sz="1400" b="1" dirty="0">
              <a:solidFill>
                <a:srgbClr val="000000"/>
              </a:solidFill>
              <a:latin typeface="Courier New" charset="0"/>
              <a:ea typeface="Courier New" charset="0"/>
              <a:cs typeface="Courier New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   </a:t>
            </a:r>
            <a:r>
              <a:rPr lang="en-US" altLang="x-none" sz="1400" b="1" dirty="0">
                <a:solidFill>
                  <a:srgbClr val="008000"/>
                </a:solidFill>
                <a:latin typeface="Courier New" charset="0"/>
                <a:ea typeface="Courier New" charset="0"/>
                <a:cs typeface="Courier New" charset="0"/>
              </a:rPr>
              <a:t>//-----------------------------------------------------------------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solidFill>
                  <a:srgbClr val="008000"/>
                </a:solidFill>
                <a:latin typeface="Courier New" charset="0"/>
                <a:ea typeface="Courier New" charset="0"/>
                <a:cs typeface="Courier New" charset="0"/>
              </a:rPr>
              <a:t>   //  Prints the number of keys on a piano.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solidFill>
                  <a:srgbClr val="008000"/>
                </a:solidFill>
                <a:latin typeface="Courier New" charset="0"/>
                <a:ea typeface="Courier New" charset="0"/>
                <a:cs typeface="Courier New" charset="0"/>
              </a:rPr>
              <a:t>   //-----------------------------------------------------------------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   </a:t>
            </a:r>
            <a:r>
              <a:rPr lang="en-US" altLang="x-none" sz="1400" b="1" dirty="0">
                <a:solidFill>
                  <a:srgbClr val="3366FF"/>
                </a:solidFill>
                <a:latin typeface="Courier New" charset="0"/>
                <a:ea typeface="Courier New" charset="0"/>
                <a:cs typeface="Courier New" charset="0"/>
              </a:rPr>
              <a:t>public static void </a:t>
            </a:r>
            <a:r>
              <a:rPr lang="en-US" altLang="x-none" sz="1400" b="1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main(String[] </a:t>
            </a:r>
            <a:r>
              <a:rPr lang="en-US" altLang="x-none" sz="1400" b="1" dirty="0" err="1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args</a:t>
            </a:r>
            <a:r>
              <a:rPr lang="en-US" altLang="x-none" sz="1400" b="1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  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      </a:t>
            </a:r>
            <a:r>
              <a:rPr lang="en-US" altLang="x-none" sz="1400" b="1" dirty="0">
                <a:solidFill>
                  <a:srgbClr val="3366FF"/>
                </a:solidFill>
                <a:latin typeface="Courier New" charset="0"/>
                <a:ea typeface="Courier New" charset="0"/>
                <a:cs typeface="Courier New" charset="0"/>
              </a:rPr>
              <a:t>int </a:t>
            </a:r>
            <a:r>
              <a:rPr lang="en-US" altLang="x-none" sz="1400" b="1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keys = 88;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      </a:t>
            </a:r>
            <a:r>
              <a:rPr lang="en-US" altLang="x-none" sz="1400" b="1" dirty="0" err="1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System.out.println</a:t>
            </a:r>
            <a:r>
              <a:rPr lang="en-US" altLang="x-none" sz="1400" b="1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("A piano has " + keys + " keys.");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}</a:t>
            </a:r>
          </a:p>
        </p:txBody>
      </p:sp>
      <p:sp>
        <p:nvSpPr>
          <p:cNvPr id="5" name="TextBox 5"/>
          <p:cNvSpPr txBox="1">
            <a:spLocks noChangeArrowheads="1"/>
          </p:cNvSpPr>
          <p:nvPr/>
        </p:nvSpPr>
        <p:spPr bwMode="auto">
          <a:xfrm>
            <a:off x="4343400" y="533401"/>
            <a:ext cx="3448050" cy="1108075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182880" tIns="137160" rIns="182880" bIns="13716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1200"/>
              </a:spcAft>
              <a:buNone/>
            </a:pPr>
            <a:r>
              <a:rPr lang="en-US" altLang="x-none" sz="2400" b="1" u="sng" dirty="0">
                <a:ea typeface="Courier New" charset="0"/>
                <a:cs typeface="Courier New" charset="0"/>
              </a:rPr>
              <a:t>Output</a:t>
            </a:r>
            <a:endParaRPr lang="en-US" altLang="x-none" sz="2400" b="1" dirty="0">
              <a:latin typeface="Courier New" charset="0"/>
              <a:ea typeface="Courier New" charset="0"/>
              <a:cs typeface="Courier New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2000" b="1" dirty="0">
                <a:latin typeface="Courier New" charset="0"/>
                <a:ea typeface="Courier New" charset="0"/>
                <a:cs typeface="Courier New" charset="0"/>
              </a:rPr>
              <a:t>A piano has 88 keys.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r>
              <a:rPr lang="en-US" altLang="x-none"/>
              <a:t>Assignment</a:t>
            </a:r>
          </a:p>
        </p:txBody>
      </p:sp>
      <p:sp>
        <p:nvSpPr>
          <p:cNvPr id="563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52600" y="1143001"/>
            <a:ext cx="8534400" cy="1376363"/>
          </a:xfrm>
          <a:noFill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  <a:spcAft>
                <a:spcPts val="1200"/>
              </a:spcAft>
            </a:pPr>
            <a:r>
              <a:rPr lang="en-US" altLang="x-none" dirty="0"/>
              <a:t>An </a:t>
            </a:r>
            <a:r>
              <a:rPr lang="en-US" altLang="x-none" i="1" dirty="0"/>
              <a:t>assignment statement</a:t>
            </a:r>
            <a:r>
              <a:rPr lang="en-US" altLang="x-none" dirty="0"/>
              <a:t> changes the value of a variable</a:t>
            </a:r>
          </a:p>
          <a:p>
            <a:pPr>
              <a:lnSpc>
                <a:spcPct val="90000"/>
              </a:lnSpc>
            </a:pPr>
            <a:r>
              <a:rPr lang="en-US" altLang="x-none" dirty="0"/>
              <a:t>The assignment operator is the </a:t>
            </a:r>
            <a:r>
              <a:rPr lang="en-US" altLang="x-none" dirty="0">
                <a:highlight>
                  <a:srgbClr val="FFFF00"/>
                </a:highlight>
                <a:latin typeface="Courier New" charset="0"/>
              </a:rPr>
              <a:t>=</a:t>
            </a:r>
            <a:r>
              <a:rPr lang="en-US" altLang="x-none" dirty="0"/>
              <a:t> sign</a:t>
            </a:r>
            <a:endParaRPr lang="en-US" altLang="x-none" dirty="0">
              <a:latin typeface="Courier New" charset="0"/>
            </a:endParaRPr>
          </a:p>
        </p:txBody>
      </p:sp>
      <p:sp>
        <p:nvSpPr>
          <p:cNvPr id="25604" name="Text Box 4"/>
          <p:cNvSpPr txBox="1">
            <a:spLocks noChangeArrowheads="1"/>
          </p:cNvSpPr>
          <p:nvPr/>
        </p:nvSpPr>
        <p:spPr bwMode="auto">
          <a:xfrm>
            <a:off x="4953000" y="2895601"/>
            <a:ext cx="1860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Ctr="1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x-none" sz="2000" b="1" dirty="0">
                <a:latin typeface="Courier New" charset="0"/>
              </a:rPr>
              <a:t>total = 55;</a:t>
            </a:r>
            <a:endParaRPr lang="en-US" altLang="x-none" sz="2400" dirty="0">
              <a:latin typeface="Times New Roman" charset="0"/>
            </a:endParaRP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5410200" y="3352800"/>
            <a:ext cx="990600" cy="304800"/>
            <a:chOff x="2304" y="1968"/>
            <a:chExt cx="624" cy="240"/>
          </a:xfrm>
        </p:grpSpPr>
        <p:sp>
          <p:nvSpPr>
            <p:cNvPr id="56327" name="Line 6"/>
            <p:cNvSpPr>
              <a:spLocks noChangeShapeType="1"/>
            </p:cNvSpPr>
            <p:nvPr/>
          </p:nvSpPr>
          <p:spPr bwMode="auto">
            <a:xfrm>
              <a:off x="2928" y="1968"/>
              <a:ext cx="0" cy="240"/>
            </a:xfrm>
            <a:prstGeom prst="line">
              <a:avLst/>
            </a:prstGeom>
            <a:noFill/>
            <a:ln w="31750">
              <a:solidFill>
                <a:srgbClr val="FF33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6328" name="Line 7"/>
            <p:cNvSpPr>
              <a:spLocks noChangeShapeType="1"/>
            </p:cNvSpPr>
            <p:nvPr/>
          </p:nvSpPr>
          <p:spPr bwMode="auto">
            <a:xfrm flipH="1">
              <a:off x="2304" y="2208"/>
              <a:ext cx="624" cy="0"/>
            </a:xfrm>
            <a:prstGeom prst="line">
              <a:avLst/>
            </a:prstGeom>
            <a:noFill/>
            <a:ln w="31750">
              <a:solidFill>
                <a:srgbClr val="FF33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6329" name="Line 8"/>
            <p:cNvSpPr>
              <a:spLocks noChangeShapeType="1"/>
            </p:cNvSpPr>
            <p:nvPr/>
          </p:nvSpPr>
          <p:spPr bwMode="auto">
            <a:xfrm flipV="1">
              <a:off x="2304" y="1968"/>
              <a:ext cx="0" cy="240"/>
            </a:xfrm>
            <a:prstGeom prst="line">
              <a:avLst/>
            </a:prstGeom>
            <a:noFill/>
            <a:ln w="31750">
              <a:solidFill>
                <a:srgbClr val="FF3300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56325" name="Footer Placeholder 11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x-none" sz="1200">
                <a:latin typeface="Times New Roman" charset="0"/>
              </a:rPr>
              <a:t>Copyright © 2017 Pearson Education, Inc.</a:t>
            </a:r>
          </a:p>
        </p:txBody>
      </p:sp>
      <p:sp>
        <p:nvSpPr>
          <p:cNvPr id="56326" name="Rectangle 3"/>
          <p:cNvSpPr txBox="1">
            <a:spLocks noChangeArrowheads="1"/>
          </p:cNvSpPr>
          <p:nvPr/>
        </p:nvSpPr>
        <p:spPr bwMode="auto">
          <a:xfrm>
            <a:off x="1676400" y="3962400"/>
            <a:ext cx="8534400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>
              <a:lnSpc>
                <a:spcPct val="90000"/>
              </a:lnSpc>
              <a:spcAft>
                <a:spcPts val="1200"/>
              </a:spcAft>
            </a:pPr>
            <a:r>
              <a:rPr lang="en-US" altLang="x-none" dirty="0"/>
              <a:t>The value that was in </a:t>
            </a:r>
            <a:r>
              <a:rPr lang="en-US" altLang="x-none" dirty="0">
                <a:latin typeface="Courier New" charset="0"/>
                <a:ea typeface="Courier New" charset="0"/>
                <a:cs typeface="Courier New" charset="0"/>
              </a:rPr>
              <a:t>total</a:t>
            </a:r>
            <a:r>
              <a:rPr lang="en-US" altLang="x-none" dirty="0"/>
              <a:t> is </a:t>
            </a:r>
            <a:r>
              <a:rPr lang="en-US" altLang="x-none" dirty="0">
                <a:highlight>
                  <a:srgbClr val="FFFF00"/>
                </a:highlight>
              </a:rPr>
              <a:t>overwritten</a:t>
            </a:r>
          </a:p>
          <a:p>
            <a:pPr>
              <a:lnSpc>
                <a:spcPct val="90000"/>
              </a:lnSpc>
              <a:spcAft>
                <a:spcPts val="1200"/>
              </a:spcAft>
            </a:pPr>
            <a:r>
              <a:rPr lang="en-US" altLang="x-none" dirty="0"/>
              <a:t>You can only assign a value to a variable that is consistent with the variable's declared type</a:t>
            </a:r>
          </a:p>
          <a:p>
            <a:pPr>
              <a:lnSpc>
                <a:spcPct val="90000"/>
              </a:lnSpc>
            </a:pPr>
            <a:r>
              <a:rPr lang="en-US" altLang="x-none" dirty="0"/>
              <a:t>See </a:t>
            </a:r>
            <a:r>
              <a:rPr lang="en-US" altLang="x-none" dirty="0" err="1">
                <a:latin typeface="Courier New" charset="0"/>
                <a:ea typeface="Courier New" charset="0"/>
                <a:cs typeface="Courier New" charset="0"/>
              </a:rPr>
              <a:t>Geometry.java</a:t>
            </a:r>
            <a:endParaRPr lang="en-US" altLang="x-none" dirty="0">
              <a:latin typeface="Courier New" charset="0"/>
              <a:ea typeface="Courier New" charset="0"/>
              <a:cs typeface="Courier New" charset="0"/>
            </a:endParaRP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6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6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4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9F443-A6ED-2183-46BE-0FD9F9993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b="1" dirty="0"/>
              <a:t>literal</a:t>
            </a:r>
            <a:endParaRPr lang="en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51228D-943C-ED94-02E2-30F15072B1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DK" b="1" dirty="0"/>
              <a:t>A literal is a fixed value that you write directly into your Java source code.</a:t>
            </a:r>
            <a:endParaRPr lang="en-DK" dirty="0"/>
          </a:p>
          <a:p>
            <a:pPr marL="0" indent="0">
              <a:buNone/>
            </a:pPr>
            <a:r>
              <a:rPr lang="en-DK" dirty="0"/>
              <a:t>   int age = 25;</a:t>
            </a:r>
          </a:p>
          <a:p>
            <a:pPr marL="0" indent="0">
              <a:buNone/>
            </a:pPr>
            <a:r>
              <a:rPr lang="en-DK" dirty="0"/>
              <a:t>   25 is the </a:t>
            </a:r>
            <a:r>
              <a:rPr lang="en-DK" b="1" dirty="0"/>
              <a:t>literal</a:t>
            </a:r>
            <a:r>
              <a:rPr lang="en-DK" dirty="0"/>
              <a:t>, while age is a </a:t>
            </a:r>
            <a:r>
              <a:rPr lang="en-DK" b="1" dirty="0"/>
              <a:t>variable</a:t>
            </a:r>
            <a:r>
              <a:rPr lang="en-DK" dirty="0"/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1DE0D8-8FB0-B3C1-BBE7-36E2952A22D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x-none"/>
              <a:t>Copyright © 2017 Pearson Education, Inc.</a:t>
            </a:r>
          </a:p>
        </p:txBody>
      </p:sp>
    </p:spTree>
    <p:extLst>
      <p:ext uri="{BB962C8B-B14F-4D97-AF65-F5344CB8AC3E}">
        <p14:creationId xmlns:p14="http://schemas.microsoft.com/office/powerpoint/2010/main" val="17612091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Footer Placeholder 4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x-none" sz="1200">
                <a:latin typeface="Times New Roman" charset="0"/>
              </a:rPr>
              <a:t>Copyright © 2017 Pearson Education, Inc.</a:t>
            </a:r>
          </a:p>
        </p:txBody>
      </p:sp>
      <p:sp>
        <p:nvSpPr>
          <p:cNvPr id="58370" name="TextBox 5"/>
          <p:cNvSpPr txBox="1">
            <a:spLocks noChangeArrowheads="1"/>
          </p:cNvSpPr>
          <p:nvPr/>
        </p:nvSpPr>
        <p:spPr bwMode="auto">
          <a:xfrm>
            <a:off x="2133601" y="811213"/>
            <a:ext cx="7910513" cy="54483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182880" tIns="137160" rIns="182880" bIns="13716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solidFill>
                  <a:srgbClr val="008000"/>
                </a:solidFill>
                <a:latin typeface="Courier New" charset="0"/>
                <a:ea typeface="Courier New" charset="0"/>
                <a:cs typeface="Courier New" charset="0"/>
              </a:rPr>
              <a:t>//********************************************************************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solidFill>
                  <a:srgbClr val="008000"/>
                </a:solidFill>
                <a:latin typeface="Courier New" charset="0"/>
                <a:ea typeface="Courier New" charset="0"/>
                <a:cs typeface="Courier New" charset="0"/>
              </a:rPr>
              <a:t>//  </a:t>
            </a:r>
            <a:r>
              <a:rPr lang="en-US" altLang="x-none" sz="1400" b="1" dirty="0" err="1">
                <a:solidFill>
                  <a:srgbClr val="008000"/>
                </a:solidFill>
                <a:latin typeface="Courier New" charset="0"/>
                <a:ea typeface="Courier New" charset="0"/>
                <a:cs typeface="Courier New" charset="0"/>
              </a:rPr>
              <a:t>Geometry.java</a:t>
            </a:r>
            <a:r>
              <a:rPr lang="en-US" altLang="x-none" sz="1400" b="1" dirty="0">
                <a:solidFill>
                  <a:srgbClr val="008000"/>
                </a:solidFill>
                <a:latin typeface="Courier New" charset="0"/>
                <a:ea typeface="Courier New" charset="0"/>
                <a:cs typeface="Courier New" charset="0"/>
              </a:rPr>
              <a:t>       Author: Lewis/Loftus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solidFill>
                  <a:srgbClr val="008000"/>
                </a:solidFill>
                <a:latin typeface="Courier New" charset="0"/>
                <a:ea typeface="Courier New" charset="0"/>
                <a:cs typeface="Courier New" charset="0"/>
              </a:rPr>
              <a:t>//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solidFill>
                  <a:srgbClr val="008000"/>
                </a:solidFill>
                <a:latin typeface="Courier New" charset="0"/>
                <a:ea typeface="Courier New" charset="0"/>
                <a:cs typeface="Courier New" charset="0"/>
              </a:rPr>
              <a:t>//  Demonstrates the use of an assignment statement to change the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solidFill>
                  <a:srgbClr val="008000"/>
                </a:solidFill>
                <a:latin typeface="Courier New" charset="0"/>
                <a:ea typeface="Courier New" charset="0"/>
                <a:cs typeface="Courier New" charset="0"/>
              </a:rPr>
              <a:t>//  value stored in a variable.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solidFill>
                  <a:srgbClr val="008000"/>
                </a:solidFill>
                <a:latin typeface="Courier New" charset="0"/>
                <a:ea typeface="Courier New" charset="0"/>
                <a:cs typeface="Courier New" charset="0"/>
              </a:rPr>
              <a:t>//********************************************************************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x-none" sz="1400" b="1" dirty="0">
              <a:solidFill>
                <a:srgbClr val="008000"/>
              </a:solidFill>
              <a:latin typeface="Courier New" charset="0"/>
              <a:ea typeface="Courier New" charset="0"/>
              <a:cs typeface="Courier New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solidFill>
                  <a:srgbClr val="3366FF"/>
                </a:solidFill>
                <a:latin typeface="Courier New" charset="0"/>
                <a:ea typeface="Courier New" charset="0"/>
                <a:cs typeface="Courier New" charset="0"/>
              </a:rPr>
              <a:t>public class </a:t>
            </a:r>
            <a:r>
              <a:rPr lang="en-US" altLang="x-none" sz="1400" b="1" dirty="0">
                <a:latin typeface="Courier New" charset="0"/>
                <a:ea typeface="Courier New" charset="0"/>
                <a:cs typeface="Courier New" charset="0"/>
              </a:rPr>
              <a:t>Geometry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latin typeface="Courier New" charset="0"/>
                <a:ea typeface="Courier New" charset="0"/>
                <a:cs typeface="Courier New" charset="0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latin typeface="Courier New" charset="0"/>
                <a:ea typeface="Courier New" charset="0"/>
                <a:cs typeface="Courier New" charset="0"/>
              </a:rPr>
              <a:t>   </a:t>
            </a:r>
            <a:r>
              <a:rPr lang="en-US" altLang="x-none" sz="1400" b="1" dirty="0">
                <a:solidFill>
                  <a:srgbClr val="008000"/>
                </a:solidFill>
                <a:latin typeface="Courier New" charset="0"/>
                <a:ea typeface="Courier New" charset="0"/>
                <a:cs typeface="Courier New" charset="0"/>
              </a:rPr>
              <a:t>//-----------------------------------------------------------------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solidFill>
                  <a:srgbClr val="008000"/>
                </a:solidFill>
                <a:latin typeface="Courier New" charset="0"/>
                <a:ea typeface="Courier New" charset="0"/>
                <a:cs typeface="Courier New" charset="0"/>
              </a:rPr>
              <a:t>   //  Prints the number of sides of several geometric shapes.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solidFill>
                  <a:srgbClr val="008000"/>
                </a:solidFill>
                <a:latin typeface="Courier New" charset="0"/>
                <a:ea typeface="Courier New" charset="0"/>
                <a:cs typeface="Courier New" charset="0"/>
              </a:rPr>
              <a:t>   //-----------------------------------------------------------------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latin typeface="Courier New" charset="0"/>
                <a:ea typeface="Courier New" charset="0"/>
                <a:cs typeface="Courier New" charset="0"/>
              </a:rPr>
              <a:t>   </a:t>
            </a:r>
            <a:r>
              <a:rPr lang="en-US" altLang="x-none" sz="1400" b="1" dirty="0">
                <a:solidFill>
                  <a:srgbClr val="3366FF"/>
                </a:solidFill>
                <a:latin typeface="Courier New" charset="0"/>
                <a:ea typeface="Courier New" charset="0"/>
                <a:cs typeface="Courier New" charset="0"/>
              </a:rPr>
              <a:t>public static void </a:t>
            </a:r>
            <a:r>
              <a:rPr lang="en-US" altLang="x-none" sz="1400" b="1" dirty="0">
                <a:latin typeface="Courier New" charset="0"/>
                <a:ea typeface="Courier New" charset="0"/>
                <a:cs typeface="Courier New" charset="0"/>
              </a:rPr>
              <a:t>main(String[] </a:t>
            </a:r>
            <a:r>
              <a:rPr lang="en-US" altLang="x-none" sz="1400" b="1" dirty="0" err="1">
                <a:latin typeface="Courier New" charset="0"/>
                <a:ea typeface="Courier New" charset="0"/>
                <a:cs typeface="Courier New" charset="0"/>
              </a:rPr>
              <a:t>args</a:t>
            </a:r>
            <a:r>
              <a:rPr lang="en-US" altLang="x-none" sz="1400" b="1" dirty="0">
                <a:latin typeface="Courier New" charset="0"/>
                <a:ea typeface="Courier New" charset="0"/>
                <a:cs typeface="Courier New" charset="0"/>
              </a:rPr>
              <a:t>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latin typeface="Courier New" charset="0"/>
                <a:ea typeface="Courier New" charset="0"/>
                <a:cs typeface="Courier New" charset="0"/>
              </a:rPr>
              <a:t>  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latin typeface="Courier New" charset="0"/>
                <a:ea typeface="Courier New" charset="0"/>
                <a:cs typeface="Courier New" charset="0"/>
              </a:rPr>
              <a:t>      </a:t>
            </a:r>
            <a:r>
              <a:rPr lang="en-US" altLang="x-none" sz="1400" b="1" dirty="0" err="1">
                <a:solidFill>
                  <a:srgbClr val="3366FF"/>
                </a:solidFill>
                <a:latin typeface="Courier New" charset="0"/>
                <a:ea typeface="Courier New" charset="0"/>
                <a:cs typeface="Courier New" charset="0"/>
              </a:rPr>
              <a:t>int</a:t>
            </a:r>
            <a:r>
              <a:rPr lang="en-US" altLang="x-none" sz="1400" b="1" dirty="0">
                <a:solidFill>
                  <a:srgbClr val="3366FF"/>
                </a:solidFill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altLang="x-none" sz="1400" b="1" dirty="0">
                <a:latin typeface="Courier New" charset="0"/>
                <a:ea typeface="Courier New" charset="0"/>
                <a:cs typeface="Courier New" charset="0"/>
              </a:rPr>
              <a:t>sides = 7;  </a:t>
            </a:r>
            <a:r>
              <a:rPr lang="en-US" altLang="x-none" sz="1400" b="1" dirty="0">
                <a:solidFill>
                  <a:srgbClr val="008000"/>
                </a:solidFill>
                <a:latin typeface="Courier New" charset="0"/>
                <a:ea typeface="Courier New" charset="0"/>
                <a:cs typeface="Courier New" charset="0"/>
              </a:rPr>
              <a:t>// declaration with initialization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latin typeface="Courier New" charset="0"/>
                <a:ea typeface="Courier New" charset="0"/>
                <a:cs typeface="Courier New" charset="0"/>
              </a:rPr>
              <a:t>      </a:t>
            </a:r>
            <a:r>
              <a:rPr lang="en-US" altLang="x-none" sz="1400" b="1" dirty="0" err="1">
                <a:latin typeface="Courier New" charset="0"/>
                <a:ea typeface="Courier New" charset="0"/>
                <a:cs typeface="Courier New" charset="0"/>
              </a:rPr>
              <a:t>System.out.println</a:t>
            </a:r>
            <a:r>
              <a:rPr lang="en-US" altLang="x-none" sz="1400" b="1" dirty="0">
                <a:latin typeface="Courier New" charset="0"/>
                <a:ea typeface="Courier New" charset="0"/>
                <a:cs typeface="Courier New" charset="0"/>
              </a:rPr>
              <a:t>("A heptagon has " + sides + " sides.");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x-none" sz="1400" b="1" dirty="0">
              <a:latin typeface="Courier New" charset="0"/>
              <a:ea typeface="Courier New" charset="0"/>
              <a:cs typeface="Courier New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latin typeface="Courier New" charset="0"/>
                <a:ea typeface="Courier New" charset="0"/>
                <a:cs typeface="Courier New" charset="0"/>
              </a:rPr>
              <a:t>      sides = 10;  </a:t>
            </a:r>
            <a:r>
              <a:rPr lang="en-US" altLang="x-none" sz="1400" b="1" dirty="0">
                <a:solidFill>
                  <a:srgbClr val="008000"/>
                </a:solidFill>
                <a:latin typeface="Courier New" charset="0"/>
                <a:ea typeface="Courier New" charset="0"/>
                <a:cs typeface="Courier New" charset="0"/>
              </a:rPr>
              <a:t>// assignment statement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latin typeface="Courier New" charset="0"/>
                <a:ea typeface="Courier New" charset="0"/>
                <a:cs typeface="Courier New" charset="0"/>
              </a:rPr>
              <a:t>      </a:t>
            </a:r>
            <a:r>
              <a:rPr lang="en-US" altLang="x-none" sz="1400" b="1" dirty="0" err="1">
                <a:latin typeface="Courier New" charset="0"/>
                <a:ea typeface="Courier New" charset="0"/>
                <a:cs typeface="Courier New" charset="0"/>
              </a:rPr>
              <a:t>System.out.println</a:t>
            </a:r>
            <a:r>
              <a:rPr lang="en-US" altLang="x-none" sz="1400" b="1" dirty="0">
                <a:latin typeface="Courier New" charset="0"/>
                <a:ea typeface="Courier New" charset="0"/>
                <a:cs typeface="Courier New" charset="0"/>
              </a:rPr>
              <a:t>("A decagon has " + sides + " sides.");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x-none" sz="1400" b="1" dirty="0">
              <a:latin typeface="Courier New" charset="0"/>
              <a:ea typeface="Courier New" charset="0"/>
              <a:cs typeface="Courier New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latin typeface="Courier New" charset="0"/>
                <a:ea typeface="Courier New" charset="0"/>
                <a:cs typeface="Courier New" charset="0"/>
              </a:rPr>
              <a:t>      sides = 12;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latin typeface="Courier New" charset="0"/>
                <a:ea typeface="Courier New" charset="0"/>
                <a:cs typeface="Courier New" charset="0"/>
              </a:rPr>
              <a:t>      </a:t>
            </a:r>
            <a:r>
              <a:rPr lang="en-US" altLang="x-none" sz="1400" b="1" dirty="0" err="1">
                <a:latin typeface="Courier New" charset="0"/>
                <a:ea typeface="Courier New" charset="0"/>
                <a:cs typeface="Courier New" charset="0"/>
              </a:rPr>
              <a:t>System.out.println</a:t>
            </a:r>
            <a:r>
              <a:rPr lang="en-US" altLang="x-none" sz="1400" b="1" dirty="0">
                <a:latin typeface="Courier New" charset="0"/>
                <a:ea typeface="Courier New" charset="0"/>
                <a:cs typeface="Courier New" charset="0"/>
              </a:rPr>
              <a:t>("A dodecagon has " + sides + " sides.");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latin typeface="Courier New" charset="0"/>
                <a:ea typeface="Courier New" charset="0"/>
                <a:cs typeface="Courier New" charset="0"/>
              </a:rPr>
              <a:t>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latin typeface="Courier New" charset="0"/>
                <a:ea typeface="Courier New" charset="0"/>
                <a:cs typeface="Courier New" charset="0"/>
              </a:rPr>
              <a:t>}</a:t>
            </a:r>
          </a:p>
        </p:txBody>
      </p:sp>
      <p:sp>
        <p:nvSpPr>
          <p:cNvPr id="4" name="TextBox 5"/>
          <p:cNvSpPr txBox="1">
            <a:spLocks noChangeArrowheads="1"/>
          </p:cNvSpPr>
          <p:nvPr/>
        </p:nvSpPr>
        <p:spPr bwMode="auto">
          <a:xfrm>
            <a:off x="3937000" y="457201"/>
            <a:ext cx="4216400" cy="1724025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182880" tIns="137160" rIns="182880" bIns="13716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1200"/>
              </a:spcAft>
              <a:buNone/>
            </a:pPr>
            <a:r>
              <a:rPr lang="en-US" altLang="x-none" sz="2400" b="1" u="sng">
                <a:ea typeface="Courier New" charset="0"/>
                <a:cs typeface="Courier New" charset="0"/>
              </a:rPr>
              <a:t>Output</a:t>
            </a:r>
            <a:endParaRPr lang="en-US" altLang="x-none" sz="2400" b="1">
              <a:latin typeface="Courier New" charset="0"/>
              <a:ea typeface="Courier New" charset="0"/>
              <a:cs typeface="Courier New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2000" b="1">
                <a:latin typeface="Courier New" charset="0"/>
                <a:ea typeface="Courier New" charset="0"/>
                <a:cs typeface="Courier New" charset="0"/>
              </a:rPr>
              <a:t>A heptagon has 7 sides.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2000" b="1">
                <a:latin typeface="Courier New" charset="0"/>
                <a:ea typeface="Courier New" charset="0"/>
                <a:cs typeface="Courier New" charset="0"/>
              </a:rPr>
              <a:t>A decagon has 10 sides.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2000" b="1">
                <a:latin typeface="Courier New" charset="0"/>
                <a:ea typeface="Courier New" charset="0"/>
                <a:cs typeface="Courier New" charset="0"/>
              </a:rPr>
              <a:t>a dodecagon has 12 sides.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Constants</a:t>
            </a:r>
          </a:p>
        </p:txBody>
      </p:sp>
      <p:sp>
        <p:nvSpPr>
          <p:cNvPr id="593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28800" y="1143000"/>
            <a:ext cx="8610600" cy="4953000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70000"/>
              </a:spcBef>
            </a:pPr>
            <a:r>
              <a:rPr lang="en-US" altLang="x-none" dirty="0"/>
              <a:t>A </a:t>
            </a:r>
            <a:r>
              <a:rPr lang="en-US" altLang="x-none" i="1" dirty="0"/>
              <a:t>constant </a:t>
            </a:r>
            <a:r>
              <a:rPr lang="en-US" altLang="x-none" dirty="0"/>
              <a:t>is an identifier that is similar to a variable except that it holds the same value during its entire existence</a:t>
            </a:r>
          </a:p>
          <a:p>
            <a:pPr>
              <a:lnSpc>
                <a:spcPct val="90000"/>
              </a:lnSpc>
              <a:spcBef>
                <a:spcPct val="70000"/>
              </a:spcBef>
            </a:pPr>
            <a:r>
              <a:rPr lang="en-US" altLang="x-none" dirty="0"/>
              <a:t>As the name implies, it is constant, not variable</a:t>
            </a:r>
          </a:p>
          <a:p>
            <a:pPr>
              <a:lnSpc>
                <a:spcPct val="90000"/>
              </a:lnSpc>
              <a:spcBef>
                <a:spcPct val="70000"/>
              </a:spcBef>
            </a:pPr>
            <a:r>
              <a:rPr lang="en-US" altLang="x-none" dirty="0"/>
              <a:t>The compiler will issue an error if you try to change the value of a constant</a:t>
            </a:r>
          </a:p>
          <a:p>
            <a:pPr>
              <a:lnSpc>
                <a:spcPct val="90000"/>
              </a:lnSpc>
              <a:spcBef>
                <a:spcPct val="70000"/>
              </a:spcBef>
            </a:pPr>
            <a:r>
              <a:rPr lang="en-US" altLang="x-none" dirty="0"/>
              <a:t>In Java, we use the </a:t>
            </a:r>
            <a:r>
              <a:rPr lang="en-US" altLang="x-none" dirty="0">
                <a:latin typeface="Courier New" charset="0"/>
              </a:rPr>
              <a:t>final</a:t>
            </a:r>
            <a:r>
              <a:rPr lang="en-US" altLang="x-none" dirty="0"/>
              <a:t> modifier to declare a constant</a:t>
            </a:r>
          </a:p>
          <a:p>
            <a:pPr algn="ctr">
              <a:lnSpc>
                <a:spcPct val="90000"/>
              </a:lnSpc>
              <a:spcBef>
                <a:spcPct val="70000"/>
              </a:spcBef>
              <a:buFont typeface="Times" charset="0"/>
              <a:buNone/>
            </a:pPr>
            <a:r>
              <a:rPr lang="en-US" altLang="x-none" sz="2400" dirty="0">
                <a:latin typeface="Courier New" charset="0"/>
              </a:rPr>
              <a:t>final int </a:t>
            </a:r>
            <a:r>
              <a:rPr lang="en-US" altLang="x-none" sz="2400" dirty="0">
                <a:highlight>
                  <a:srgbClr val="FFFF00"/>
                </a:highlight>
                <a:latin typeface="Courier New" charset="0"/>
              </a:rPr>
              <a:t>MIN_HEIGHT </a:t>
            </a:r>
            <a:r>
              <a:rPr lang="en-US" altLang="x-none" sz="2400" dirty="0">
                <a:latin typeface="Courier New" charset="0"/>
              </a:rPr>
              <a:t>= 69;</a:t>
            </a:r>
            <a:endParaRPr lang="en-US" altLang="x-none" dirty="0"/>
          </a:p>
        </p:txBody>
      </p:sp>
      <p:sp>
        <p:nvSpPr>
          <p:cNvPr id="59395" name="Footer Placeholder 4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x-none" sz="1200">
                <a:latin typeface="Times New Roman" charset="0"/>
              </a:rPr>
              <a:t>Copyright © 2017 Pearson Education, Inc.</a:t>
            </a:r>
          </a:p>
        </p:txBody>
      </p:sp>
    </p:spTree>
  </p:cSld>
  <p:clrMapOvr>
    <a:masterClrMapping/>
  </p:clrMapOvr>
  <p:transition spd="med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 dirty="0"/>
              <a:t>Constants</a:t>
            </a:r>
          </a:p>
        </p:txBody>
      </p:sp>
      <p:sp>
        <p:nvSpPr>
          <p:cNvPr id="604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28800" y="1066800"/>
            <a:ext cx="8610600" cy="5638800"/>
          </a:xfrm>
        </p:spPr>
        <p:txBody>
          <a:bodyPr/>
          <a:lstStyle/>
          <a:p>
            <a:pPr>
              <a:spcBef>
                <a:spcPct val="0"/>
              </a:spcBef>
              <a:spcAft>
                <a:spcPts val="1800"/>
              </a:spcAft>
            </a:pPr>
            <a:r>
              <a:rPr lang="en-US" altLang="x-none"/>
              <a:t>Constants are useful for three important reasons</a:t>
            </a:r>
          </a:p>
          <a:p>
            <a:pPr>
              <a:spcBef>
                <a:spcPct val="0"/>
              </a:spcBef>
              <a:spcAft>
                <a:spcPts val="1200"/>
              </a:spcAft>
            </a:pPr>
            <a:r>
              <a:rPr lang="en-US" altLang="x-none"/>
              <a:t>First, they give meaning to otherwise unclear literal values</a:t>
            </a:r>
          </a:p>
          <a:p>
            <a:pPr lvl="1">
              <a:spcBef>
                <a:spcPct val="0"/>
              </a:spcBef>
              <a:spcAft>
                <a:spcPts val="1800"/>
              </a:spcAft>
            </a:pPr>
            <a:r>
              <a:rPr lang="en-US" altLang="x-none"/>
              <a:t>Example: </a:t>
            </a:r>
            <a:r>
              <a:rPr lang="en-US" altLang="x-none">
                <a:latin typeface="Courier New" charset="0"/>
                <a:ea typeface="Courier New" charset="0"/>
                <a:cs typeface="Courier New" charset="0"/>
              </a:rPr>
              <a:t>MAX_LOAD</a:t>
            </a:r>
            <a:r>
              <a:rPr lang="en-US" altLang="x-none"/>
              <a:t> means more than the literal 250</a:t>
            </a:r>
          </a:p>
          <a:p>
            <a:pPr>
              <a:spcBef>
                <a:spcPct val="0"/>
              </a:spcBef>
              <a:spcAft>
                <a:spcPts val="1200"/>
              </a:spcAft>
            </a:pPr>
            <a:r>
              <a:rPr lang="en-US" altLang="x-none"/>
              <a:t>Second, they facilitate program maintenance</a:t>
            </a:r>
          </a:p>
          <a:p>
            <a:pPr lvl="1">
              <a:spcBef>
                <a:spcPct val="0"/>
              </a:spcBef>
              <a:spcAft>
                <a:spcPts val="1800"/>
              </a:spcAft>
            </a:pPr>
            <a:r>
              <a:rPr lang="en-US" altLang="x-none"/>
              <a:t>If a constant is used in multiple places, its value need only be set in one place</a:t>
            </a:r>
          </a:p>
          <a:p>
            <a:pPr>
              <a:spcBef>
                <a:spcPct val="0"/>
              </a:spcBef>
              <a:spcAft>
                <a:spcPts val="1800"/>
              </a:spcAft>
            </a:pPr>
            <a:r>
              <a:rPr lang="en-US" altLang="x-none"/>
              <a:t>Third, they formally establish that a value should not change, avoiding inadvertent errors by other programmers</a:t>
            </a:r>
          </a:p>
        </p:txBody>
      </p:sp>
      <p:sp>
        <p:nvSpPr>
          <p:cNvPr id="60419" name="Footer Placeholder 4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x-none" sz="1200">
                <a:latin typeface="Times New Roman" charset="0"/>
              </a:rPr>
              <a:t>Copyright © 2017 Pearson Education, Inc.</a:t>
            </a:r>
          </a:p>
        </p:txBody>
      </p:sp>
    </p:spTree>
  </p:cSld>
  <p:clrMapOvr>
    <a:masterClrMapping/>
  </p:clrMapOvr>
  <p:transition spd="med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3125B-986F-D94D-51A9-8EDEE9B40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Constant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8EE761-3108-22DB-C74C-2CFD17B1A63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x-none"/>
              <a:t>Copyright © 2017 Pearson Education, Inc.</a:t>
            </a:r>
          </a:p>
        </p:txBody>
      </p:sp>
      <p:pic>
        <p:nvPicPr>
          <p:cNvPr id="5" name="Picture 4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ECAC9137-FBF7-11EF-5C0D-AD6AA6F992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3150" y="2006600"/>
            <a:ext cx="4965700" cy="284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3100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Outline</a:t>
            </a:r>
          </a:p>
        </p:txBody>
      </p:sp>
      <p:sp>
        <p:nvSpPr>
          <p:cNvPr id="56323" name="Text Box 3"/>
          <p:cNvSpPr txBox="1">
            <a:spLocks noChangeArrowheads="1"/>
          </p:cNvSpPr>
          <p:nvPr/>
        </p:nvSpPr>
        <p:spPr bwMode="auto">
          <a:xfrm>
            <a:off x="4191001" y="1219200"/>
            <a:ext cx="4003675" cy="323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x-none" sz="2400" b="1"/>
              <a:t>Character Strings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x-none" sz="2400" b="1"/>
              <a:t>Variables and Assignment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x-none" sz="2400" b="1"/>
              <a:t>Primitive Data Types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x-none" sz="2400" b="1"/>
              <a:t>Expressions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x-none" sz="2400" b="1"/>
              <a:t>Data Conversion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x-none" sz="2400" b="1"/>
              <a:t>Interactive Programs</a:t>
            </a:r>
          </a:p>
        </p:txBody>
      </p:sp>
      <p:sp>
        <p:nvSpPr>
          <p:cNvPr id="56324" name="AutoShape 4"/>
          <p:cNvSpPr>
            <a:spLocks noChangeArrowheads="1"/>
          </p:cNvSpPr>
          <p:nvPr/>
        </p:nvSpPr>
        <p:spPr bwMode="auto">
          <a:xfrm>
            <a:off x="3352800" y="2417763"/>
            <a:ext cx="685800" cy="304800"/>
          </a:xfrm>
          <a:prstGeom prst="rightArrow">
            <a:avLst>
              <a:gd name="adj1" fmla="val 50000"/>
              <a:gd name="adj2" fmla="val 56250"/>
            </a:avLst>
          </a:prstGeom>
          <a:solidFill>
            <a:srgbClr val="FFCC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x-none" altLang="x-none" sz="1800"/>
          </a:p>
        </p:txBody>
      </p:sp>
      <p:sp>
        <p:nvSpPr>
          <p:cNvPr id="61444" name="Footer Placeholder 5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x-none" sz="1200">
                <a:latin typeface="Times New Roman" charset="0"/>
              </a:rPr>
              <a:t>Copyright © 2017 Pearson Education, Inc.</a:t>
            </a: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3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3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1000"/>
                                        <p:tgtEl>
                                          <p:spTgt spid="56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3" grpId="0"/>
      <p:bldP spid="5632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Primitive Data</a:t>
            </a:r>
          </a:p>
        </p:txBody>
      </p:sp>
      <p:sp>
        <p:nvSpPr>
          <p:cNvPr id="624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28800" y="1066800"/>
            <a:ext cx="8458200" cy="5486400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2400"/>
              </a:spcAft>
            </a:pPr>
            <a:r>
              <a:rPr lang="en-US" altLang="x-none" dirty="0"/>
              <a:t>There are eight primitive data types in Java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x-none" dirty="0"/>
              <a:t>Four of them represent integers:</a:t>
            </a:r>
          </a:p>
          <a:p>
            <a:pPr lvl="1">
              <a:lnSpc>
                <a:spcPct val="90000"/>
              </a:lnSpc>
              <a:spcBef>
                <a:spcPct val="0"/>
              </a:spcBef>
              <a:spcAft>
                <a:spcPts val="2400"/>
              </a:spcAft>
            </a:pPr>
            <a:r>
              <a:rPr lang="en-US" altLang="x-none" dirty="0">
                <a:latin typeface="Courier New" charset="0"/>
              </a:rPr>
              <a:t>byte</a:t>
            </a:r>
            <a:r>
              <a:rPr lang="en-US" altLang="x-none" dirty="0"/>
              <a:t>, </a:t>
            </a:r>
            <a:r>
              <a:rPr lang="en-US" altLang="x-none" dirty="0">
                <a:latin typeface="Courier New" charset="0"/>
              </a:rPr>
              <a:t>short</a:t>
            </a:r>
            <a:r>
              <a:rPr lang="en-US" altLang="x-none" dirty="0"/>
              <a:t>, </a:t>
            </a:r>
            <a:r>
              <a:rPr lang="en-US" altLang="x-none" dirty="0">
                <a:latin typeface="Courier New" charset="0"/>
              </a:rPr>
              <a:t>int</a:t>
            </a:r>
            <a:r>
              <a:rPr lang="en-US" altLang="x-none" dirty="0"/>
              <a:t>, </a:t>
            </a:r>
            <a:r>
              <a:rPr lang="en-US" altLang="x-none" dirty="0">
                <a:latin typeface="Courier New" charset="0"/>
              </a:rPr>
              <a:t>long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x-none" dirty="0"/>
              <a:t>Two of them represent floating point numbers:</a:t>
            </a:r>
          </a:p>
          <a:p>
            <a:pPr lvl="1">
              <a:lnSpc>
                <a:spcPct val="90000"/>
              </a:lnSpc>
              <a:spcBef>
                <a:spcPct val="0"/>
              </a:spcBef>
              <a:spcAft>
                <a:spcPts val="2400"/>
              </a:spcAft>
            </a:pPr>
            <a:r>
              <a:rPr lang="en-US" altLang="x-none" dirty="0">
                <a:latin typeface="Courier New" charset="0"/>
              </a:rPr>
              <a:t>float</a:t>
            </a:r>
            <a:r>
              <a:rPr lang="en-US" altLang="x-none" dirty="0"/>
              <a:t>, </a:t>
            </a:r>
            <a:r>
              <a:rPr lang="en-US" altLang="x-none" dirty="0">
                <a:latin typeface="Courier New" charset="0"/>
              </a:rPr>
              <a:t>double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x-none" dirty="0"/>
              <a:t>One of them represents characters:</a:t>
            </a:r>
          </a:p>
          <a:p>
            <a:pPr lvl="1">
              <a:lnSpc>
                <a:spcPct val="90000"/>
              </a:lnSpc>
              <a:spcBef>
                <a:spcPct val="0"/>
              </a:spcBef>
              <a:spcAft>
                <a:spcPts val="2400"/>
              </a:spcAft>
            </a:pPr>
            <a:r>
              <a:rPr lang="en-US" altLang="x-none" dirty="0">
                <a:latin typeface="Courier New" charset="0"/>
              </a:rPr>
              <a:t>char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x-none" dirty="0"/>
              <a:t>And one of them represents </a:t>
            </a:r>
            <a:r>
              <a:rPr lang="en-US" altLang="x-none" dirty="0" err="1"/>
              <a:t>boolean</a:t>
            </a:r>
            <a:r>
              <a:rPr lang="en-US" altLang="x-none" dirty="0"/>
              <a:t> values:</a:t>
            </a:r>
          </a:p>
          <a:p>
            <a:pPr lvl="1">
              <a:lnSpc>
                <a:spcPct val="90000"/>
              </a:lnSpc>
              <a:spcBef>
                <a:spcPct val="0"/>
              </a:spcBef>
              <a:spcAft>
                <a:spcPts val="1800"/>
              </a:spcAft>
            </a:pPr>
            <a:r>
              <a:rPr lang="en-US" altLang="x-none" dirty="0" err="1">
                <a:latin typeface="Courier New" charset="0"/>
              </a:rPr>
              <a:t>boolean</a:t>
            </a:r>
            <a:endParaRPr lang="en-US" altLang="x-none" dirty="0"/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1800"/>
              </a:spcAft>
            </a:pPr>
            <a:endParaRPr lang="en-US" altLang="x-none" dirty="0"/>
          </a:p>
        </p:txBody>
      </p:sp>
      <p:sp>
        <p:nvSpPr>
          <p:cNvPr id="62467" name="Footer Placeholder 4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x-none" sz="1200">
                <a:latin typeface="Times New Roman" charset="0"/>
              </a:rPr>
              <a:t>Copyright © 2017 Pearson Education, Inc.</a:t>
            </a:r>
          </a:p>
        </p:txBody>
      </p:sp>
    </p:spTree>
  </p:cSld>
  <p:clrMapOvr>
    <a:masterClrMapping/>
  </p:clrMapOvr>
  <p:transition spd="med">
    <p:push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Numeric Primitive Data</a:t>
            </a:r>
          </a:p>
        </p:txBody>
      </p:sp>
      <p:sp>
        <p:nvSpPr>
          <p:cNvPr id="634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52600" y="1219200"/>
            <a:ext cx="8763000" cy="4114800"/>
          </a:xfrm>
        </p:spPr>
        <p:txBody>
          <a:bodyPr/>
          <a:lstStyle/>
          <a:p>
            <a:r>
              <a:rPr lang="en-US" altLang="x-none"/>
              <a:t>The difference between the numeric primitive types is their size and the values they can store: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2638425" y="2574926"/>
            <a:ext cx="7367588" cy="2862263"/>
            <a:chOff x="749" y="1767"/>
            <a:chExt cx="4641" cy="1803"/>
          </a:xfrm>
        </p:grpSpPr>
        <p:sp>
          <p:nvSpPr>
            <p:cNvPr id="63493" name="Rectangle 5"/>
            <p:cNvSpPr>
              <a:spLocks noChangeArrowheads="1"/>
            </p:cNvSpPr>
            <p:nvPr/>
          </p:nvSpPr>
          <p:spPr bwMode="auto">
            <a:xfrm>
              <a:off x="749" y="1767"/>
              <a:ext cx="699" cy="1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37931725" indent="-37474525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x-none" sz="2000" b="1" u="sng">
                  <a:solidFill>
                    <a:srgbClr val="008000"/>
                  </a:solidFill>
                  <a:latin typeface="Arial Unicode MS" charset="0"/>
                </a:rPr>
                <a:t>Type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x-none" sz="2000" b="1">
                <a:solidFill>
                  <a:schemeClr val="hlink"/>
                </a:solidFill>
                <a:latin typeface="Arial Unicode MS" charset="0"/>
              </a:endParaRP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x-none" sz="2000" b="1">
                  <a:latin typeface="Courier New" charset="0"/>
                </a:rPr>
                <a:t>byte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x-none" sz="2000" b="1">
                  <a:latin typeface="Courier New" charset="0"/>
                </a:rPr>
                <a:t>short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x-none" sz="2000" b="1">
                  <a:latin typeface="Courier New" charset="0"/>
                </a:rPr>
                <a:t>int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x-none" sz="2000" b="1">
                  <a:latin typeface="Courier New" charset="0"/>
                </a:rPr>
                <a:t>long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x-none" sz="2000" b="1">
                <a:latin typeface="Courier New" charset="0"/>
              </a:endParaRP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x-none" sz="2000" b="1">
                  <a:latin typeface="Courier New" charset="0"/>
                </a:rPr>
                <a:t>float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x-none" sz="2000" b="1">
                  <a:latin typeface="Courier New" charset="0"/>
                </a:rPr>
                <a:t>double</a:t>
              </a:r>
            </a:p>
          </p:txBody>
        </p:sp>
        <p:sp>
          <p:nvSpPr>
            <p:cNvPr id="63494" name="Rectangle 6"/>
            <p:cNvSpPr>
              <a:spLocks noChangeArrowheads="1"/>
            </p:cNvSpPr>
            <p:nvPr/>
          </p:nvSpPr>
          <p:spPr bwMode="auto">
            <a:xfrm>
              <a:off x="1499" y="1767"/>
              <a:ext cx="719" cy="1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37931725" indent="-37474525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x-none" sz="2000" b="1" u="sng" dirty="0">
                  <a:solidFill>
                    <a:srgbClr val="008000"/>
                  </a:solidFill>
                  <a:latin typeface="Arial Unicode MS" charset="0"/>
                </a:rPr>
                <a:t>Storage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x-none" sz="2000" b="1" dirty="0">
                <a:solidFill>
                  <a:srgbClr val="008000"/>
                </a:solidFill>
                <a:latin typeface="Arial Unicode MS" charset="0"/>
              </a:endParaRP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x-none" sz="2000" b="1" dirty="0">
                  <a:solidFill>
                    <a:srgbClr val="008000"/>
                  </a:solidFill>
                  <a:latin typeface="Arial Unicode MS" charset="0"/>
                </a:rPr>
                <a:t>8 bits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x-none" sz="2000" b="1" dirty="0">
                  <a:solidFill>
                    <a:srgbClr val="008000"/>
                  </a:solidFill>
                  <a:latin typeface="Arial Unicode MS" charset="0"/>
                </a:rPr>
                <a:t>16 bits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x-none" sz="2000" b="1" dirty="0">
                  <a:solidFill>
                    <a:srgbClr val="008000"/>
                  </a:solidFill>
                  <a:latin typeface="Arial Unicode MS" charset="0"/>
                </a:rPr>
                <a:t>32 bits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x-none" sz="2000" b="1" dirty="0">
                  <a:solidFill>
                    <a:srgbClr val="008000"/>
                  </a:solidFill>
                  <a:latin typeface="Arial Unicode MS" charset="0"/>
                </a:rPr>
                <a:t>64 bits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x-none" sz="2000" b="1" dirty="0">
                <a:solidFill>
                  <a:srgbClr val="008000"/>
                </a:solidFill>
                <a:latin typeface="Arial Unicode MS" charset="0"/>
              </a:endParaRP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x-none" sz="2000" b="1" dirty="0">
                  <a:solidFill>
                    <a:srgbClr val="008000"/>
                  </a:solidFill>
                  <a:latin typeface="Arial Unicode MS" charset="0"/>
                </a:rPr>
                <a:t>32 bits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x-none" sz="2000" b="1" dirty="0">
                  <a:solidFill>
                    <a:srgbClr val="008000"/>
                  </a:solidFill>
                  <a:latin typeface="Arial Unicode MS" charset="0"/>
                </a:rPr>
                <a:t>64 bits</a:t>
              </a:r>
            </a:p>
          </p:txBody>
        </p:sp>
        <p:sp>
          <p:nvSpPr>
            <p:cNvPr id="63495" name="Rectangle 7"/>
            <p:cNvSpPr>
              <a:spLocks noChangeArrowheads="1"/>
            </p:cNvSpPr>
            <p:nvPr/>
          </p:nvSpPr>
          <p:spPr bwMode="auto">
            <a:xfrm>
              <a:off x="2359" y="1767"/>
              <a:ext cx="3031" cy="1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37931725" indent="-37474525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x-none" sz="2000" b="1" u="sng">
                  <a:solidFill>
                    <a:srgbClr val="008000"/>
                  </a:solidFill>
                  <a:latin typeface="Arial Unicode MS" charset="0"/>
                </a:rPr>
                <a:t>Min Value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x-none" sz="2000" b="1">
                <a:solidFill>
                  <a:srgbClr val="008000"/>
                </a:solidFill>
                <a:latin typeface="Arial Unicode MS" charset="0"/>
              </a:endParaRP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x-none" sz="2000" b="1">
                  <a:solidFill>
                    <a:srgbClr val="008000"/>
                  </a:solidFill>
                  <a:latin typeface="Arial Unicode MS" charset="0"/>
                </a:rPr>
                <a:t>-128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x-none" sz="2000" b="1">
                  <a:solidFill>
                    <a:srgbClr val="008000"/>
                  </a:solidFill>
                  <a:latin typeface="Arial Unicode MS" charset="0"/>
                </a:rPr>
                <a:t>-32,768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x-none" sz="2000" b="1">
                  <a:solidFill>
                    <a:srgbClr val="008000"/>
                  </a:solidFill>
                  <a:latin typeface="Arial Unicode MS" charset="0"/>
                </a:rPr>
                <a:t>-2,147,483,648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x-none" sz="2000" b="1">
                  <a:solidFill>
                    <a:srgbClr val="008000"/>
                  </a:solidFill>
                  <a:latin typeface="Arial Unicode MS" charset="0"/>
                </a:rPr>
                <a:t>&lt; -9 x 10</a:t>
              </a:r>
              <a:r>
                <a:rPr lang="en-US" altLang="x-none" sz="2000" b="1" baseline="30000">
                  <a:solidFill>
                    <a:srgbClr val="008000"/>
                  </a:solidFill>
                  <a:latin typeface="Arial Unicode MS" charset="0"/>
                </a:rPr>
                <a:t>18</a:t>
              </a:r>
              <a:endParaRPr lang="en-US" altLang="x-none" sz="2000" b="1">
                <a:solidFill>
                  <a:srgbClr val="008000"/>
                </a:solidFill>
                <a:latin typeface="Arial Unicode MS" charset="0"/>
              </a:endParaRP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x-none" sz="2000" b="1">
                <a:solidFill>
                  <a:srgbClr val="008000"/>
                </a:solidFill>
                <a:latin typeface="Arial Unicode MS" charset="0"/>
              </a:endParaRP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x-none" sz="2000" b="1">
                  <a:solidFill>
                    <a:srgbClr val="008000"/>
                  </a:solidFill>
                  <a:latin typeface="Arial Unicode MS" charset="0"/>
                </a:rPr>
                <a:t>+/- 3.4 x 10</a:t>
              </a:r>
              <a:r>
                <a:rPr lang="en-US" altLang="x-none" sz="2000" b="1" baseline="30000">
                  <a:solidFill>
                    <a:srgbClr val="008000"/>
                  </a:solidFill>
                  <a:latin typeface="Arial Unicode MS" charset="0"/>
                </a:rPr>
                <a:t>38</a:t>
              </a:r>
              <a:r>
                <a:rPr lang="en-US" altLang="x-none" sz="2000" b="1">
                  <a:solidFill>
                    <a:srgbClr val="008000"/>
                  </a:solidFill>
                  <a:latin typeface="Arial Unicode MS" charset="0"/>
                </a:rPr>
                <a:t> with 7 significant digits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x-none" sz="2000" b="1">
                  <a:solidFill>
                    <a:srgbClr val="008000"/>
                  </a:solidFill>
                  <a:latin typeface="Arial Unicode MS" charset="0"/>
                </a:rPr>
                <a:t>+/- 1.7 x 10</a:t>
              </a:r>
              <a:r>
                <a:rPr lang="en-US" altLang="x-none" sz="2000" b="1" baseline="30000">
                  <a:solidFill>
                    <a:srgbClr val="008000"/>
                  </a:solidFill>
                  <a:latin typeface="Arial Unicode MS" charset="0"/>
                </a:rPr>
                <a:t>308</a:t>
              </a:r>
              <a:r>
                <a:rPr lang="en-US" altLang="x-none" sz="2000" b="1">
                  <a:solidFill>
                    <a:srgbClr val="008000"/>
                  </a:solidFill>
                  <a:latin typeface="Arial Unicode MS" charset="0"/>
                </a:rPr>
                <a:t> with 15 significant digits</a:t>
              </a:r>
              <a:endParaRPr lang="en-US" altLang="x-none" sz="2400" baseline="30000">
                <a:solidFill>
                  <a:srgbClr val="008000"/>
                </a:solidFill>
                <a:latin typeface="Arial Unicode MS" charset="0"/>
              </a:endParaRPr>
            </a:p>
          </p:txBody>
        </p:sp>
        <p:sp>
          <p:nvSpPr>
            <p:cNvPr id="63496" name="Rectangle 8"/>
            <p:cNvSpPr>
              <a:spLocks noChangeArrowheads="1"/>
            </p:cNvSpPr>
            <p:nvPr/>
          </p:nvSpPr>
          <p:spPr bwMode="auto">
            <a:xfrm>
              <a:off x="3764" y="1767"/>
              <a:ext cx="1149" cy="1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37931725" indent="-37474525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x-none" sz="2000" b="1" u="sng">
                  <a:solidFill>
                    <a:srgbClr val="008000"/>
                  </a:solidFill>
                  <a:latin typeface="Arial Unicode MS" charset="0"/>
                </a:rPr>
                <a:t>Max Value</a:t>
              </a:r>
              <a:endParaRPr lang="en-US" altLang="x-none" sz="2000" b="1">
                <a:solidFill>
                  <a:srgbClr val="008000"/>
                </a:solidFill>
                <a:latin typeface="Arial Unicode MS" charset="0"/>
              </a:endParaRP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x-none" sz="2000" b="1">
                <a:solidFill>
                  <a:srgbClr val="008000"/>
                </a:solidFill>
                <a:latin typeface="Arial Unicode MS" charset="0"/>
              </a:endParaRP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x-none" sz="2000" b="1">
                  <a:solidFill>
                    <a:srgbClr val="008000"/>
                  </a:solidFill>
                  <a:latin typeface="Arial Unicode MS" charset="0"/>
                </a:rPr>
                <a:t>127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x-none" sz="2000" b="1">
                  <a:solidFill>
                    <a:srgbClr val="008000"/>
                  </a:solidFill>
                  <a:latin typeface="Arial Unicode MS" charset="0"/>
                </a:rPr>
                <a:t>32,767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x-none" sz="2000" b="1">
                  <a:solidFill>
                    <a:srgbClr val="008000"/>
                  </a:solidFill>
                  <a:latin typeface="Arial Unicode MS" charset="0"/>
                </a:rPr>
                <a:t>2,147,483,647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x-none" sz="2000" b="1">
                  <a:solidFill>
                    <a:srgbClr val="008000"/>
                  </a:solidFill>
                  <a:latin typeface="Arial Unicode MS" charset="0"/>
                </a:rPr>
                <a:t>&gt; 9 x 10</a:t>
              </a:r>
              <a:r>
                <a:rPr lang="en-US" altLang="x-none" sz="2000" b="1" baseline="30000">
                  <a:solidFill>
                    <a:srgbClr val="008000"/>
                  </a:solidFill>
                  <a:latin typeface="Arial Unicode MS" charset="0"/>
                </a:rPr>
                <a:t>18</a:t>
              </a:r>
              <a:endParaRPr lang="en-US" altLang="x-none" sz="2400" baseline="30000">
                <a:solidFill>
                  <a:srgbClr val="008000"/>
                </a:solidFill>
                <a:latin typeface="Arial Unicode MS" charset="0"/>
              </a:endParaRPr>
            </a:p>
          </p:txBody>
        </p:sp>
      </p:grpSp>
      <p:sp>
        <p:nvSpPr>
          <p:cNvPr id="63492" name="Footer Placeholder 9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x-none" sz="1200">
                <a:latin typeface="Times New Roman" charset="0"/>
              </a:rPr>
              <a:t>Copyright © 2017 Pearson Education, Inc.</a:t>
            </a: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075765-BBD1-D1C4-8B85-AD04CBFA8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Break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341FD4-6667-ADC2-71E5-7260C4EB59D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x-none"/>
              <a:t>Copyright © 2017 Pearson Education, Inc.</a:t>
            </a:r>
          </a:p>
        </p:txBody>
      </p:sp>
    </p:spTree>
    <p:extLst>
      <p:ext uri="{BB962C8B-B14F-4D97-AF65-F5344CB8AC3E}">
        <p14:creationId xmlns:p14="http://schemas.microsoft.com/office/powerpoint/2010/main" val="16492706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DEB061-F293-A149-84FC-176F114F7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/>
              <a:t>Using Underscore </a:t>
            </a:r>
            <a:r>
              <a:rPr lang="da-DK" b="1" dirty="0" err="1"/>
              <a:t>Characters</a:t>
            </a:r>
            <a:r>
              <a:rPr lang="da-DK" b="1" dirty="0"/>
              <a:t> in </a:t>
            </a:r>
            <a:r>
              <a:rPr lang="da-DK" b="1" dirty="0" err="1"/>
              <a:t>Numeric</a:t>
            </a:r>
            <a:r>
              <a:rPr lang="da-DK" b="1" dirty="0"/>
              <a:t> </a:t>
            </a:r>
            <a:r>
              <a:rPr lang="da-DK" b="1" dirty="0" err="1"/>
              <a:t>Literals</a:t>
            </a:r>
            <a:endParaRPr lang="da-DK" b="1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6DF19E59-3943-0546-A473-CEA316F004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306775"/>
            <a:ext cx="11582400" cy="5334000"/>
          </a:xfrm>
        </p:spPr>
        <p:txBody>
          <a:bodyPr/>
          <a:lstStyle/>
          <a:p>
            <a:pPr marL="0" indent="0">
              <a:buNone/>
            </a:pPr>
            <a:r>
              <a:rPr lang="da-DK" dirty="0"/>
              <a:t>long </a:t>
            </a:r>
            <a:r>
              <a:rPr lang="da-DK" dirty="0" err="1"/>
              <a:t>creditCardNumber</a:t>
            </a:r>
            <a:r>
              <a:rPr lang="da-DK" dirty="0"/>
              <a:t> = 1234_5678_9012_3456L; </a:t>
            </a:r>
          </a:p>
          <a:p>
            <a:pPr marL="0" indent="0">
              <a:buNone/>
            </a:pPr>
            <a:r>
              <a:rPr lang="da-DK" dirty="0"/>
              <a:t>long </a:t>
            </a:r>
            <a:r>
              <a:rPr lang="da-DK" dirty="0" err="1"/>
              <a:t>socialSecurityNumber</a:t>
            </a:r>
            <a:r>
              <a:rPr lang="da-DK" dirty="0"/>
              <a:t> = 999_99_9999L; </a:t>
            </a:r>
            <a:r>
              <a:rPr lang="da-DK" dirty="0" err="1"/>
              <a:t>float</a:t>
            </a:r>
            <a:r>
              <a:rPr lang="da-DK" dirty="0"/>
              <a:t> pi = 3.14_15F; </a:t>
            </a:r>
          </a:p>
          <a:p>
            <a:pPr marL="0" indent="0">
              <a:buNone/>
            </a:pPr>
            <a:r>
              <a:rPr lang="da-DK" dirty="0"/>
              <a:t>long </a:t>
            </a:r>
            <a:r>
              <a:rPr lang="da-DK" dirty="0" err="1"/>
              <a:t>hexBytes</a:t>
            </a:r>
            <a:r>
              <a:rPr lang="da-DK" dirty="0"/>
              <a:t> = 0xFF_EC_DE_5E; long </a:t>
            </a:r>
            <a:r>
              <a:rPr lang="da-DK" dirty="0" err="1"/>
              <a:t>hexWords</a:t>
            </a:r>
            <a:r>
              <a:rPr lang="da-DK" dirty="0"/>
              <a:t> = 0xCAFE_BABE; long </a:t>
            </a:r>
            <a:r>
              <a:rPr lang="da-DK" dirty="0" err="1"/>
              <a:t>maxLong</a:t>
            </a:r>
            <a:r>
              <a:rPr lang="da-DK" dirty="0"/>
              <a:t> = 0x7fff_ffff_ffff_ffffL; </a:t>
            </a:r>
          </a:p>
          <a:p>
            <a:pPr marL="0" indent="0">
              <a:buNone/>
            </a:pPr>
            <a:r>
              <a:rPr lang="da-DK" dirty="0"/>
              <a:t>byte </a:t>
            </a:r>
            <a:r>
              <a:rPr lang="da-DK" dirty="0" err="1"/>
              <a:t>nybbles</a:t>
            </a:r>
            <a:r>
              <a:rPr lang="da-DK" dirty="0"/>
              <a:t> = 0b0010_0101; </a:t>
            </a:r>
          </a:p>
          <a:p>
            <a:pPr marL="0" indent="0">
              <a:buNone/>
            </a:pPr>
            <a:r>
              <a:rPr lang="da-DK" dirty="0"/>
              <a:t>long bytes = 0b11010010_01101001_10010100_10010010;</a:t>
            </a:r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12EA1501-ED9F-7A4A-93CD-219B41CBF7C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x-none"/>
              <a:t>Copyright © 2017 Pearson Education, Inc.</a:t>
            </a:r>
          </a:p>
        </p:txBody>
      </p:sp>
    </p:spTree>
    <p:extLst>
      <p:ext uri="{BB962C8B-B14F-4D97-AF65-F5344CB8AC3E}">
        <p14:creationId xmlns:p14="http://schemas.microsoft.com/office/powerpoint/2010/main" val="10980451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AA435-76E8-7534-78F4-56A8F68CF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</a:t>
            </a:r>
            <a:r>
              <a:rPr lang="en-DK" dirty="0"/>
              <a:t>ommon errors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20C300-4DC2-8525-FFBE-33988EAD18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DK" dirty="0"/>
              <a:t>int i = 0100;</a:t>
            </a:r>
          </a:p>
          <a:p>
            <a:r>
              <a:rPr lang="en-DK" dirty="0"/>
              <a:t>float z = 10.5; </a:t>
            </a:r>
          </a:p>
          <a:p>
            <a:r>
              <a:rPr lang="en-DK" dirty="0"/>
              <a:t>double a = 0.1f; </a:t>
            </a:r>
          </a:p>
          <a:p>
            <a:pPr marL="0" indent="0">
              <a:buNone/>
            </a:pPr>
            <a:endParaRPr lang="en-D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C66A5C-6AAC-0018-BDBE-D310DF2B81C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x-none"/>
              <a:t>Copyright © 2017 Pearson Education, Inc.</a:t>
            </a:r>
          </a:p>
        </p:txBody>
      </p:sp>
    </p:spTree>
    <p:extLst>
      <p:ext uri="{BB962C8B-B14F-4D97-AF65-F5344CB8AC3E}">
        <p14:creationId xmlns:p14="http://schemas.microsoft.com/office/powerpoint/2010/main" val="17432134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r>
              <a:rPr lang="en-US" altLang="x-none"/>
              <a:t>Characters</a:t>
            </a:r>
          </a:p>
        </p:txBody>
      </p:sp>
      <p:sp>
        <p:nvSpPr>
          <p:cNvPr id="645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28800" y="1066800"/>
            <a:ext cx="8610600" cy="5181600"/>
          </a:xfrm>
          <a:noFill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1800"/>
              </a:spcAft>
            </a:pPr>
            <a:r>
              <a:rPr lang="en-US" altLang="x-none" dirty="0"/>
              <a:t>A </a:t>
            </a:r>
            <a:r>
              <a:rPr lang="en-US" altLang="x-none" dirty="0">
                <a:latin typeface="Courier New" charset="0"/>
              </a:rPr>
              <a:t>char</a:t>
            </a:r>
            <a:r>
              <a:rPr lang="en-US" altLang="x-none" dirty="0"/>
              <a:t> variable stores a single character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1800"/>
              </a:spcAft>
            </a:pPr>
            <a:r>
              <a:rPr lang="en-US" altLang="x-none" dirty="0"/>
              <a:t>Character literals are delimited by single quotes: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1800"/>
              </a:spcAft>
              <a:buNone/>
            </a:pPr>
            <a:r>
              <a:rPr lang="en-US" altLang="x-none" sz="2400" dirty="0">
                <a:latin typeface="Courier New" charset="0"/>
              </a:rPr>
              <a:t>'a'   'X'    '7'    '$'    ','    '\n'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1800"/>
              </a:spcAft>
            </a:pPr>
            <a:r>
              <a:rPr lang="en-US" altLang="x-none" dirty="0"/>
              <a:t>Example declarations:</a:t>
            </a:r>
          </a:p>
          <a:p>
            <a:pPr lvl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x-none" dirty="0">
                <a:latin typeface="Courier New" charset="0"/>
              </a:rPr>
              <a:t>char </a:t>
            </a:r>
            <a:r>
              <a:rPr lang="en-US" altLang="x-none" dirty="0" err="1">
                <a:latin typeface="Courier New" charset="0"/>
              </a:rPr>
              <a:t>topGrade</a:t>
            </a:r>
            <a:r>
              <a:rPr lang="en-US" altLang="x-none" dirty="0">
                <a:latin typeface="Courier New" charset="0"/>
              </a:rPr>
              <a:t> = 'A';</a:t>
            </a:r>
          </a:p>
          <a:p>
            <a:pPr lvl="1">
              <a:lnSpc>
                <a:spcPct val="90000"/>
              </a:lnSpc>
              <a:spcBef>
                <a:spcPct val="0"/>
              </a:spcBef>
              <a:spcAft>
                <a:spcPts val="2400"/>
              </a:spcAft>
              <a:buNone/>
            </a:pPr>
            <a:r>
              <a:rPr lang="en-US" altLang="x-none" dirty="0">
                <a:latin typeface="Courier New" charset="0"/>
              </a:rPr>
              <a:t>char terminator = ';', separator = ' ';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1800"/>
              </a:spcAft>
            </a:pPr>
            <a:r>
              <a:rPr lang="en-US" altLang="x-none" dirty="0"/>
              <a:t>Note the difference between a primitive character variable, which holds only one character, and a </a:t>
            </a:r>
            <a:r>
              <a:rPr lang="en-US" altLang="x-none" dirty="0">
                <a:highlight>
                  <a:srgbClr val="FFFF00"/>
                </a:highlight>
                <a:latin typeface="Courier New" charset="0"/>
              </a:rPr>
              <a:t>String</a:t>
            </a:r>
            <a:r>
              <a:rPr lang="en-US" altLang="x-none" dirty="0"/>
              <a:t> object, which can hold multiple characters</a:t>
            </a:r>
          </a:p>
        </p:txBody>
      </p:sp>
      <p:sp>
        <p:nvSpPr>
          <p:cNvPr id="64515" name="Footer Placeholder 4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x-none" sz="1200">
                <a:latin typeface="Times New Roman" charset="0"/>
              </a:rPr>
              <a:t>Copyright © 2017 Pearson Education, Inc.</a:t>
            </a:r>
          </a:p>
        </p:txBody>
      </p:sp>
    </p:spTree>
  </p:cSld>
  <p:clrMapOvr>
    <a:masterClrMapping/>
  </p:clrMapOvr>
  <p:transition spd="med">
    <p:push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r>
              <a:rPr lang="en-US" altLang="x-none"/>
              <a:t>Characters</a:t>
            </a:r>
          </a:p>
        </p:txBody>
      </p:sp>
      <p:sp>
        <p:nvSpPr>
          <p:cNvPr id="665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28800" y="1143000"/>
            <a:ext cx="8458200" cy="2514600"/>
          </a:xfrm>
          <a:noFill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70000"/>
              </a:spcBef>
            </a:pPr>
            <a:r>
              <a:rPr lang="en-US" altLang="x-none" dirty="0"/>
              <a:t>The </a:t>
            </a:r>
            <a:r>
              <a:rPr lang="en-US" altLang="x-none" i="1" dirty="0"/>
              <a:t>ASCII character set</a:t>
            </a:r>
            <a:r>
              <a:rPr lang="en-US" altLang="x-none" dirty="0"/>
              <a:t> is older and smaller than Unicode, but is still quite popular</a:t>
            </a:r>
          </a:p>
          <a:p>
            <a:pPr>
              <a:spcBef>
                <a:spcPct val="70000"/>
              </a:spcBef>
            </a:pPr>
            <a:r>
              <a:rPr lang="en-US" altLang="x-none" dirty="0"/>
              <a:t>The ASCII characters are a </a:t>
            </a:r>
            <a:r>
              <a:rPr lang="en-US" altLang="x-none" dirty="0">
                <a:highlight>
                  <a:srgbClr val="FFFF00"/>
                </a:highlight>
              </a:rPr>
              <a:t>subset</a:t>
            </a:r>
            <a:r>
              <a:rPr lang="en-US" altLang="x-none" dirty="0"/>
              <a:t> of the Unicode character set, including:</a:t>
            </a:r>
          </a:p>
        </p:txBody>
      </p:sp>
      <p:grpSp>
        <p:nvGrpSpPr>
          <p:cNvPr id="66563" name="Group 4"/>
          <p:cNvGrpSpPr>
            <a:grpSpLocks/>
          </p:cNvGrpSpPr>
          <p:nvPr/>
        </p:nvGrpSpPr>
        <p:grpSpPr bwMode="auto">
          <a:xfrm>
            <a:off x="2743201" y="3429001"/>
            <a:ext cx="6442075" cy="2308225"/>
            <a:chOff x="830" y="1999"/>
            <a:chExt cx="4058" cy="1454"/>
          </a:xfrm>
        </p:grpSpPr>
        <p:sp>
          <p:nvSpPr>
            <p:cNvPr id="66565" name="Rectangle 5"/>
            <p:cNvSpPr>
              <a:spLocks noChangeArrowheads="1"/>
            </p:cNvSpPr>
            <p:nvPr/>
          </p:nvSpPr>
          <p:spPr bwMode="auto">
            <a:xfrm>
              <a:off x="830" y="1999"/>
              <a:ext cx="1809" cy="1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37931725" indent="-37474525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x-none" sz="2400" b="1">
                  <a:solidFill>
                    <a:srgbClr val="008000"/>
                  </a:solidFill>
                  <a:latin typeface="Arial Unicode MS" charset="0"/>
                </a:rPr>
                <a:t>uppercase letters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x-none" sz="2400" b="1">
                  <a:solidFill>
                    <a:srgbClr val="008000"/>
                  </a:solidFill>
                  <a:latin typeface="Arial Unicode MS" charset="0"/>
                </a:rPr>
                <a:t>lowercase letters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x-none" sz="2400" b="1">
                  <a:solidFill>
                    <a:srgbClr val="008000"/>
                  </a:solidFill>
                  <a:latin typeface="Arial Unicode MS" charset="0"/>
                </a:rPr>
                <a:t>punctuation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x-none" sz="2400" b="1">
                  <a:solidFill>
                    <a:srgbClr val="008000"/>
                  </a:solidFill>
                  <a:latin typeface="Arial Unicode MS" charset="0"/>
                </a:rPr>
                <a:t>digits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x-none" sz="2400" b="1">
                  <a:solidFill>
                    <a:srgbClr val="008000"/>
                  </a:solidFill>
                  <a:latin typeface="Arial Unicode MS" charset="0"/>
                </a:rPr>
                <a:t>special symbols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x-none" sz="2400" b="1">
                  <a:solidFill>
                    <a:srgbClr val="008000"/>
                  </a:solidFill>
                  <a:latin typeface="Arial Unicode MS" charset="0"/>
                </a:rPr>
                <a:t>control characters</a:t>
              </a:r>
            </a:p>
          </p:txBody>
        </p:sp>
        <p:sp>
          <p:nvSpPr>
            <p:cNvPr id="66566" name="Rectangle 6"/>
            <p:cNvSpPr>
              <a:spLocks noChangeArrowheads="1"/>
            </p:cNvSpPr>
            <p:nvPr/>
          </p:nvSpPr>
          <p:spPr bwMode="auto">
            <a:xfrm>
              <a:off x="2736" y="1999"/>
              <a:ext cx="2152" cy="1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37931725" indent="-37474525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x-none" sz="2400" b="1">
                  <a:solidFill>
                    <a:srgbClr val="008000"/>
                  </a:solidFill>
                  <a:latin typeface="Arial Unicode MS" charset="0"/>
                </a:rPr>
                <a:t>A, B, C, …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x-none" sz="2400" b="1">
                  <a:solidFill>
                    <a:srgbClr val="008000"/>
                  </a:solidFill>
                  <a:latin typeface="Arial Unicode MS" charset="0"/>
                </a:rPr>
                <a:t>a, b, c, …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x-none" sz="2400" b="1">
                  <a:solidFill>
                    <a:srgbClr val="008000"/>
                  </a:solidFill>
                  <a:latin typeface="Arial Unicode MS" charset="0"/>
                </a:rPr>
                <a:t>period, semi-colon, …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x-none" sz="2400" b="1">
                  <a:solidFill>
                    <a:srgbClr val="008000"/>
                  </a:solidFill>
                  <a:latin typeface="Arial Unicode MS" charset="0"/>
                </a:rPr>
                <a:t>0, 1, 2, …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x-none" sz="2400" b="1">
                  <a:solidFill>
                    <a:srgbClr val="008000"/>
                  </a:solidFill>
                  <a:latin typeface="Arial Unicode MS" charset="0"/>
                </a:rPr>
                <a:t>&amp;, |, \, …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x-none" sz="2400" b="1">
                  <a:solidFill>
                    <a:srgbClr val="008000"/>
                  </a:solidFill>
                  <a:latin typeface="Arial Unicode MS" charset="0"/>
                </a:rPr>
                <a:t>carriage return, tab, ...</a:t>
              </a:r>
            </a:p>
          </p:txBody>
        </p:sp>
      </p:grpSp>
      <p:sp>
        <p:nvSpPr>
          <p:cNvPr id="66564" name="Footer Placeholder 7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x-none" sz="1200">
                <a:latin typeface="Times New Roman" charset="0"/>
              </a:rPr>
              <a:t>Copyright © 2017 Pearson Education, Inc.</a:t>
            </a:r>
          </a:p>
        </p:txBody>
      </p:sp>
    </p:spTree>
  </p:cSld>
  <p:clrMapOvr>
    <a:masterClrMapping/>
  </p:clrMapOvr>
  <p:transition spd="med">
    <p:push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r>
              <a:rPr lang="en-US" altLang="x-none"/>
              <a:t>Boolean</a:t>
            </a:r>
          </a:p>
        </p:txBody>
      </p:sp>
      <p:sp>
        <p:nvSpPr>
          <p:cNvPr id="675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52600" y="1143000"/>
            <a:ext cx="8534400" cy="4495800"/>
          </a:xfrm>
          <a:noFill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  <a:spcBef>
                <a:spcPct val="85000"/>
              </a:spcBef>
            </a:pPr>
            <a:r>
              <a:rPr lang="en-US" altLang="x-none" dirty="0"/>
              <a:t>A</a:t>
            </a:r>
            <a:r>
              <a:rPr lang="en-US" altLang="x-none" dirty="0">
                <a:latin typeface="Courier New" charset="0"/>
              </a:rPr>
              <a:t> </a:t>
            </a:r>
            <a:r>
              <a:rPr lang="en-US" altLang="x-none" dirty="0" err="1">
                <a:latin typeface="Courier New" charset="0"/>
              </a:rPr>
              <a:t>boolean</a:t>
            </a:r>
            <a:r>
              <a:rPr lang="en-US" altLang="x-none" dirty="0">
                <a:latin typeface="Courier New" charset="0"/>
              </a:rPr>
              <a:t> </a:t>
            </a:r>
            <a:r>
              <a:rPr lang="en-US" altLang="x-none" dirty="0"/>
              <a:t>value represents a true or false condition</a:t>
            </a:r>
          </a:p>
          <a:p>
            <a:pPr>
              <a:lnSpc>
                <a:spcPct val="90000"/>
              </a:lnSpc>
              <a:spcBef>
                <a:spcPct val="85000"/>
              </a:spcBef>
            </a:pPr>
            <a:r>
              <a:rPr lang="en-US" altLang="x-none" dirty="0"/>
              <a:t>The reserved words</a:t>
            </a:r>
            <a:r>
              <a:rPr lang="en-US" altLang="x-none" dirty="0">
                <a:latin typeface="Courier New" charset="0"/>
              </a:rPr>
              <a:t> true </a:t>
            </a:r>
            <a:r>
              <a:rPr lang="en-US" altLang="x-none" dirty="0"/>
              <a:t>and</a:t>
            </a:r>
            <a:r>
              <a:rPr lang="en-US" altLang="x-none" dirty="0">
                <a:latin typeface="Courier New" charset="0"/>
              </a:rPr>
              <a:t> false </a:t>
            </a:r>
            <a:r>
              <a:rPr lang="en-US" altLang="x-none" dirty="0"/>
              <a:t>are the only valid values for a </a:t>
            </a:r>
            <a:r>
              <a:rPr lang="en-US" altLang="x-none" dirty="0" err="1"/>
              <a:t>boolean</a:t>
            </a:r>
            <a:r>
              <a:rPr lang="en-US" altLang="x-none" dirty="0"/>
              <a:t> type</a:t>
            </a:r>
          </a:p>
          <a:p>
            <a:pPr algn="ctr">
              <a:lnSpc>
                <a:spcPct val="90000"/>
              </a:lnSpc>
              <a:spcBef>
                <a:spcPct val="85000"/>
              </a:spcBef>
              <a:buFont typeface="Times" charset="0"/>
              <a:buNone/>
            </a:pPr>
            <a:r>
              <a:rPr lang="en-US" altLang="x-none" sz="2400" dirty="0" err="1">
                <a:latin typeface="Courier New" charset="0"/>
              </a:rPr>
              <a:t>boolean</a:t>
            </a:r>
            <a:r>
              <a:rPr lang="en-US" altLang="x-none" sz="2400" dirty="0">
                <a:latin typeface="Courier New" charset="0"/>
              </a:rPr>
              <a:t> done = false;</a:t>
            </a:r>
            <a:endParaRPr lang="en-US" altLang="x-none" dirty="0"/>
          </a:p>
          <a:p>
            <a:pPr>
              <a:lnSpc>
                <a:spcPct val="90000"/>
              </a:lnSpc>
              <a:spcBef>
                <a:spcPct val="85000"/>
              </a:spcBef>
            </a:pPr>
            <a:r>
              <a:rPr lang="en-US" altLang="x-none" dirty="0"/>
              <a:t>A </a:t>
            </a:r>
            <a:r>
              <a:rPr lang="en-US" altLang="x-none" dirty="0" err="1">
                <a:latin typeface="Courier New" charset="0"/>
              </a:rPr>
              <a:t>boolean</a:t>
            </a:r>
            <a:r>
              <a:rPr lang="en-US" altLang="x-none" dirty="0"/>
              <a:t> default value is false</a:t>
            </a:r>
          </a:p>
          <a:p>
            <a:pPr marL="0" indent="0">
              <a:lnSpc>
                <a:spcPct val="100000"/>
              </a:lnSpc>
              <a:spcBef>
                <a:spcPct val="85000"/>
              </a:spcBef>
              <a:buNone/>
            </a:pPr>
            <a:r>
              <a:rPr lang="en-DK" dirty="0"/>
              <a:t> test with </a:t>
            </a:r>
          </a:p>
          <a:p>
            <a:pPr algn="ctr">
              <a:lnSpc>
                <a:spcPct val="90000"/>
              </a:lnSpc>
              <a:spcBef>
                <a:spcPct val="85000"/>
              </a:spcBef>
              <a:buNone/>
            </a:pPr>
            <a:r>
              <a:rPr lang="en-DK" sz="2400" dirty="0">
                <a:latin typeface="Courier New" charset="0"/>
              </a:rPr>
              <a:t>boolean passed;</a:t>
            </a:r>
          </a:p>
          <a:p>
            <a:pPr marL="0" indent="0">
              <a:lnSpc>
                <a:spcPct val="90000"/>
              </a:lnSpc>
              <a:spcBef>
                <a:spcPct val="85000"/>
              </a:spcBef>
              <a:buNone/>
            </a:pPr>
            <a:endParaRPr lang="en-US" altLang="x-none" dirty="0"/>
          </a:p>
        </p:txBody>
      </p:sp>
      <p:sp>
        <p:nvSpPr>
          <p:cNvPr id="67587" name="Footer Placeholder 4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x-none" sz="1200">
                <a:latin typeface="Times New Roman" charset="0"/>
              </a:rPr>
              <a:t>Copyright © 2017 Pearson Education, Inc.</a:t>
            </a:r>
          </a:p>
        </p:txBody>
      </p:sp>
    </p:spTree>
  </p:cSld>
  <p:clrMapOvr>
    <a:masterClrMapping/>
  </p:clrMapOvr>
  <p:transition spd="med">
    <p:push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Outline</a:t>
            </a:r>
          </a:p>
        </p:txBody>
      </p:sp>
      <p:sp>
        <p:nvSpPr>
          <p:cNvPr id="56323" name="Text Box 3"/>
          <p:cNvSpPr txBox="1">
            <a:spLocks noChangeArrowheads="1"/>
          </p:cNvSpPr>
          <p:nvPr/>
        </p:nvSpPr>
        <p:spPr bwMode="auto">
          <a:xfrm>
            <a:off x="4191001" y="1219200"/>
            <a:ext cx="4003675" cy="323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x-none" sz="2400" b="1"/>
              <a:t>Character Strings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x-none" sz="2400" b="1"/>
              <a:t>Variables and Assignment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x-none" sz="2400" b="1"/>
              <a:t>Primitive Data Types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x-none" sz="2400" b="1"/>
              <a:t>Expressions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x-none" sz="2400" b="1"/>
              <a:t>Data Conversion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x-none" sz="2400" b="1"/>
              <a:t>Interactive Programs</a:t>
            </a:r>
          </a:p>
        </p:txBody>
      </p:sp>
      <p:sp>
        <p:nvSpPr>
          <p:cNvPr id="56324" name="AutoShape 4"/>
          <p:cNvSpPr>
            <a:spLocks noChangeArrowheads="1"/>
          </p:cNvSpPr>
          <p:nvPr/>
        </p:nvSpPr>
        <p:spPr bwMode="auto">
          <a:xfrm>
            <a:off x="3352800" y="2971800"/>
            <a:ext cx="685800" cy="304800"/>
          </a:xfrm>
          <a:prstGeom prst="rightArrow">
            <a:avLst>
              <a:gd name="adj1" fmla="val 50000"/>
              <a:gd name="adj2" fmla="val 56250"/>
            </a:avLst>
          </a:prstGeom>
          <a:solidFill>
            <a:srgbClr val="FFCC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x-none" altLang="x-none" sz="1800"/>
          </a:p>
        </p:txBody>
      </p:sp>
      <p:sp>
        <p:nvSpPr>
          <p:cNvPr id="68612" name="Footer Placeholder 5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x-none" sz="1200">
                <a:latin typeface="Times New Roman" charset="0"/>
              </a:rPr>
              <a:t>Copyright © 2017 Pearson Education, Inc.</a:t>
            </a: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3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3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1000"/>
                                        <p:tgtEl>
                                          <p:spTgt spid="56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3" grpId="0"/>
      <p:bldP spid="5632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Expressions</a:t>
            </a:r>
          </a:p>
        </p:txBody>
      </p:sp>
      <p:sp>
        <p:nvSpPr>
          <p:cNvPr id="696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28800" y="1143000"/>
            <a:ext cx="8610600" cy="1828800"/>
          </a:xfrm>
        </p:spPr>
        <p:txBody>
          <a:bodyPr/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altLang="x-none"/>
              <a:t>An </a:t>
            </a:r>
            <a:r>
              <a:rPr lang="en-US" altLang="x-none" i="1"/>
              <a:t>expression</a:t>
            </a:r>
            <a:r>
              <a:rPr lang="en-US" altLang="x-none"/>
              <a:t> is a combination of one or more operators and operands</a:t>
            </a:r>
          </a:p>
          <a:p>
            <a:pPr>
              <a:lnSpc>
                <a:spcPct val="90000"/>
              </a:lnSpc>
            </a:pPr>
            <a:r>
              <a:rPr lang="en-US" altLang="x-none" i="1"/>
              <a:t>Arithmetic expressions</a:t>
            </a:r>
            <a:r>
              <a:rPr lang="en-US" altLang="x-none"/>
              <a:t> compute numeric results and make use of the arithmetic operators:</a:t>
            </a:r>
          </a:p>
        </p:txBody>
      </p:sp>
      <p:grpSp>
        <p:nvGrpSpPr>
          <p:cNvPr id="69635" name="Group 7"/>
          <p:cNvGrpSpPr>
            <a:grpSpLocks/>
          </p:cNvGrpSpPr>
          <p:nvPr/>
        </p:nvGrpSpPr>
        <p:grpSpPr bwMode="auto">
          <a:xfrm>
            <a:off x="4343401" y="3124201"/>
            <a:ext cx="2690813" cy="1616075"/>
            <a:chOff x="2261" y="1910"/>
            <a:chExt cx="1695" cy="1018"/>
          </a:xfrm>
        </p:grpSpPr>
        <p:sp>
          <p:nvSpPr>
            <p:cNvPr id="69638" name="Text Box 4"/>
            <p:cNvSpPr txBox="1">
              <a:spLocks noChangeArrowheads="1"/>
            </p:cNvSpPr>
            <p:nvPr/>
          </p:nvSpPr>
          <p:spPr bwMode="auto">
            <a:xfrm>
              <a:off x="2261" y="1910"/>
              <a:ext cx="1268" cy="10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37931725" indent="-37474525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x-none" sz="2000" b="1">
                  <a:solidFill>
                    <a:srgbClr val="008000"/>
                  </a:solidFill>
                  <a:latin typeface="Arial Unicode MS" charset="0"/>
                </a:rPr>
                <a:t>Addition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x-none" sz="2000" b="1">
                  <a:solidFill>
                    <a:srgbClr val="008000"/>
                  </a:solidFill>
                  <a:latin typeface="Arial Unicode MS" charset="0"/>
                </a:rPr>
                <a:t>Subtraction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x-none" sz="2000" b="1">
                  <a:solidFill>
                    <a:srgbClr val="008000"/>
                  </a:solidFill>
                  <a:latin typeface="Arial Unicode MS" charset="0"/>
                </a:rPr>
                <a:t>Multiplication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x-none" sz="2000" b="1">
                  <a:solidFill>
                    <a:srgbClr val="008000"/>
                  </a:solidFill>
                  <a:latin typeface="Arial Unicode MS" charset="0"/>
                </a:rPr>
                <a:t>Division	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x-none" sz="2000" b="1">
                  <a:solidFill>
                    <a:srgbClr val="008000"/>
                  </a:solidFill>
                  <a:latin typeface="Arial Unicode MS" charset="0"/>
                </a:rPr>
                <a:t>Remainder</a:t>
              </a:r>
            </a:p>
          </p:txBody>
        </p:sp>
        <p:sp>
          <p:nvSpPr>
            <p:cNvPr id="69639" name="Text Box 6"/>
            <p:cNvSpPr txBox="1">
              <a:spLocks noChangeArrowheads="1"/>
            </p:cNvSpPr>
            <p:nvPr/>
          </p:nvSpPr>
          <p:spPr bwMode="auto">
            <a:xfrm>
              <a:off x="3695" y="1910"/>
              <a:ext cx="261" cy="10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37931725" indent="-37474525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x-none" sz="2000" b="1">
                  <a:solidFill>
                    <a:srgbClr val="008000"/>
                  </a:solidFill>
                  <a:latin typeface="Arial Unicode MS" charset="0"/>
                </a:rPr>
                <a:t>+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x-none" sz="2000" b="1">
                  <a:solidFill>
                    <a:srgbClr val="008000"/>
                  </a:solidFill>
                  <a:latin typeface="Arial Unicode MS" charset="0"/>
                </a:rPr>
                <a:t>-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x-none" sz="2000" b="1">
                  <a:solidFill>
                    <a:srgbClr val="008000"/>
                  </a:solidFill>
                  <a:latin typeface="Arial Unicode MS" charset="0"/>
                </a:rPr>
                <a:t>*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x-none" sz="2000" b="1">
                  <a:solidFill>
                    <a:srgbClr val="008000"/>
                  </a:solidFill>
                  <a:latin typeface="Arial Unicode MS" charset="0"/>
                </a:rPr>
                <a:t>/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x-none" sz="2000" b="1">
                  <a:solidFill>
                    <a:srgbClr val="008000"/>
                  </a:solidFill>
                  <a:latin typeface="Arial Unicode MS" charset="0"/>
                </a:rPr>
                <a:t>%</a:t>
              </a:r>
            </a:p>
          </p:txBody>
        </p:sp>
      </p:grpSp>
      <p:sp>
        <p:nvSpPr>
          <p:cNvPr id="69636" name="Footer Placeholder 8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x-none" sz="1200">
                <a:latin typeface="Times New Roman" charset="0"/>
              </a:rPr>
              <a:t>Copyright © 2017 Pearson Education, Inc.</a:t>
            </a:r>
          </a:p>
        </p:txBody>
      </p:sp>
      <p:sp>
        <p:nvSpPr>
          <p:cNvPr id="69637" name="Rectangle 3"/>
          <p:cNvSpPr txBox="1">
            <a:spLocks noChangeArrowheads="1"/>
          </p:cNvSpPr>
          <p:nvPr/>
        </p:nvSpPr>
        <p:spPr bwMode="auto">
          <a:xfrm>
            <a:off x="1752600" y="4953000"/>
            <a:ext cx="86106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altLang="x-none"/>
              <a:t>If either or both operands are floating point values, then the result is a floating point value</a:t>
            </a:r>
          </a:p>
        </p:txBody>
      </p:sp>
    </p:spTree>
  </p:cSld>
  <p:clrMapOvr>
    <a:masterClrMapping/>
  </p:clrMapOvr>
  <p:transition spd="med">
    <p:push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Division and Remainder</a:t>
            </a:r>
          </a:p>
        </p:txBody>
      </p:sp>
      <p:sp>
        <p:nvSpPr>
          <p:cNvPr id="7065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52600" y="1219201"/>
            <a:ext cx="8686800" cy="136366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x-none"/>
              <a:t>If both operands to the division operator (</a:t>
            </a:r>
            <a:r>
              <a:rPr lang="en-US" altLang="x-none">
                <a:latin typeface="Courier New" charset="0"/>
              </a:rPr>
              <a:t>/</a:t>
            </a:r>
            <a:r>
              <a:rPr lang="en-US" altLang="x-none"/>
              <a:t>) are integers, the result is an integer (the fractional part is discarded)</a:t>
            </a:r>
          </a:p>
        </p:txBody>
      </p:sp>
      <p:sp>
        <p:nvSpPr>
          <p:cNvPr id="70659" name="Text Box 5"/>
          <p:cNvSpPr txBox="1">
            <a:spLocks noChangeArrowheads="1"/>
          </p:cNvSpPr>
          <p:nvPr/>
        </p:nvSpPr>
        <p:spPr bwMode="auto">
          <a:xfrm>
            <a:off x="4083068" y="2667001"/>
            <a:ext cx="3246402" cy="9079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Ctr="1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x-none" sz="2400" b="1">
                <a:latin typeface="Courier New" charset="0"/>
              </a:rPr>
              <a:t>14 / 3</a:t>
            </a:r>
            <a:r>
              <a:rPr lang="en-US" altLang="x-none" sz="2400" b="1">
                <a:latin typeface="Times New Roman" charset="0"/>
              </a:rPr>
              <a:t>     </a:t>
            </a:r>
            <a:r>
              <a:rPr lang="en-US" altLang="x-none" sz="2400" b="1">
                <a:solidFill>
                  <a:srgbClr val="008000"/>
                </a:solidFill>
                <a:latin typeface="Arial Unicode MS" charset="0"/>
              </a:rPr>
              <a:t>equals     </a:t>
            </a:r>
            <a:r>
              <a:rPr lang="en-US" altLang="x-none" sz="2400" b="1">
                <a:latin typeface="Arial Unicode MS" charset="0"/>
              </a:rPr>
              <a:t>4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x-none" sz="2400" b="1">
                <a:latin typeface="Courier New" charset="0"/>
              </a:rPr>
              <a:t>8 / 12</a:t>
            </a:r>
            <a:r>
              <a:rPr lang="en-US" altLang="x-none" sz="2400" b="1">
                <a:latin typeface="Times New Roman" charset="0"/>
              </a:rPr>
              <a:t>     </a:t>
            </a:r>
            <a:r>
              <a:rPr lang="en-US" altLang="x-none" sz="2400" b="1">
                <a:solidFill>
                  <a:srgbClr val="008000"/>
                </a:solidFill>
                <a:latin typeface="Arial Unicode MS" charset="0"/>
              </a:rPr>
              <a:t>equals     </a:t>
            </a:r>
            <a:r>
              <a:rPr lang="en-US" altLang="x-none" sz="2400" b="1">
                <a:solidFill>
                  <a:srgbClr val="000000"/>
                </a:solidFill>
                <a:latin typeface="Arial Unicode MS" charset="0"/>
              </a:rPr>
              <a:t>0</a:t>
            </a:r>
            <a:endParaRPr lang="en-US" altLang="x-none">
              <a:solidFill>
                <a:srgbClr val="000000"/>
              </a:solidFill>
              <a:latin typeface="Arial Unicode MS" charset="0"/>
            </a:endParaRPr>
          </a:p>
        </p:txBody>
      </p:sp>
      <p:sp>
        <p:nvSpPr>
          <p:cNvPr id="70660" name="Footer Placeholder 1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x-none" sz="1200">
                <a:latin typeface="Times New Roman" charset="0"/>
              </a:rPr>
              <a:t>Copyright © 2017 Pearson Education, Inc.</a:t>
            </a:r>
          </a:p>
        </p:txBody>
      </p:sp>
      <p:sp>
        <p:nvSpPr>
          <p:cNvPr id="14" name="Rectangle 3"/>
          <p:cNvSpPr txBox="1">
            <a:spLocks noChangeArrowheads="1"/>
          </p:cNvSpPr>
          <p:nvPr/>
        </p:nvSpPr>
        <p:spPr bwMode="auto">
          <a:xfrm>
            <a:off x="1752600" y="3810000"/>
            <a:ext cx="86868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en-US" sz="2800" kern="0" dirty="0">
                <a:latin typeface="+mn-lt"/>
                <a:ea typeface="+mn-ea"/>
                <a:cs typeface="+mn-cs"/>
              </a:rPr>
              <a:t>The remainder operator (%) returns the remainder after dividing the first operand by the second</a:t>
            </a:r>
          </a:p>
        </p:txBody>
      </p:sp>
      <p:sp>
        <p:nvSpPr>
          <p:cNvPr id="70662" name="Text Box 5"/>
          <p:cNvSpPr txBox="1">
            <a:spLocks noChangeArrowheads="1"/>
          </p:cNvSpPr>
          <p:nvPr/>
        </p:nvSpPr>
        <p:spPr bwMode="auto">
          <a:xfrm>
            <a:off x="4083068" y="4876801"/>
            <a:ext cx="3246402" cy="9079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Ctr="1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x-none" sz="2400" b="1">
                <a:latin typeface="Courier New" charset="0"/>
              </a:rPr>
              <a:t>14 % 3</a:t>
            </a:r>
            <a:r>
              <a:rPr lang="en-US" altLang="x-none" sz="2400" b="1">
                <a:latin typeface="Times New Roman" charset="0"/>
              </a:rPr>
              <a:t>     </a:t>
            </a:r>
            <a:r>
              <a:rPr lang="en-US" altLang="x-none" sz="2400" b="1">
                <a:solidFill>
                  <a:srgbClr val="008000"/>
                </a:solidFill>
                <a:latin typeface="Arial Unicode MS" charset="0"/>
              </a:rPr>
              <a:t>equals     </a:t>
            </a:r>
            <a:r>
              <a:rPr lang="en-US" altLang="x-none" sz="2400" b="1">
                <a:latin typeface="Arial Unicode MS" charset="0"/>
              </a:rPr>
              <a:t>2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x-none" sz="2400" b="1">
                <a:latin typeface="Courier New" charset="0"/>
              </a:rPr>
              <a:t>8 % 12</a:t>
            </a:r>
            <a:r>
              <a:rPr lang="en-US" altLang="x-none" sz="2400" b="1">
                <a:latin typeface="Times New Roman" charset="0"/>
              </a:rPr>
              <a:t>     </a:t>
            </a:r>
            <a:r>
              <a:rPr lang="en-US" altLang="x-none" sz="2400" b="1">
                <a:solidFill>
                  <a:srgbClr val="008000"/>
                </a:solidFill>
                <a:latin typeface="Arial Unicode MS" charset="0"/>
              </a:rPr>
              <a:t>equals     </a:t>
            </a:r>
            <a:r>
              <a:rPr lang="en-US" altLang="x-none" sz="2400" b="1">
                <a:solidFill>
                  <a:srgbClr val="000000"/>
                </a:solidFill>
                <a:latin typeface="Arial Unicode MS" charset="0"/>
              </a:rPr>
              <a:t>8</a:t>
            </a:r>
            <a:endParaRPr lang="en-US" altLang="x-none">
              <a:solidFill>
                <a:srgbClr val="000000"/>
              </a:solidFill>
              <a:latin typeface="Arial Unicode MS" charset="0"/>
            </a:endParaRPr>
          </a:p>
        </p:txBody>
      </p:sp>
    </p:spTree>
  </p:cSld>
  <p:clrMapOvr>
    <a:masterClrMapping/>
  </p:clrMapOvr>
  <p:transition spd="med">
    <p:push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Quick Check</a:t>
            </a:r>
          </a:p>
        </p:txBody>
      </p:sp>
      <p:sp>
        <p:nvSpPr>
          <p:cNvPr id="71682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x-none" sz="1200">
                <a:latin typeface="Times New Roman" charset="0"/>
              </a:rPr>
              <a:t>Copyright © 2017 Pearson Education, Inc.</a:t>
            </a:r>
          </a:p>
        </p:txBody>
      </p:sp>
      <p:sp>
        <p:nvSpPr>
          <p:cNvPr id="71683" name="TextBox 5"/>
          <p:cNvSpPr txBox="1">
            <a:spLocks noChangeArrowheads="1"/>
          </p:cNvSpPr>
          <p:nvPr/>
        </p:nvSpPr>
        <p:spPr bwMode="auto">
          <a:xfrm>
            <a:off x="1828800" y="1206500"/>
            <a:ext cx="861060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/>
              <a:t>What are the results of the following expressions?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x-none"/>
          </a:p>
        </p:txBody>
      </p:sp>
      <p:sp>
        <p:nvSpPr>
          <p:cNvPr id="41990" name="TextBox 6"/>
          <p:cNvSpPr txBox="1">
            <a:spLocks noChangeArrowheads="1"/>
          </p:cNvSpPr>
          <p:nvPr/>
        </p:nvSpPr>
        <p:spPr bwMode="auto">
          <a:xfrm>
            <a:off x="3432176" y="1987550"/>
            <a:ext cx="2487613" cy="403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x-none" sz="2400" b="1">
                <a:latin typeface="Courier New" charset="0"/>
                <a:ea typeface="Courier New" charset="0"/>
                <a:cs typeface="Courier New" charset="0"/>
              </a:rPr>
              <a:t>12 / 2</a:t>
            </a:r>
          </a:p>
          <a:p>
            <a:pPr algn="r" eaLnBrk="1" hangingPunct="1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x-none" sz="2400" b="1">
                <a:latin typeface="Courier New" charset="0"/>
                <a:ea typeface="Courier New" charset="0"/>
                <a:cs typeface="Courier New" charset="0"/>
              </a:rPr>
              <a:t>12.0 / 2.0</a:t>
            </a:r>
          </a:p>
          <a:p>
            <a:pPr algn="r" eaLnBrk="1" hangingPunct="1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x-none" sz="2400" b="1">
                <a:latin typeface="Courier New" charset="0"/>
                <a:ea typeface="Courier New" charset="0"/>
                <a:cs typeface="Courier New" charset="0"/>
              </a:rPr>
              <a:t>10 / 4</a:t>
            </a:r>
          </a:p>
          <a:p>
            <a:pPr algn="r" eaLnBrk="1" hangingPunct="1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x-none" sz="2400" b="1">
                <a:latin typeface="Courier New" charset="0"/>
                <a:ea typeface="Courier New" charset="0"/>
                <a:cs typeface="Courier New" charset="0"/>
              </a:rPr>
              <a:t>10 / 4.0</a:t>
            </a:r>
          </a:p>
          <a:p>
            <a:pPr algn="r" eaLnBrk="1" hangingPunct="1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x-none" sz="2400" b="1">
                <a:latin typeface="Courier New" charset="0"/>
                <a:ea typeface="Courier New" charset="0"/>
                <a:cs typeface="Courier New" charset="0"/>
              </a:rPr>
              <a:t>4 / 10</a:t>
            </a:r>
          </a:p>
          <a:p>
            <a:pPr algn="r" eaLnBrk="1" hangingPunct="1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x-none" sz="2400" b="1">
                <a:latin typeface="Courier New" charset="0"/>
                <a:ea typeface="Courier New" charset="0"/>
                <a:cs typeface="Courier New" charset="0"/>
              </a:rPr>
              <a:t>4.0 / 10</a:t>
            </a:r>
          </a:p>
          <a:p>
            <a:pPr algn="r" eaLnBrk="1" hangingPunct="1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x-none" sz="2400" b="1">
                <a:latin typeface="Courier New" charset="0"/>
                <a:ea typeface="Courier New" charset="0"/>
                <a:cs typeface="Courier New" charset="0"/>
              </a:rPr>
              <a:t>12 % 3</a:t>
            </a:r>
          </a:p>
          <a:p>
            <a:pPr algn="r" eaLnBrk="1" hangingPunct="1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x-none" sz="2400" b="1">
                <a:latin typeface="Courier New" charset="0"/>
                <a:ea typeface="Courier New" charset="0"/>
                <a:cs typeface="Courier New" charset="0"/>
              </a:rPr>
              <a:t>10 % 3</a:t>
            </a:r>
          </a:p>
          <a:p>
            <a:pPr algn="r" eaLnBrk="1" hangingPunct="1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x-none" sz="2400" b="1">
                <a:latin typeface="Courier New" charset="0"/>
                <a:ea typeface="Courier New" charset="0"/>
                <a:cs typeface="Courier New" charset="0"/>
              </a:rPr>
              <a:t>3 % 10</a:t>
            </a:r>
          </a:p>
        </p:txBody>
      </p:sp>
    </p:spTree>
  </p:cSld>
  <p:clrMapOvr>
    <a:masterClrMapping/>
  </p:clrMapOvr>
  <p:transition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19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19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9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Quick Check</a:t>
            </a:r>
          </a:p>
        </p:txBody>
      </p:sp>
      <p:sp>
        <p:nvSpPr>
          <p:cNvPr id="72706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x-none" sz="1200">
                <a:latin typeface="Times New Roman" charset="0"/>
              </a:rPr>
              <a:t>Copyright © 2017 Pearson Education, Inc.</a:t>
            </a:r>
          </a:p>
        </p:txBody>
      </p:sp>
      <p:sp>
        <p:nvSpPr>
          <p:cNvPr id="72707" name="TextBox 5"/>
          <p:cNvSpPr txBox="1">
            <a:spLocks noChangeArrowheads="1"/>
          </p:cNvSpPr>
          <p:nvPr/>
        </p:nvSpPr>
        <p:spPr bwMode="auto">
          <a:xfrm>
            <a:off x="1828800" y="1206500"/>
            <a:ext cx="861060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/>
              <a:t>What are the results of the following expressions?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x-none"/>
          </a:p>
        </p:txBody>
      </p:sp>
      <p:sp>
        <p:nvSpPr>
          <p:cNvPr id="72708" name="TextBox 6"/>
          <p:cNvSpPr txBox="1">
            <a:spLocks noChangeArrowheads="1"/>
          </p:cNvSpPr>
          <p:nvPr/>
        </p:nvSpPr>
        <p:spPr bwMode="auto">
          <a:xfrm>
            <a:off x="3432176" y="1987550"/>
            <a:ext cx="2487613" cy="403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x-none" sz="2400" b="1">
                <a:latin typeface="Courier New" charset="0"/>
                <a:ea typeface="Courier New" charset="0"/>
                <a:cs typeface="Courier New" charset="0"/>
              </a:rPr>
              <a:t>12 / 2</a:t>
            </a:r>
          </a:p>
          <a:p>
            <a:pPr algn="r" eaLnBrk="1" hangingPunct="1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x-none" sz="2400" b="1">
                <a:latin typeface="Courier New" charset="0"/>
                <a:ea typeface="Courier New" charset="0"/>
                <a:cs typeface="Courier New" charset="0"/>
              </a:rPr>
              <a:t>12.0 / 2.0</a:t>
            </a:r>
          </a:p>
          <a:p>
            <a:pPr algn="r" eaLnBrk="1" hangingPunct="1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x-none" sz="2400" b="1">
                <a:latin typeface="Courier New" charset="0"/>
                <a:ea typeface="Courier New" charset="0"/>
                <a:cs typeface="Courier New" charset="0"/>
              </a:rPr>
              <a:t>10 / 4</a:t>
            </a:r>
          </a:p>
          <a:p>
            <a:pPr algn="r" eaLnBrk="1" hangingPunct="1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x-none" sz="2400" b="1">
                <a:latin typeface="Courier New" charset="0"/>
                <a:ea typeface="Courier New" charset="0"/>
                <a:cs typeface="Courier New" charset="0"/>
              </a:rPr>
              <a:t>10 / 4.0</a:t>
            </a:r>
          </a:p>
          <a:p>
            <a:pPr algn="r" eaLnBrk="1" hangingPunct="1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x-none" sz="2400" b="1">
                <a:latin typeface="Courier New" charset="0"/>
                <a:ea typeface="Courier New" charset="0"/>
                <a:cs typeface="Courier New" charset="0"/>
              </a:rPr>
              <a:t>4 / 10</a:t>
            </a:r>
          </a:p>
          <a:p>
            <a:pPr algn="r" eaLnBrk="1" hangingPunct="1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x-none" sz="2400" b="1">
                <a:latin typeface="Courier New" charset="0"/>
                <a:ea typeface="Courier New" charset="0"/>
                <a:cs typeface="Courier New" charset="0"/>
              </a:rPr>
              <a:t>4.0 / 10</a:t>
            </a:r>
          </a:p>
          <a:p>
            <a:pPr algn="r" eaLnBrk="1" hangingPunct="1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x-none" sz="2400" b="1">
                <a:latin typeface="Courier New" charset="0"/>
                <a:ea typeface="Courier New" charset="0"/>
                <a:cs typeface="Courier New" charset="0"/>
              </a:rPr>
              <a:t>12 % 3</a:t>
            </a:r>
          </a:p>
          <a:p>
            <a:pPr algn="r" eaLnBrk="1" hangingPunct="1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x-none" sz="2400" b="1">
                <a:latin typeface="Courier New" charset="0"/>
                <a:ea typeface="Courier New" charset="0"/>
                <a:cs typeface="Courier New" charset="0"/>
              </a:rPr>
              <a:t>10 % 3</a:t>
            </a:r>
          </a:p>
          <a:p>
            <a:pPr algn="r" eaLnBrk="1" hangingPunct="1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x-none" sz="2400" b="1">
                <a:latin typeface="Courier New" charset="0"/>
                <a:ea typeface="Courier New" charset="0"/>
                <a:cs typeface="Courier New" charset="0"/>
              </a:rPr>
              <a:t>3 % 10</a:t>
            </a: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6099176" y="1987550"/>
            <a:ext cx="1292225" cy="403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x-none" sz="2400" b="1" dirty="0">
                <a:latin typeface="Courier New" charset="0"/>
                <a:ea typeface="Courier New" charset="0"/>
                <a:cs typeface="Courier New" charset="0"/>
              </a:rPr>
              <a:t>=  6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x-none" sz="2400" b="1" dirty="0">
                <a:latin typeface="Courier New" charset="0"/>
                <a:ea typeface="Courier New" charset="0"/>
                <a:cs typeface="Courier New" charset="0"/>
              </a:rPr>
              <a:t>=  6.0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x-none" sz="2400" b="1" dirty="0">
                <a:latin typeface="Courier New" charset="0"/>
                <a:ea typeface="Courier New" charset="0"/>
                <a:cs typeface="Courier New" charset="0"/>
              </a:rPr>
              <a:t>=  2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x-none" sz="2400" b="1" dirty="0">
                <a:latin typeface="Courier New" charset="0"/>
                <a:ea typeface="Courier New" charset="0"/>
                <a:cs typeface="Courier New" charset="0"/>
              </a:rPr>
              <a:t>=  2.5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x-none" sz="2400" b="1" dirty="0">
                <a:latin typeface="Courier New" charset="0"/>
                <a:ea typeface="Courier New" charset="0"/>
                <a:cs typeface="Courier New" charset="0"/>
              </a:rPr>
              <a:t>=  0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x-none" sz="2400" b="1" dirty="0">
                <a:latin typeface="Courier New" charset="0"/>
                <a:ea typeface="Courier New" charset="0"/>
                <a:cs typeface="Courier New" charset="0"/>
              </a:rPr>
              <a:t>=  0.4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x-none" sz="2400" b="1" dirty="0">
                <a:latin typeface="Courier New" charset="0"/>
                <a:ea typeface="Courier New" charset="0"/>
                <a:cs typeface="Courier New" charset="0"/>
              </a:rPr>
              <a:t>=  0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x-none" sz="2400" b="1" dirty="0">
                <a:latin typeface="Courier New" charset="0"/>
                <a:ea typeface="Courier New" charset="0"/>
                <a:cs typeface="Courier New" charset="0"/>
              </a:rPr>
              <a:t>=  1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x-none" sz="2400" b="1" dirty="0">
                <a:latin typeface="Courier New" charset="0"/>
                <a:ea typeface="Courier New" charset="0"/>
                <a:cs typeface="Courier New" charset="0"/>
              </a:rPr>
              <a:t>=  3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Operator Precedence</a:t>
            </a:r>
          </a:p>
        </p:txBody>
      </p:sp>
      <p:sp>
        <p:nvSpPr>
          <p:cNvPr id="737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52600" y="1219200"/>
            <a:ext cx="8763000" cy="5105400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50000"/>
              </a:spcBef>
              <a:spcAft>
                <a:spcPts val="600"/>
              </a:spcAft>
            </a:pPr>
            <a:r>
              <a:rPr lang="en-US" altLang="x-none" dirty="0"/>
              <a:t>Operators can be combined into larger expressions</a:t>
            </a:r>
          </a:p>
          <a:p>
            <a:pPr algn="ctr">
              <a:lnSpc>
                <a:spcPct val="90000"/>
              </a:lnSpc>
              <a:spcBef>
                <a:spcPct val="50000"/>
              </a:spcBef>
              <a:spcAft>
                <a:spcPts val="600"/>
              </a:spcAft>
              <a:buNone/>
            </a:pPr>
            <a:r>
              <a:rPr lang="en-US" altLang="x-none" sz="2400" dirty="0">
                <a:latin typeface="Courier New" charset="0"/>
              </a:rPr>
              <a:t>result  =  total + count / max - offset;</a:t>
            </a:r>
            <a:endParaRPr lang="en-US" altLang="x-none" dirty="0"/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x-none" dirty="0"/>
              <a:t>Operators have a well-defined precedence which determines the order in which they are evaluated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x-none" dirty="0"/>
              <a:t>Multiplication, division, and remainder are evaluated before addition, subtraction, and string concatenation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x-none" dirty="0"/>
              <a:t>Arithmetic operators with the same </a:t>
            </a:r>
            <a:r>
              <a:rPr lang="en-US" altLang="x-none" dirty="0">
                <a:highlight>
                  <a:srgbClr val="FFFF00"/>
                </a:highlight>
              </a:rPr>
              <a:t>precedence</a:t>
            </a:r>
            <a:r>
              <a:rPr lang="en-US" altLang="x-none" dirty="0"/>
              <a:t> are evaluated from left to right, but parentheses can be used to force the evaluation order</a:t>
            </a:r>
          </a:p>
        </p:txBody>
      </p:sp>
      <p:sp>
        <p:nvSpPr>
          <p:cNvPr id="73731" name="Footer Placeholder 4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x-none" sz="1200">
                <a:latin typeface="Times New Roman" charset="0"/>
              </a:rPr>
              <a:t>Copyright © 2017 Pearson Education, Inc.</a:t>
            </a:r>
          </a:p>
        </p:txBody>
      </p:sp>
    </p:spTree>
  </p:cSld>
  <p:clrMapOvr>
    <a:masterClrMapping/>
  </p:clrMapOvr>
  <p:transition spd="med">
    <p:push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6A0E60-475B-C54C-9F7A-6A0E8F824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a-DK"/>
          </a:p>
        </p:txBody>
      </p:sp>
      <p:pic>
        <p:nvPicPr>
          <p:cNvPr id="6" name="Pladsholder til indhold 5">
            <a:extLst>
              <a:ext uri="{FF2B5EF4-FFF2-40B4-BE49-F238E27FC236}">
                <a16:creationId xmlns:a16="http://schemas.microsoft.com/office/drawing/2014/main" id="{C4700D69-494F-BF49-9132-FBD5DBA973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708105" y="1066800"/>
            <a:ext cx="4775790" cy="5334000"/>
          </a:xfrm>
        </p:spPr>
      </p:pic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8BE57613-C355-2742-B3F4-513B6891A02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x-none"/>
              <a:t>Copyright © 2017 Pearson Education, Inc.</a:t>
            </a:r>
          </a:p>
        </p:txBody>
      </p:sp>
    </p:spTree>
    <p:extLst>
      <p:ext uri="{BB962C8B-B14F-4D97-AF65-F5344CB8AC3E}">
        <p14:creationId xmlns:p14="http://schemas.microsoft.com/office/powerpoint/2010/main" val="39581476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Quick Check</a:t>
            </a:r>
          </a:p>
        </p:txBody>
      </p:sp>
      <p:sp>
        <p:nvSpPr>
          <p:cNvPr id="35844" name="Text Box 4"/>
          <p:cNvSpPr txBox="1">
            <a:spLocks noChangeArrowheads="1"/>
          </p:cNvSpPr>
          <p:nvPr/>
        </p:nvSpPr>
        <p:spPr bwMode="auto">
          <a:xfrm>
            <a:off x="2514600" y="2514601"/>
            <a:ext cx="2774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2000" b="1">
                <a:latin typeface="Courier New" charset="0"/>
              </a:rPr>
              <a:t>a + b + c + d + e</a:t>
            </a:r>
          </a:p>
        </p:txBody>
      </p:sp>
      <p:sp>
        <p:nvSpPr>
          <p:cNvPr id="35849" name="Text Box 9"/>
          <p:cNvSpPr txBox="1">
            <a:spLocks noChangeArrowheads="1"/>
          </p:cNvSpPr>
          <p:nvPr/>
        </p:nvSpPr>
        <p:spPr bwMode="auto">
          <a:xfrm>
            <a:off x="6324600" y="2514601"/>
            <a:ext cx="2774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2000" b="1">
                <a:latin typeface="Courier New" charset="0"/>
              </a:rPr>
              <a:t>a + b * c - d / e</a:t>
            </a:r>
          </a:p>
        </p:txBody>
      </p:sp>
      <p:sp>
        <p:nvSpPr>
          <p:cNvPr id="35854" name="Text Box 14"/>
          <p:cNvSpPr txBox="1">
            <a:spLocks noChangeArrowheads="1"/>
          </p:cNvSpPr>
          <p:nvPr/>
        </p:nvSpPr>
        <p:spPr bwMode="auto">
          <a:xfrm>
            <a:off x="4114800" y="3733801"/>
            <a:ext cx="30797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2000" b="1">
                <a:latin typeface="Courier New" charset="0"/>
              </a:rPr>
              <a:t>a / (b + c) - d % e</a:t>
            </a:r>
          </a:p>
        </p:txBody>
      </p:sp>
      <p:sp>
        <p:nvSpPr>
          <p:cNvPr id="35859" name="Text Box 19"/>
          <p:cNvSpPr txBox="1">
            <a:spLocks noChangeArrowheads="1"/>
          </p:cNvSpPr>
          <p:nvPr/>
        </p:nvSpPr>
        <p:spPr bwMode="auto">
          <a:xfrm>
            <a:off x="3987800" y="4953001"/>
            <a:ext cx="36893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2000" b="1">
                <a:latin typeface="Courier New" charset="0"/>
              </a:rPr>
              <a:t>a / (b * (c + (d - e)))</a:t>
            </a:r>
          </a:p>
        </p:txBody>
      </p:sp>
      <p:sp>
        <p:nvSpPr>
          <p:cNvPr id="74758" name="Footer Placeholder 24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x-none" sz="1200">
                <a:latin typeface="Times New Roman" charset="0"/>
              </a:rPr>
              <a:t>Copyright © 2017 Pearson Education, Inc.</a:t>
            </a:r>
          </a:p>
        </p:txBody>
      </p:sp>
      <p:sp>
        <p:nvSpPr>
          <p:cNvPr id="74759" name="TextBox 24"/>
          <p:cNvSpPr txBox="1">
            <a:spLocks noChangeArrowheads="1"/>
          </p:cNvSpPr>
          <p:nvPr/>
        </p:nvSpPr>
        <p:spPr bwMode="auto">
          <a:xfrm>
            <a:off x="1905000" y="1143000"/>
            <a:ext cx="8610600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/>
              <a:t>In what order are the operators evaluated in the following expressions?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x-none"/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8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8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58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8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58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58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58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58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4" grpId="0" autoUpdateAnimBg="0"/>
      <p:bldP spid="35849" grpId="0" autoUpdateAnimBg="0"/>
      <p:bldP spid="35854" grpId="0" autoUpdateAnimBg="0"/>
      <p:bldP spid="35859" grpId="0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Quick Check</a:t>
            </a:r>
          </a:p>
        </p:txBody>
      </p:sp>
      <p:sp>
        <p:nvSpPr>
          <p:cNvPr id="75778" name="Text Box 4"/>
          <p:cNvSpPr txBox="1">
            <a:spLocks noChangeArrowheads="1"/>
          </p:cNvSpPr>
          <p:nvPr/>
        </p:nvSpPr>
        <p:spPr bwMode="auto">
          <a:xfrm>
            <a:off x="2514600" y="2514601"/>
            <a:ext cx="2774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2000" b="1">
                <a:latin typeface="Courier New" charset="0"/>
              </a:rPr>
              <a:t>a + b + c + d + e</a:t>
            </a:r>
          </a:p>
        </p:txBody>
      </p:sp>
      <p:sp>
        <p:nvSpPr>
          <p:cNvPr id="75779" name="Text Box 9"/>
          <p:cNvSpPr txBox="1">
            <a:spLocks noChangeArrowheads="1"/>
          </p:cNvSpPr>
          <p:nvPr/>
        </p:nvSpPr>
        <p:spPr bwMode="auto">
          <a:xfrm>
            <a:off x="6324600" y="2514601"/>
            <a:ext cx="2774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2000" b="1">
                <a:latin typeface="Courier New" charset="0"/>
              </a:rPr>
              <a:t>a + b * c - d / e</a:t>
            </a:r>
          </a:p>
        </p:txBody>
      </p:sp>
      <p:sp>
        <p:nvSpPr>
          <p:cNvPr id="75780" name="Text Box 14"/>
          <p:cNvSpPr txBox="1">
            <a:spLocks noChangeArrowheads="1"/>
          </p:cNvSpPr>
          <p:nvPr/>
        </p:nvSpPr>
        <p:spPr bwMode="auto">
          <a:xfrm>
            <a:off x="4114800" y="3733801"/>
            <a:ext cx="30797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2000" b="1">
                <a:latin typeface="Courier New" charset="0"/>
              </a:rPr>
              <a:t>a / (b + c) - d % e</a:t>
            </a:r>
          </a:p>
        </p:txBody>
      </p:sp>
      <p:sp>
        <p:nvSpPr>
          <p:cNvPr id="75781" name="Text Box 19"/>
          <p:cNvSpPr txBox="1">
            <a:spLocks noChangeArrowheads="1"/>
          </p:cNvSpPr>
          <p:nvPr/>
        </p:nvSpPr>
        <p:spPr bwMode="auto">
          <a:xfrm>
            <a:off x="3987800" y="4953001"/>
            <a:ext cx="36893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2000" b="1">
                <a:latin typeface="Courier New" charset="0"/>
              </a:rPr>
              <a:t>a / (b * (c + (d - e)))</a:t>
            </a:r>
          </a:p>
        </p:txBody>
      </p:sp>
      <p:grpSp>
        <p:nvGrpSpPr>
          <p:cNvPr id="2" name="Group 25"/>
          <p:cNvGrpSpPr>
            <a:grpSpLocks/>
          </p:cNvGrpSpPr>
          <p:nvPr/>
        </p:nvGrpSpPr>
        <p:grpSpPr bwMode="auto">
          <a:xfrm>
            <a:off x="2819400" y="2895600"/>
            <a:ext cx="5943600" cy="2743200"/>
            <a:chOff x="1295400" y="2895600"/>
            <a:chExt cx="5943600" cy="2743200"/>
          </a:xfrm>
        </p:grpSpPr>
        <p:sp>
          <p:nvSpPr>
            <p:cNvPr id="75785" name="AutoShape 5"/>
            <p:cNvSpPr>
              <a:spLocks noChangeArrowheads="1"/>
            </p:cNvSpPr>
            <p:nvPr/>
          </p:nvSpPr>
          <p:spPr bwMode="auto">
            <a:xfrm>
              <a:off x="1295400" y="2895600"/>
              <a:ext cx="304800" cy="304800"/>
            </a:xfrm>
            <a:prstGeom prst="roundRect">
              <a:avLst>
                <a:gd name="adj" fmla="val 16667"/>
              </a:avLst>
            </a:prstGeom>
            <a:solidFill>
              <a:srgbClr val="F5E985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37931725" indent="-37474525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x-none" sz="2000">
                  <a:latin typeface="Times New Roman" charset="0"/>
                </a:rPr>
                <a:t>1</a:t>
              </a:r>
              <a:endParaRPr lang="en-US" altLang="x-none" sz="2400">
                <a:latin typeface="Times New Roman" charset="0"/>
              </a:endParaRPr>
            </a:p>
          </p:txBody>
        </p:sp>
        <p:sp>
          <p:nvSpPr>
            <p:cNvPr id="75786" name="AutoShape 6"/>
            <p:cNvSpPr>
              <a:spLocks noChangeArrowheads="1"/>
            </p:cNvSpPr>
            <p:nvPr/>
          </p:nvSpPr>
          <p:spPr bwMode="auto">
            <a:xfrm>
              <a:off x="3124200" y="2895600"/>
              <a:ext cx="304800" cy="304800"/>
            </a:xfrm>
            <a:prstGeom prst="roundRect">
              <a:avLst>
                <a:gd name="adj" fmla="val 16667"/>
              </a:avLst>
            </a:prstGeom>
            <a:solidFill>
              <a:srgbClr val="F5E985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37931725" indent="-37474525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x-none" sz="2000">
                  <a:latin typeface="Times New Roman" charset="0"/>
                </a:rPr>
                <a:t>4</a:t>
              </a:r>
              <a:endParaRPr lang="en-US" altLang="x-none" sz="2400">
                <a:latin typeface="Times New Roman" charset="0"/>
              </a:endParaRPr>
            </a:p>
          </p:txBody>
        </p:sp>
        <p:sp>
          <p:nvSpPr>
            <p:cNvPr id="75787" name="AutoShape 7"/>
            <p:cNvSpPr>
              <a:spLocks noChangeArrowheads="1"/>
            </p:cNvSpPr>
            <p:nvPr/>
          </p:nvSpPr>
          <p:spPr bwMode="auto">
            <a:xfrm>
              <a:off x="2514600" y="2895600"/>
              <a:ext cx="304800" cy="304800"/>
            </a:xfrm>
            <a:prstGeom prst="roundRect">
              <a:avLst>
                <a:gd name="adj" fmla="val 16667"/>
              </a:avLst>
            </a:prstGeom>
            <a:solidFill>
              <a:srgbClr val="F5E985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37931725" indent="-37474525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x-none" sz="2000">
                  <a:latin typeface="Times New Roman" charset="0"/>
                </a:rPr>
                <a:t>3</a:t>
              </a:r>
              <a:endParaRPr lang="en-US" altLang="x-none" sz="2400">
                <a:latin typeface="Times New Roman" charset="0"/>
              </a:endParaRPr>
            </a:p>
          </p:txBody>
        </p:sp>
        <p:sp>
          <p:nvSpPr>
            <p:cNvPr id="75788" name="AutoShape 8"/>
            <p:cNvSpPr>
              <a:spLocks noChangeArrowheads="1"/>
            </p:cNvSpPr>
            <p:nvPr/>
          </p:nvSpPr>
          <p:spPr bwMode="auto">
            <a:xfrm>
              <a:off x="1905000" y="2895600"/>
              <a:ext cx="304800" cy="304800"/>
            </a:xfrm>
            <a:prstGeom prst="roundRect">
              <a:avLst>
                <a:gd name="adj" fmla="val 16667"/>
              </a:avLst>
            </a:prstGeom>
            <a:solidFill>
              <a:srgbClr val="F5E985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37931725" indent="-37474525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x-none" sz="2000">
                  <a:latin typeface="Times New Roman" charset="0"/>
                </a:rPr>
                <a:t>2</a:t>
              </a:r>
              <a:endParaRPr lang="en-US" altLang="x-none" sz="2400">
                <a:latin typeface="Times New Roman" charset="0"/>
              </a:endParaRPr>
            </a:p>
          </p:txBody>
        </p:sp>
        <p:sp>
          <p:nvSpPr>
            <p:cNvPr id="75789" name="AutoShape 10"/>
            <p:cNvSpPr>
              <a:spLocks noChangeArrowheads="1"/>
            </p:cNvSpPr>
            <p:nvPr/>
          </p:nvSpPr>
          <p:spPr bwMode="auto">
            <a:xfrm>
              <a:off x="5105400" y="2895600"/>
              <a:ext cx="304800" cy="304800"/>
            </a:xfrm>
            <a:prstGeom prst="roundRect">
              <a:avLst>
                <a:gd name="adj" fmla="val 16667"/>
              </a:avLst>
            </a:prstGeom>
            <a:solidFill>
              <a:srgbClr val="F5E985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37931725" indent="-37474525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x-none" sz="2000">
                  <a:latin typeface="Times New Roman" charset="0"/>
                </a:rPr>
                <a:t>3</a:t>
              </a:r>
              <a:endParaRPr lang="en-US" altLang="x-none" sz="2400">
                <a:latin typeface="Times New Roman" charset="0"/>
              </a:endParaRPr>
            </a:p>
          </p:txBody>
        </p:sp>
        <p:sp>
          <p:nvSpPr>
            <p:cNvPr id="75790" name="AutoShape 11"/>
            <p:cNvSpPr>
              <a:spLocks noChangeArrowheads="1"/>
            </p:cNvSpPr>
            <p:nvPr/>
          </p:nvSpPr>
          <p:spPr bwMode="auto">
            <a:xfrm>
              <a:off x="6934200" y="2895600"/>
              <a:ext cx="304800" cy="304800"/>
            </a:xfrm>
            <a:prstGeom prst="roundRect">
              <a:avLst>
                <a:gd name="adj" fmla="val 16667"/>
              </a:avLst>
            </a:prstGeom>
            <a:solidFill>
              <a:srgbClr val="F5E985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37931725" indent="-37474525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x-none" sz="2000">
                  <a:latin typeface="Times New Roman" charset="0"/>
                </a:rPr>
                <a:t>2</a:t>
              </a:r>
              <a:endParaRPr lang="en-US" altLang="x-none" sz="2400">
                <a:latin typeface="Times New Roman" charset="0"/>
              </a:endParaRPr>
            </a:p>
          </p:txBody>
        </p:sp>
        <p:sp>
          <p:nvSpPr>
            <p:cNvPr id="75791" name="AutoShape 12"/>
            <p:cNvSpPr>
              <a:spLocks noChangeArrowheads="1"/>
            </p:cNvSpPr>
            <p:nvPr/>
          </p:nvSpPr>
          <p:spPr bwMode="auto">
            <a:xfrm>
              <a:off x="6324600" y="2895600"/>
              <a:ext cx="304800" cy="304800"/>
            </a:xfrm>
            <a:prstGeom prst="roundRect">
              <a:avLst>
                <a:gd name="adj" fmla="val 16667"/>
              </a:avLst>
            </a:prstGeom>
            <a:solidFill>
              <a:srgbClr val="F5E985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37931725" indent="-37474525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x-none" sz="2000">
                  <a:latin typeface="Times New Roman" charset="0"/>
                </a:rPr>
                <a:t>4</a:t>
              </a:r>
              <a:endParaRPr lang="en-US" altLang="x-none" sz="2400">
                <a:latin typeface="Times New Roman" charset="0"/>
              </a:endParaRPr>
            </a:p>
          </p:txBody>
        </p:sp>
        <p:sp>
          <p:nvSpPr>
            <p:cNvPr id="75792" name="AutoShape 13"/>
            <p:cNvSpPr>
              <a:spLocks noChangeArrowheads="1"/>
            </p:cNvSpPr>
            <p:nvPr/>
          </p:nvSpPr>
          <p:spPr bwMode="auto">
            <a:xfrm>
              <a:off x="5715000" y="2895600"/>
              <a:ext cx="304800" cy="304800"/>
            </a:xfrm>
            <a:prstGeom prst="roundRect">
              <a:avLst>
                <a:gd name="adj" fmla="val 16667"/>
              </a:avLst>
            </a:prstGeom>
            <a:solidFill>
              <a:srgbClr val="F5E985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37931725" indent="-37474525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x-none" sz="2000">
                  <a:latin typeface="Times New Roman" charset="0"/>
                </a:rPr>
                <a:t>1</a:t>
              </a:r>
              <a:endParaRPr lang="en-US" altLang="x-none" sz="2400">
                <a:latin typeface="Times New Roman" charset="0"/>
              </a:endParaRPr>
            </a:p>
          </p:txBody>
        </p:sp>
        <p:sp>
          <p:nvSpPr>
            <p:cNvPr id="75793" name="AutoShape 15"/>
            <p:cNvSpPr>
              <a:spLocks noChangeArrowheads="1"/>
            </p:cNvSpPr>
            <p:nvPr/>
          </p:nvSpPr>
          <p:spPr bwMode="auto">
            <a:xfrm>
              <a:off x="2895600" y="4114800"/>
              <a:ext cx="304800" cy="304800"/>
            </a:xfrm>
            <a:prstGeom prst="roundRect">
              <a:avLst>
                <a:gd name="adj" fmla="val 16667"/>
              </a:avLst>
            </a:prstGeom>
            <a:solidFill>
              <a:srgbClr val="F5E985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37931725" indent="-37474525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x-none" sz="2000">
                  <a:latin typeface="Times New Roman" charset="0"/>
                </a:rPr>
                <a:t>2</a:t>
              </a:r>
              <a:endParaRPr lang="en-US" altLang="x-none" sz="2400">
                <a:latin typeface="Times New Roman" charset="0"/>
              </a:endParaRPr>
            </a:p>
          </p:txBody>
        </p:sp>
        <p:sp>
          <p:nvSpPr>
            <p:cNvPr id="75794" name="AutoShape 16"/>
            <p:cNvSpPr>
              <a:spLocks noChangeArrowheads="1"/>
            </p:cNvSpPr>
            <p:nvPr/>
          </p:nvSpPr>
          <p:spPr bwMode="auto">
            <a:xfrm>
              <a:off x="5029200" y="4114800"/>
              <a:ext cx="304800" cy="304800"/>
            </a:xfrm>
            <a:prstGeom prst="roundRect">
              <a:avLst>
                <a:gd name="adj" fmla="val 16667"/>
              </a:avLst>
            </a:prstGeom>
            <a:solidFill>
              <a:srgbClr val="F5E985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37931725" indent="-37474525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x-none" sz="2000">
                  <a:latin typeface="Times New Roman" charset="0"/>
                </a:rPr>
                <a:t>3</a:t>
              </a:r>
              <a:endParaRPr lang="en-US" altLang="x-none" sz="2400">
                <a:latin typeface="Times New Roman" charset="0"/>
              </a:endParaRPr>
            </a:p>
          </p:txBody>
        </p:sp>
        <p:sp>
          <p:nvSpPr>
            <p:cNvPr id="75795" name="AutoShape 17"/>
            <p:cNvSpPr>
              <a:spLocks noChangeArrowheads="1"/>
            </p:cNvSpPr>
            <p:nvPr/>
          </p:nvSpPr>
          <p:spPr bwMode="auto">
            <a:xfrm>
              <a:off x="4419600" y="4114800"/>
              <a:ext cx="304800" cy="304800"/>
            </a:xfrm>
            <a:prstGeom prst="roundRect">
              <a:avLst>
                <a:gd name="adj" fmla="val 16667"/>
              </a:avLst>
            </a:prstGeom>
            <a:solidFill>
              <a:srgbClr val="F5E985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37931725" indent="-37474525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x-none" sz="2000">
                  <a:latin typeface="Times New Roman" charset="0"/>
                </a:rPr>
                <a:t>4</a:t>
              </a:r>
              <a:endParaRPr lang="en-US" altLang="x-none" sz="2400">
                <a:latin typeface="Times New Roman" charset="0"/>
              </a:endParaRPr>
            </a:p>
          </p:txBody>
        </p:sp>
        <p:sp>
          <p:nvSpPr>
            <p:cNvPr id="75796" name="AutoShape 18"/>
            <p:cNvSpPr>
              <a:spLocks noChangeArrowheads="1"/>
            </p:cNvSpPr>
            <p:nvPr/>
          </p:nvSpPr>
          <p:spPr bwMode="auto">
            <a:xfrm>
              <a:off x="3657600" y="4114800"/>
              <a:ext cx="304800" cy="304800"/>
            </a:xfrm>
            <a:prstGeom prst="roundRect">
              <a:avLst>
                <a:gd name="adj" fmla="val 16667"/>
              </a:avLst>
            </a:prstGeom>
            <a:solidFill>
              <a:srgbClr val="F5E985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37931725" indent="-37474525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x-none" sz="2000">
                  <a:latin typeface="Times New Roman" charset="0"/>
                </a:rPr>
                <a:t>1</a:t>
              </a:r>
              <a:endParaRPr lang="en-US" altLang="x-none" sz="2400">
                <a:latin typeface="Times New Roman" charset="0"/>
              </a:endParaRPr>
            </a:p>
          </p:txBody>
        </p:sp>
        <p:sp>
          <p:nvSpPr>
            <p:cNvPr id="75797" name="AutoShape 20"/>
            <p:cNvSpPr>
              <a:spLocks noChangeArrowheads="1"/>
            </p:cNvSpPr>
            <p:nvPr/>
          </p:nvSpPr>
          <p:spPr bwMode="auto">
            <a:xfrm>
              <a:off x="2768600" y="5334000"/>
              <a:ext cx="304800" cy="304800"/>
            </a:xfrm>
            <a:prstGeom prst="roundRect">
              <a:avLst>
                <a:gd name="adj" fmla="val 16667"/>
              </a:avLst>
            </a:prstGeom>
            <a:solidFill>
              <a:srgbClr val="F5E985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37931725" indent="-37474525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x-none" sz="2000">
                  <a:latin typeface="Times New Roman" charset="0"/>
                </a:rPr>
                <a:t>4</a:t>
              </a:r>
              <a:endParaRPr lang="en-US" altLang="x-none" sz="2400">
                <a:latin typeface="Times New Roman" charset="0"/>
              </a:endParaRPr>
            </a:p>
          </p:txBody>
        </p:sp>
        <p:sp>
          <p:nvSpPr>
            <p:cNvPr id="75798" name="AutoShape 21"/>
            <p:cNvSpPr>
              <a:spLocks noChangeArrowheads="1"/>
            </p:cNvSpPr>
            <p:nvPr/>
          </p:nvSpPr>
          <p:spPr bwMode="auto">
            <a:xfrm>
              <a:off x="5054600" y="5334000"/>
              <a:ext cx="304800" cy="304800"/>
            </a:xfrm>
            <a:prstGeom prst="roundRect">
              <a:avLst>
                <a:gd name="adj" fmla="val 16667"/>
              </a:avLst>
            </a:prstGeom>
            <a:solidFill>
              <a:srgbClr val="F5E985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37931725" indent="-37474525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x-none" sz="2000">
                  <a:latin typeface="Times New Roman" charset="0"/>
                </a:rPr>
                <a:t>1</a:t>
              </a:r>
              <a:endParaRPr lang="en-US" altLang="x-none" sz="2400">
                <a:latin typeface="Times New Roman" charset="0"/>
              </a:endParaRPr>
            </a:p>
          </p:txBody>
        </p:sp>
        <p:sp>
          <p:nvSpPr>
            <p:cNvPr id="75799" name="AutoShape 22"/>
            <p:cNvSpPr>
              <a:spLocks noChangeArrowheads="1"/>
            </p:cNvSpPr>
            <p:nvPr/>
          </p:nvSpPr>
          <p:spPr bwMode="auto">
            <a:xfrm>
              <a:off x="4318000" y="5334000"/>
              <a:ext cx="304800" cy="304800"/>
            </a:xfrm>
            <a:prstGeom prst="roundRect">
              <a:avLst>
                <a:gd name="adj" fmla="val 16667"/>
              </a:avLst>
            </a:prstGeom>
            <a:solidFill>
              <a:srgbClr val="F5E985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37931725" indent="-37474525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x-none" sz="2000">
                  <a:latin typeface="Times New Roman" charset="0"/>
                </a:rPr>
                <a:t>2</a:t>
              </a:r>
              <a:endParaRPr lang="en-US" altLang="x-none" sz="2400">
                <a:latin typeface="Times New Roman" charset="0"/>
              </a:endParaRPr>
            </a:p>
          </p:txBody>
        </p:sp>
        <p:sp>
          <p:nvSpPr>
            <p:cNvPr id="75800" name="AutoShape 23"/>
            <p:cNvSpPr>
              <a:spLocks noChangeArrowheads="1"/>
            </p:cNvSpPr>
            <p:nvPr/>
          </p:nvSpPr>
          <p:spPr bwMode="auto">
            <a:xfrm>
              <a:off x="3556000" y="5334000"/>
              <a:ext cx="304800" cy="304800"/>
            </a:xfrm>
            <a:prstGeom prst="roundRect">
              <a:avLst>
                <a:gd name="adj" fmla="val 16667"/>
              </a:avLst>
            </a:prstGeom>
            <a:solidFill>
              <a:srgbClr val="F5E985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37931725" indent="-37474525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x-none" sz="2000">
                  <a:latin typeface="Times New Roman" charset="0"/>
                </a:rPr>
                <a:t>3</a:t>
              </a:r>
              <a:endParaRPr lang="en-US" altLang="x-none" sz="2400">
                <a:latin typeface="Times New Roman" charset="0"/>
              </a:endParaRPr>
            </a:p>
          </p:txBody>
        </p:sp>
      </p:grpSp>
      <p:sp>
        <p:nvSpPr>
          <p:cNvPr id="75783" name="Footer Placeholder 24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x-none" sz="1200">
                <a:latin typeface="Times New Roman" charset="0"/>
              </a:rPr>
              <a:t>Copyright © 2017 Pearson Education, Inc.</a:t>
            </a:r>
          </a:p>
        </p:txBody>
      </p:sp>
      <p:sp>
        <p:nvSpPr>
          <p:cNvPr id="75784" name="TextBox 24"/>
          <p:cNvSpPr txBox="1">
            <a:spLocks noChangeArrowheads="1"/>
          </p:cNvSpPr>
          <p:nvPr/>
        </p:nvSpPr>
        <p:spPr bwMode="auto">
          <a:xfrm>
            <a:off x="1905000" y="1143000"/>
            <a:ext cx="8610600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/>
              <a:t>In what order are the operators evaluated in the following expressions?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x-none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Expression Trees</a:t>
            </a:r>
          </a:p>
        </p:txBody>
      </p:sp>
      <p:sp>
        <p:nvSpPr>
          <p:cNvPr id="7680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52600" y="1219200"/>
            <a:ext cx="8686800" cy="1900238"/>
          </a:xfrm>
        </p:spPr>
        <p:txBody>
          <a:bodyPr/>
          <a:lstStyle/>
          <a:p>
            <a:r>
              <a:rPr lang="en-US" altLang="x-none"/>
              <a:t>The evaluation of a particular expression can be shown using an </a:t>
            </a:r>
            <a:r>
              <a:rPr lang="en-US" altLang="x-none" i="1"/>
              <a:t>expression tree</a:t>
            </a:r>
          </a:p>
          <a:p>
            <a:r>
              <a:rPr lang="en-US" altLang="x-none"/>
              <a:t>The operators lower in the tree have higher precedence for that expression</a:t>
            </a:r>
          </a:p>
        </p:txBody>
      </p:sp>
      <p:sp>
        <p:nvSpPr>
          <p:cNvPr id="67588" name="Text Box 4"/>
          <p:cNvSpPr txBox="1">
            <a:spLocks noChangeArrowheads="1"/>
          </p:cNvSpPr>
          <p:nvPr/>
        </p:nvSpPr>
        <p:spPr bwMode="auto">
          <a:xfrm>
            <a:off x="2590800" y="3733801"/>
            <a:ext cx="2470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2000" b="1">
                <a:latin typeface="Courier New" charset="0"/>
              </a:rPr>
              <a:t>a + (b – c) / d</a:t>
            </a:r>
          </a:p>
        </p:txBody>
      </p:sp>
      <p:grpSp>
        <p:nvGrpSpPr>
          <p:cNvPr id="2" name="Group 25"/>
          <p:cNvGrpSpPr>
            <a:grpSpLocks/>
          </p:cNvGrpSpPr>
          <p:nvPr/>
        </p:nvGrpSpPr>
        <p:grpSpPr bwMode="auto">
          <a:xfrm>
            <a:off x="6172200" y="3429000"/>
            <a:ext cx="2286000" cy="2819400"/>
            <a:chOff x="3216" y="2064"/>
            <a:chExt cx="1440" cy="1776"/>
          </a:xfrm>
        </p:grpSpPr>
        <p:sp>
          <p:nvSpPr>
            <p:cNvPr id="76806" name="Oval 5"/>
            <p:cNvSpPr>
              <a:spLocks noChangeArrowheads="1"/>
            </p:cNvSpPr>
            <p:nvPr/>
          </p:nvSpPr>
          <p:spPr bwMode="auto">
            <a:xfrm>
              <a:off x="3216" y="2592"/>
              <a:ext cx="288" cy="288"/>
            </a:xfrm>
            <a:prstGeom prst="ellipse">
              <a:avLst/>
            </a:prstGeom>
            <a:solidFill>
              <a:srgbClr val="F5E98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37931725" indent="-37474525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x-none" altLang="x-none" sz="1800"/>
            </a:p>
          </p:txBody>
        </p:sp>
        <p:sp>
          <p:nvSpPr>
            <p:cNvPr id="76807" name="Text Box 6"/>
            <p:cNvSpPr txBox="1">
              <a:spLocks noChangeArrowheads="1"/>
            </p:cNvSpPr>
            <p:nvPr/>
          </p:nvSpPr>
          <p:spPr bwMode="auto">
            <a:xfrm>
              <a:off x="3254" y="2611"/>
              <a:ext cx="21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37931725" indent="-37474525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x-none" sz="2000" b="1">
                  <a:latin typeface="Courier New" charset="0"/>
                </a:rPr>
                <a:t>a</a:t>
              </a:r>
            </a:p>
          </p:txBody>
        </p:sp>
        <p:sp>
          <p:nvSpPr>
            <p:cNvPr id="76808" name="Oval 7"/>
            <p:cNvSpPr>
              <a:spLocks noChangeArrowheads="1"/>
            </p:cNvSpPr>
            <p:nvPr/>
          </p:nvSpPr>
          <p:spPr bwMode="auto">
            <a:xfrm>
              <a:off x="3600" y="2064"/>
              <a:ext cx="288" cy="288"/>
            </a:xfrm>
            <a:prstGeom prst="ellipse">
              <a:avLst/>
            </a:prstGeom>
            <a:solidFill>
              <a:srgbClr val="F5E98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37931725" indent="-37474525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x-none" altLang="x-none" sz="1800"/>
            </a:p>
          </p:txBody>
        </p:sp>
        <p:sp>
          <p:nvSpPr>
            <p:cNvPr id="76809" name="Text Box 8"/>
            <p:cNvSpPr txBox="1">
              <a:spLocks noChangeArrowheads="1"/>
            </p:cNvSpPr>
            <p:nvPr/>
          </p:nvSpPr>
          <p:spPr bwMode="auto">
            <a:xfrm>
              <a:off x="3638" y="2083"/>
              <a:ext cx="21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37931725" indent="-37474525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x-none" sz="2000" b="1">
                  <a:latin typeface="Courier New" charset="0"/>
                </a:rPr>
                <a:t>+</a:t>
              </a:r>
            </a:p>
          </p:txBody>
        </p:sp>
        <p:sp>
          <p:nvSpPr>
            <p:cNvPr id="76810" name="Oval 9"/>
            <p:cNvSpPr>
              <a:spLocks noChangeArrowheads="1"/>
            </p:cNvSpPr>
            <p:nvPr/>
          </p:nvSpPr>
          <p:spPr bwMode="auto">
            <a:xfrm>
              <a:off x="4080" y="2544"/>
              <a:ext cx="288" cy="288"/>
            </a:xfrm>
            <a:prstGeom prst="ellipse">
              <a:avLst/>
            </a:prstGeom>
            <a:solidFill>
              <a:srgbClr val="F5E98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37931725" indent="-37474525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x-none" altLang="x-none" sz="1800"/>
            </a:p>
          </p:txBody>
        </p:sp>
        <p:sp>
          <p:nvSpPr>
            <p:cNvPr id="76811" name="Text Box 10"/>
            <p:cNvSpPr txBox="1">
              <a:spLocks noChangeArrowheads="1"/>
            </p:cNvSpPr>
            <p:nvPr/>
          </p:nvSpPr>
          <p:spPr bwMode="auto">
            <a:xfrm>
              <a:off x="4118" y="2563"/>
              <a:ext cx="21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37931725" indent="-37474525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x-none" sz="2000" b="1">
                  <a:latin typeface="Courier New" charset="0"/>
                </a:rPr>
                <a:t>/</a:t>
              </a:r>
            </a:p>
          </p:txBody>
        </p:sp>
        <p:sp>
          <p:nvSpPr>
            <p:cNvPr id="76812" name="Oval 11"/>
            <p:cNvSpPr>
              <a:spLocks noChangeArrowheads="1"/>
            </p:cNvSpPr>
            <p:nvPr/>
          </p:nvSpPr>
          <p:spPr bwMode="auto">
            <a:xfrm>
              <a:off x="3792" y="3024"/>
              <a:ext cx="288" cy="288"/>
            </a:xfrm>
            <a:prstGeom prst="ellipse">
              <a:avLst/>
            </a:prstGeom>
            <a:solidFill>
              <a:srgbClr val="F5E98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37931725" indent="-37474525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x-none" altLang="x-none" sz="1800"/>
            </a:p>
          </p:txBody>
        </p:sp>
        <p:sp>
          <p:nvSpPr>
            <p:cNvPr id="76813" name="Text Box 12"/>
            <p:cNvSpPr txBox="1">
              <a:spLocks noChangeArrowheads="1"/>
            </p:cNvSpPr>
            <p:nvPr/>
          </p:nvSpPr>
          <p:spPr bwMode="auto">
            <a:xfrm>
              <a:off x="3830" y="3043"/>
              <a:ext cx="21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37931725" indent="-37474525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x-none" sz="2000" b="1">
                  <a:latin typeface="Courier New" charset="0"/>
                </a:rPr>
                <a:t>-</a:t>
              </a:r>
            </a:p>
          </p:txBody>
        </p:sp>
        <p:sp>
          <p:nvSpPr>
            <p:cNvPr id="76814" name="Oval 13"/>
            <p:cNvSpPr>
              <a:spLocks noChangeArrowheads="1"/>
            </p:cNvSpPr>
            <p:nvPr/>
          </p:nvSpPr>
          <p:spPr bwMode="auto">
            <a:xfrm>
              <a:off x="4368" y="3024"/>
              <a:ext cx="288" cy="288"/>
            </a:xfrm>
            <a:prstGeom prst="ellipse">
              <a:avLst/>
            </a:prstGeom>
            <a:solidFill>
              <a:srgbClr val="F5E98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37931725" indent="-37474525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x-none" altLang="x-none" sz="1800"/>
            </a:p>
          </p:txBody>
        </p:sp>
        <p:sp>
          <p:nvSpPr>
            <p:cNvPr id="76815" name="Text Box 14"/>
            <p:cNvSpPr txBox="1">
              <a:spLocks noChangeArrowheads="1"/>
            </p:cNvSpPr>
            <p:nvPr/>
          </p:nvSpPr>
          <p:spPr bwMode="auto">
            <a:xfrm>
              <a:off x="4406" y="3043"/>
              <a:ext cx="21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37931725" indent="-37474525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x-none" sz="2000" b="1">
                  <a:latin typeface="Courier New" charset="0"/>
                </a:rPr>
                <a:t>d</a:t>
              </a:r>
            </a:p>
          </p:txBody>
        </p:sp>
        <p:sp>
          <p:nvSpPr>
            <p:cNvPr id="76816" name="Oval 15"/>
            <p:cNvSpPr>
              <a:spLocks noChangeArrowheads="1"/>
            </p:cNvSpPr>
            <p:nvPr/>
          </p:nvSpPr>
          <p:spPr bwMode="auto">
            <a:xfrm>
              <a:off x="3552" y="3552"/>
              <a:ext cx="288" cy="288"/>
            </a:xfrm>
            <a:prstGeom prst="ellipse">
              <a:avLst/>
            </a:prstGeom>
            <a:solidFill>
              <a:srgbClr val="F5E98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37931725" indent="-37474525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x-none" altLang="x-none" sz="1800"/>
            </a:p>
          </p:txBody>
        </p:sp>
        <p:sp>
          <p:nvSpPr>
            <p:cNvPr id="76817" name="Text Box 16"/>
            <p:cNvSpPr txBox="1">
              <a:spLocks noChangeArrowheads="1"/>
            </p:cNvSpPr>
            <p:nvPr/>
          </p:nvSpPr>
          <p:spPr bwMode="auto">
            <a:xfrm>
              <a:off x="3590" y="3571"/>
              <a:ext cx="21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37931725" indent="-37474525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x-none" sz="2000" b="1">
                  <a:latin typeface="Courier New" charset="0"/>
                </a:rPr>
                <a:t>b</a:t>
              </a:r>
            </a:p>
          </p:txBody>
        </p:sp>
        <p:sp>
          <p:nvSpPr>
            <p:cNvPr id="76818" name="Oval 17"/>
            <p:cNvSpPr>
              <a:spLocks noChangeArrowheads="1"/>
            </p:cNvSpPr>
            <p:nvPr/>
          </p:nvSpPr>
          <p:spPr bwMode="auto">
            <a:xfrm>
              <a:off x="3984" y="3552"/>
              <a:ext cx="288" cy="288"/>
            </a:xfrm>
            <a:prstGeom prst="ellipse">
              <a:avLst/>
            </a:prstGeom>
            <a:solidFill>
              <a:srgbClr val="F5E98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37931725" indent="-37474525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x-none" altLang="x-none" sz="1800"/>
            </a:p>
          </p:txBody>
        </p:sp>
        <p:sp>
          <p:nvSpPr>
            <p:cNvPr id="76819" name="Text Box 18"/>
            <p:cNvSpPr txBox="1">
              <a:spLocks noChangeArrowheads="1"/>
            </p:cNvSpPr>
            <p:nvPr/>
          </p:nvSpPr>
          <p:spPr bwMode="auto">
            <a:xfrm>
              <a:off x="4022" y="3571"/>
              <a:ext cx="21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37931725" indent="-37474525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x-none" sz="2000" b="1">
                  <a:latin typeface="Courier New" charset="0"/>
                </a:rPr>
                <a:t>c</a:t>
              </a:r>
            </a:p>
          </p:txBody>
        </p:sp>
        <p:sp>
          <p:nvSpPr>
            <p:cNvPr id="76820" name="Line 19"/>
            <p:cNvSpPr>
              <a:spLocks noChangeShapeType="1"/>
            </p:cNvSpPr>
            <p:nvPr/>
          </p:nvSpPr>
          <p:spPr bwMode="auto">
            <a:xfrm flipV="1">
              <a:off x="3360" y="2352"/>
              <a:ext cx="38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821" name="Line 20"/>
            <p:cNvSpPr>
              <a:spLocks noChangeShapeType="1"/>
            </p:cNvSpPr>
            <p:nvPr/>
          </p:nvSpPr>
          <p:spPr bwMode="auto">
            <a:xfrm flipH="1" flipV="1">
              <a:off x="3744" y="2352"/>
              <a:ext cx="48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822" name="Line 21"/>
            <p:cNvSpPr>
              <a:spLocks noChangeShapeType="1"/>
            </p:cNvSpPr>
            <p:nvPr/>
          </p:nvSpPr>
          <p:spPr bwMode="auto">
            <a:xfrm flipV="1">
              <a:off x="3936" y="2832"/>
              <a:ext cx="28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823" name="Line 22"/>
            <p:cNvSpPr>
              <a:spLocks noChangeShapeType="1"/>
            </p:cNvSpPr>
            <p:nvPr/>
          </p:nvSpPr>
          <p:spPr bwMode="auto">
            <a:xfrm flipH="1" flipV="1">
              <a:off x="4224" y="2832"/>
              <a:ext cx="28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824" name="Line 23"/>
            <p:cNvSpPr>
              <a:spLocks noChangeShapeType="1"/>
            </p:cNvSpPr>
            <p:nvPr/>
          </p:nvSpPr>
          <p:spPr bwMode="auto">
            <a:xfrm flipV="1">
              <a:off x="3696" y="3312"/>
              <a:ext cx="24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825" name="Line 24"/>
            <p:cNvSpPr>
              <a:spLocks noChangeShapeType="1"/>
            </p:cNvSpPr>
            <p:nvPr/>
          </p:nvSpPr>
          <p:spPr bwMode="auto">
            <a:xfrm flipH="1" flipV="1">
              <a:off x="3936" y="3312"/>
              <a:ext cx="192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6805" name="Footer Placeholder 26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x-none" sz="1200">
                <a:latin typeface="Times New Roman" charset="0"/>
              </a:rPr>
              <a:t>Copyright © 2017 Pearson Education, Inc.</a:t>
            </a: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75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75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88" grpId="0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Assignment Revisited</a:t>
            </a:r>
          </a:p>
        </p:txBody>
      </p:sp>
      <p:sp>
        <p:nvSpPr>
          <p:cNvPr id="778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52600" y="1066801"/>
            <a:ext cx="8534400" cy="1452563"/>
          </a:xfrm>
        </p:spPr>
        <p:txBody>
          <a:bodyPr/>
          <a:lstStyle/>
          <a:p>
            <a:r>
              <a:rPr lang="en-US" altLang="x-none"/>
              <a:t>The assignment operator has a lower precedence than the arithmetic operators</a:t>
            </a:r>
          </a:p>
        </p:txBody>
      </p:sp>
      <p:sp>
        <p:nvSpPr>
          <p:cNvPr id="36868" name="Text Box 4"/>
          <p:cNvSpPr txBox="1">
            <a:spLocks noChangeArrowheads="1"/>
          </p:cNvSpPr>
          <p:nvPr/>
        </p:nvSpPr>
        <p:spPr bwMode="auto">
          <a:xfrm>
            <a:off x="4333876" y="2347914"/>
            <a:ext cx="481012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x-none" sz="2000" b="1">
                <a:solidFill>
                  <a:srgbClr val="008000"/>
                </a:solidFill>
                <a:latin typeface="Arial Unicode MS" charset="0"/>
              </a:rPr>
              <a:t>First the expression on the right hand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x-none" sz="2000" b="1">
                <a:solidFill>
                  <a:srgbClr val="008000"/>
                </a:solidFill>
                <a:latin typeface="Arial Unicode MS" charset="0"/>
              </a:rPr>
              <a:t>side of the = operator is evaluated</a:t>
            </a:r>
          </a:p>
        </p:txBody>
      </p:sp>
      <p:sp>
        <p:nvSpPr>
          <p:cNvPr id="36869" name="Text Box 5"/>
          <p:cNvSpPr txBox="1">
            <a:spLocks noChangeArrowheads="1"/>
          </p:cNvSpPr>
          <p:nvPr/>
        </p:nvSpPr>
        <p:spPr bwMode="auto">
          <a:xfrm>
            <a:off x="3046414" y="5241926"/>
            <a:ext cx="3995737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x-none" sz="2000" b="1">
                <a:solidFill>
                  <a:srgbClr val="008000"/>
                </a:solidFill>
                <a:latin typeface="Arial Unicode MS" charset="0"/>
              </a:rPr>
              <a:t>Then the result is stored in the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x-none" sz="2000" b="1">
                <a:solidFill>
                  <a:srgbClr val="008000"/>
                </a:solidFill>
                <a:latin typeface="Arial Unicode MS" charset="0"/>
              </a:rPr>
              <a:t>variable on the left hand side</a:t>
            </a:r>
          </a:p>
        </p:txBody>
      </p:sp>
      <p:sp>
        <p:nvSpPr>
          <p:cNvPr id="36870" name="Text Box 6"/>
          <p:cNvSpPr txBox="1">
            <a:spLocks noChangeArrowheads="1"/>
          </p:cNvSpPr>
          <p:nvPr/>
        </p:nvSpPr>
        <p:spPr bwMode="auto">
          <a:xfrm>
            <a:off x="3162300" y="3260726"/>
            <a:ext cx="53673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2000" b="1" dirty="0">
                <a:latin typeface="Courier New" charset="0"/>
              </a:rPr>
              <a:t>answer  =  sum / 4 + MAX * lowest;</a:t>
            </a:r>
            <a:endParaRPr lang="en-US" altLang="x-none" sz="2400" b="1" dirty="0">
              <a:latin typeface="Times New Roman" charset="0"/>
            </a:endParaRPr>
          </a:p>
        </p:txBody>
      </p:sp>
      <p:sp>
        <p:nvSpPr>
          <p:cNvPr id="36871" name="AutoShape 7"/>
          <p:cNvSpPr>
            <a:spLocks noChangeArrowheads="1"/>
          </p:cNvSpPr>
          <p:nvPr/>
        </p:nvSpPr>
        <p:spPr bwMode="auto">
          <a:xfrm>
            <a:off x="5448300" y="3717925"/>
            <a:ext cx="304800" cy="304800"/>
          </a:xfrm>
          <a:prstGeom prst="roundRect">
            <a:avLst>
              <a:gd name="adj" fmla="val 16667"/>
            </a:avLst>
          </a:prstGeom>
          <a:solidFill>
            <a:srgbClr val="F5E985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x-none" sz="2000">
                <a:latin typeface="Times New Roman" charset="0"/>
              </a:rPr>
              <a:t>1</a:t>
            </a:r>
            <a:endParaRPr lang="en-US" altLang="x-none" sz="2400">
              <a:latin typeface="Times New Roman" charset="0"/>
            </a:endParaRPr>
          </a:p>
        </p:txBody>
      </p:sp>
      <p:sp>
        <p:nvSpPr>
          <p:cNvPr id="36872" name="AutoShape 8"/>
          <p:cNvSpPr>
            <a:spLocks noChangeArrowheads="1"/>
          </p:cNvSpPr>
          <p:nvPr/>
        </p:nvSpPr>
        <p:spPr bwMode="auto">
          <a:xfrm>
            <a:off x="4381500" y="3717925"/>
            <a:ext cx="304800" cy="304800"/>
          </a:xfrm>
          <a:prstGeom prst="roundRect">
            <a:avLst>
              <a:gd name="adj" fmla="val 16667"/>
            </a:avLst>
          </a:prstGeom>
          <a:solidFill>
            <a:srgbClr val="F5E985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x-none" sz="2000">
                <a:latin typeface="Times New Roman" charset="0"/>
              </a:rPr>
              <a:t>4</a:t>
            </a:r>
            <a:endParaRPr lang="en-US" altLang="x-none" sz="2400">
              <a:latin typeface="Times New Roman" charset="0"/>
            </a:endParaRPr>
          </a:p>
        </p:txBody>
      </p:sp>
      <p:sp>
        <p:nvSpPr>
          <p:cNvPr id="36873" name="AutoShape 9"/>
          <p:cNvSpPr>
            <a:spLocks noChangeArrowheads="1"/>
          </p:cNvSpPr>
          <p:nvPr/>
        </p:nvSpPr>
        <p:spPr bwMode="auto">
          <a:xfrm>
            <a:off x="6057900" y="3717925"/>
            <a:ext cx="304800" cy="304800"/>
          </a:xfrm>
          <a:prstGeom prst="roundRect">
            <a:avLst>
              <a:gd name="adj" fmla="val 16667"/>
            </a:avLst>
          </a:prstGeom>
          <a:solidFill>
            <a:srgbClr val="F5E985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x-none" sz="2000">
                <a:latin typeface="Times New Roman" charset="0"/>
              </a:rPr>
              <a:t>3</a:t>
            </a:r>
            <a:endParaRPr lang="en-US" altLang="x-none" sz="2400">
              <a:latin typeface="Times New Roman" charset="0"/>
            </a:endParaRPr>
          </a:p>
        </p:txBody>
      </p:sp>
      <p:sp>
        <p:nvSpPr>
          <p:cNvPr id="36874" name="AutoShape 10"/>
          <p:cNvSpPr>
            <a:spLocks noChangeArrowheads="1"/>
          </p:cNvSpPr>
          <p:nvPr/>
        </p:nvSpPr>
        <p:spPr bwMode="auto">
          <a:xfrm>
            <a:off x="6972300" y="3717925"/>
            <a:ext cx="304800" cy="304800"/>
          </a:xfrm>
          <a:prstGeom prst="roundRect">
            <a:avLst>
              <a:gd name="adj" fmla="val 16667"/>
            </a:avLst>
          </a:prstGeom>
          <a:solidFill>
            <a:srgbClr val="F5E985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x-none" sz="2000">
                <a:latin typeface="Times New Roman" charset="0"/>
              </a:rPr>
              <a:t>2</a:t>
            </a:r>
            <a:endParaRPr lang="en-US" altLang="x-none" sz="2400">
              <a:latin typeface="Times New Roman" charset="0"/>
            </a:endParaRPr>
          </a:p>
        </p:txBody>
      </p:sp>
      <p:sp>
        <p:nvSpPr>
          <p:cNvPr id="36875" name="AutoShape 11"/>
          <p:cNvSpPr>
            <a:spLocks/>
          </p:cNvSpPr>
          <p:nvPr/>
        </p:nvSpPr>
        <p:spPr bwMode="auto">
          <a:xfrm rot="16200000" flipV="1">
            <a:off x="6477000" y="2917825"/>
            <a:ext cx="304800" cy="3276600"/>
          </a:xfrm>
          <a:prstGeom prst="leftBrace">
            <a:avLst>
              <a:gd name="adj1" fmla="val 89583"/>
              <a:gd name="adj2" fmla="val 50046"/>
            </a:avLst>
          </a:prstGeom>
          <a:noFill/>
          <a:ln w="31750">
            <a:solidFill>
              <a:srgbClr val="FF33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x-none" altLang="x-none" sz="1800"/>
          </a:p>
        </p:txBody>
      </p:sp>
      <p:cxnSp>
        <p:nvCxnSpPr>
          <p:cNvPr id="36876" name="AutoShape 12"/>
          <p:cNvCxnSpPr>
            <a:cxnSpLocks noChangeShapeType="1"/>
            <a:stCxn id="36875" idx="1"/>
          </p:cNvCxnSpPr>
          <p:nvPr/>
        </p:nvCxnSpPr>
        <p:spPr bwMode="auto">
          <a:xfrm rot="16200000" flipV="1">
            <a:off x="4926013" y="3021013"/>
            <a:ext cx="396875" cy="3009900"/>
          </a:xfrm>
          <a:prstGeom prst="bentConnector4">
            <a:avLst>
              <a:gd name="adj1" fmla="val -53602"/>
              <a:gd name="adj2" fmla="val 100000"/>
            </a:avLst>
          </a:prstGeom>
          <a:noFill/>
          <a:ln w="31750">
            <a:solidFill>
              <a:srgbClr val="FF3300"/>
            </a:solidFill>
            <a:miter lim="800000"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7836" name="Footer Placeholder 1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x-none" sz="1200">
                <a:latin typeface="Times New Roman" charset="0"/>
              </a:rPr>
              <a:t>Copyright © 2017 Pearson Education, Inc.</a:t>
            </a: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8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8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6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6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6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6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36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36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68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68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36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8" grpId="0" autoUpdateAnimBg="0"/>
      <p:bldP spid="36869" grpId="0" autoUpdateAnimBg="0"/>
      <p:bldP spid="36870" grpId="0" autoUpdateAnimBg="0"/>
      <p:bldP spid="36871" grpId="0" animBg="1" autoUpdateAnimBg="0"/>
      <p:bldP spid="36872" grpId="0" animBg="1" autoUpdateAnimBg="0"/>
      <p:bldP spid="36873" grpId="0" animBg="1" autoUpdateAnimBg="0"/>
      <p:bldP spid="36874" grpId="0" animBg="1" autoUpdateAnimBg="0"/>
      <p:bldP spid="3687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Assignment Revisited</a:t>
            </a:r>
          </a:p>
        </p:txBody>
      </p:sp>
      <p:sp>
        <p:nvSpPr>
          <p:cNvPr id="788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52600" y="1143001"/>
            <a:ext cx="8534400" cy="1376363"/>
          </a:xfrm>
        </p:spPr>
        <p:txBody>
          <a:bodyPr/>
          <a:lstStyle/>
          <a:p>
            <a:r>
              <a:rPr lang="en-US" altLang="x-none"/>
              <a:t>The right and left hand sides of an assignment statement can contain the same variable</a:t>
            </a:r>
          </a:p>
        </p:txBody>
      </p:sp>
      <p:sp>
        <p:nvSpPr>
          <p:cNvPr id="37892" name="Text Box 4"/>
          <p:cNvSpPr txBox="1">
            <a:spLocks noChangeArrowheads="1"/>
          </p:cNvSpPr>
          <p:nvPr/>
        </p:nvSpPr>
        <p:spPr bwMode="auto">
          <a:xfrm>
            <a:off x="4674560" y="2362200"/>
            <a:ext cx="3215945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x-none" sz="2000" b="1">
                <a:solidFill>
                  <a:srgbClr val="008000"/>
                </a:solidFill>
                <a:latin typeface="Arial Unicode MS" charset="0"/>
              </a:rPr>
              <a:t>First, one is added to the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x-none" sz="2000" b="1">
                <a:solidFill>
                  <a:srgbClr val="008000"/>
                </a:solidFill>
                <a:latin typeface="Arial Unicode MS" charset="0"/>
              </a:rPr>
              <a:t>original value of </a:t>
            </a:r>
            <a:r>
              <a:rPr lang="en-US" altLang="x-none" sz="2000" b="1">
                <a:solidFill>
                  <a:srgbClr val="008000"/>
                </a:solidFill>
                <a:latin typeface="Courier New" charset="0"/>
                <a:ea typeface="Courier New" charset="0"/>
                <a:cs typeface="Courier New" charset="0"/>
              </a:rPr>
              <a:t>count</a:t>
            </a:r>
          </a:p>
        </p:txBody>
      </p:sp>
      <p:sp>
        <p:nvSpPr>
          <p:cNvPr id="37893" name="Text Box 5"/>
          <p:cNvSpPr txBox="1">
            <a:spLocks noChangeArrowheads="1"/>
          </p:cNvSpPr>
          <p:nvPr/>
        </p:nvSpPr>
        <p:spPr bwMode="auto">
          <a:xfrm>
            <a:off x="3208456" y="4722813"/>
            <a:ext cx="5195653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x-none" sz="2000" b="1">
                <a:solidFill>
                  <a:srgbClr val="008000"/>
                </a:solidFill>
                <a:latin typeface="Arial Unicode MS" charset="0"/>
              </a:rPr>
              <a:t>Then the result is stored back into </a:t>
            </a:r>
            <a:r>
              <a:rPr lang="en-US" altLang="x-none" sz="2000" b="1">
                <a:solidFill>
                  <a:srgbClr val="008000"/>
                </a:solidFill>
                <a:latin typeface="Courier New" charset="0"/>
                <a:ea typeface="Courier New" charset="0"/>
                <a:cs typeface="Courier New" charset="0"/>
              </a:rPr>
              <a:t>count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x-none" sz="2000" b="1">
                <a:solidFill>
                  <a:srgbClr val="008000"/>
                </a:solidFill>
                <a:latin typeface="Arial Unicode MS" charset="0"/>
              </a:rPr>
              <a:t>(overwriting the original value)</a:t>
            </a:r>
          </a:p>
        </p:txBody>
      </p:sp>
      <p:sp>
        <p:nvSpPr>
          <p:cNvPr id="37894" name="Text Box 6"/>
          <p:cNvSpPr txBox="1">
            <a:spLocks noChangeArrowheads="1"/>
          </p:cNvSpPr>
          <p:nvPr/>
        </p:nvSpPr>
        <p:spPr bwMode="auto">
          <a:xfrm>
            <a:off x="3962400" y="3198814"/>
            <a:ext cx="3232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2000" b="1">
                <a:latin typeface="Courier New" charset="0"/>
              </a:rPr>
              <a:t>count  =  count + 1;</a:t>
            </a:r>
            <a:endParaRPr lang="en-US" altLang="x-none" sz="2400" b="1">
              <a:latin typeface="Times New Roman" charset="0"/>
            </a:endParaRPr>
          </a:p>
        </p:txBody>
      </p:sp>
      <p:sp>
        <p:nvSpPr>
          <p:cNvPr id="37895" name="AutoShape 7"/>
          <p:cNvSpPr>
            <a:spLocks/>
          </p:cNvSpPr>
          <p:nvPr/>
        </p:nvSpPr>
        <p:spPr bwMode="auto">
          <a:xfrm rot="16200000" flipV="1">
            <a:off x="6134100" y="3313113"/>
            <a:ext cx="304800" cy="1295400"/>
          </a:xfrm>
          <a:prstGeom prst="leftBrace">
            <a:avLst>
              <a:gd name="adj1" fmla="val 35417"/>
              <a:gd name="adj2" fmla="val 50046"/>
            </a:avLst>
          </a:prstGeom>
          <a:noFill/>
          <a:ln w="31750">
            <a:solidFill>
              <a:srgbClr val="FF33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x-none" altLang="x-none" sz="1800"/>
          </a:p>
        </p:txBody>
      </p:sp>
      <p:cxnSp>
        <p:nvCxnSpPr>
          <p:cNvPr id="37896" name="AutoShape 8"/>
          <p:cNvCxnSpPr>
            <a:cxnSpLocks noChangeShapeType="1"/>
            <a:stCxn id="37895" idx="1"/>
          </p:cNvCxnSpPr>
          <p:nvPr/>
        </p:nvCxnSpPr>
        <p:spPr bwMode="auto">
          <a:xfrm rot="16200000" flipV="1">
            <a:off x="5168900" y="3011488"/>
            <a:ext cx="319088" cy="1916112"/>
          </a:xfrm>
          <a:prstGeom prst="bentConnector4">
            <a:avLst>
              <a:gd name="adj1" fmla="val -66667"/>
              <a:gd name="adj2" fmla="val 99583"/>
            </a:avLst>
          </a:prstGeom>
          <a:noFill/>
          <a:ln w="31750">
            <a:solidFill>
              <a:srgbClr val="FF3300"/>
            </a:solidFill>
            <a:miter lim="800000"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8856" name="Footer Placeholder 9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x-none" sz="1200">
                <a:latin typeface="Times New Roman" charset="0"/>
              </a:rPr>
              <a:t>Copyright © 2017 Pearson Education, Inc.</a:t>
            </a: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8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8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7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7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37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78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78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2" grpId="0" autoUpdateAnimBg="0"/>
      <p:bldP spid="37893" grpId="0" autoUpdateAnimBg="0"/>
      <p:bldP spid="37894" grpId="0" autoUpdateAnimBg="0"/>
      <p:bldP spid="3789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r>
              <a:rPr lang="en-US" altLang="x-none"/>
              <a:t>Increment and Decrement</a:t>
            </a:r>
          </a:p>
        </p:txBody>
      </p:sp>
      <p:sp>
        <p:nvSpPr>
          <p:cNvPr id="798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28800" y="1219200"/>
            <a:ext cx="8534400" cy="5181600"/>
          </a:xfrm>
          <a:noFill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x-none" dirty="0"/>
              <a:t>The statement</a:t>
            </a:r>
          </a:p>
          <a:p>
            <a:pPr>
              <a:lnSpc>
                <a:spcPct val="90000"/>
              </a:lnSpc>
              <a:spcBef>
                <a:spcPct val="50000"/>
              </a:spcBef>
              <a:spcAft>
                <a:spcPts val="600"/>
              </a:spcAft>
              <a:buNone/>
            </a:pPr>
            <a:r>
              <a:rPr lang="en-US" altLang="x-none" dirty="0">
                <a:latin typeface="Courier New" charset="0"/>
              </a:rPr>
              <a:t>			count++;</a:t>
            </a:r>
          </a:p>
          <a:p>
            <a:pPr>
              <a:lnSpc>
                <a:spcPct val="90000"/>
              </a:lnSpc>
              <a:spcBef>
                <a:spcPct val="50000"/>
              </a:spcBef>
              <a:buFont typeface="Times" charset="0"/>
              <a:buNone/>
            </a:pPr>
            <a:r>
              <a:rPr lang="en-US" altLang="x-none" dirty="0"/>
              <a:t>	is functionally equivalent to</a:t>
            </a:r>
          </a:p>
          <a:p>
            <a:pPr>
              <a:lnSpc>
                <a:spcPct val="90000"/>
              </a:lnSpc>
              <a:spcBef>
                <a:spcPct val="50000"/>
              </a:spcBef>
              <a:buFont typeface="Times" charset="0"/>
              <a:buNone/>
            </a:pPr>
            <a:r>
              <a:rPr lang="en-US" altLang="x-none" dirty="0">
                <a:latin typeface="Courier New" charset="0"/>
              </a:rPr>
              <a:t>			count = count + 1;</a:t>
            </a:r>
          </a:p>
        </p:txBody>
      </p:sp>
      <p:sp>
        <p:nvSpPr>
          <p:cNvPr id="79875" name="Footer Placeholder 4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x-none" sz="1200">
                <a:latin typeface="Times New Roman" charset="0"/>
              </a:rPr>
              <a:t>Copyright © 2017 Pearson Education, Inc.</a:t>
            </a:r>
          </a:p>
        </p:txBody>
      </p:sp>
    </p:spTree>
  </p:cSld>
  <p:clrMapOvr>
    <a:masterClrMapping/>
  </p:clrMapOvr>
  <p:transition spd="med">
    <p:push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r>
              <a:rPr lang="en-US" altLang="x-none"/>
              <a:t>Assignment Operators</a:t>
            </a:r>
          </a:p>
        </p:txBody>
      </p:sp>
      <p:sp>
        <p:nvSpPr>
          <p:cNvPr id="819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52600" y="1143000"/>
            <a:ext cx="8534400" cy="4953000"/>
          </a:xfrm>
          <a:noFill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  <a:spcBef>
                <a:spcPct val="75000"/>
              </a:spcBef>
            </a:pPr>
            <a:r>
              <a:rPr lang="en-US" altLang="x-none"/>
              <a:t>Often we perform an operation on a variable, and then store the result back into that variable</a:t>
            </a:r>
          </a:p>
          <a:p>
            <a:pPr>
              <a:lnSpc>
                <a:spcPct val="90000"/>
              </a:lnSpc>
              <a:spcBef>
                <a:spcPct val="75000"/>
              </a:spcBef>
            </a:pPr>
            <a:r>
              <a:rPr lang="en-US" altLang="x-none"/>
              <a:t>Java provides </a:t>
            </a:r>
            <a:r>
              <a:rPr lang="en-US" altLang="x-none" i="1"/>
              <a:t>assignment operators</a:t>
            </a:r>
            <a:r>
              <a:rPr lang="en-US" altLang="x-none"/>
              <a:t> to simplify that process</a:t>
            </a:r>
          </a:p>
          <a:p>
            <a:pPr>
              <a:lnSpc>
                <a:spcPct val="90000"/>
              </a:lnSpc>
              <a:spcBef>
                <a:spcPct val="75000"/>
              </a:spcBef>
            </a:pPr>
            <a:r>
              <a:rPr lang="en-US" altLang="x-none"/>
              <a:t>For example, the statement</a:t>
            </a:r>
          </a:p>
          <a:p>
            <a:pPr>
              <a:lnSpc>
                <a:spcPct val="90000"/>
              </a:lnSpc>
              <a:spcBef>
                <a:spcPct val="75000"/>
              </a:spcBef>
              <a:buFont typeface="Times" charset="0"/>
              <a:buNone/>
            </a:pPr>
            <a:r>
              <a:rPr lang="en-US" altLang="x-none">
                <a:latin typeface="Courier New" charset="0"/>
              </a:rPr>
              <a:t>			num += count;</a:t>
            </a:r>
          </a:p>
          <a:p>
            <a:pPr>
              <a:lnSpc>
                <a:spcPct val="90000"/>
              </a:lnSpc>
              <a:spcBef>
                <a:spcPct val="75000"/>
              </a:spcBef>
              <a:buFont typeface="Times" charset="0"/>
              <a:buNone/>
            </a:pPr>
            <a:r>
              <a:rPr lang="en-US" altLang="x-none"/>
              <a:t>	is equivalent to</a:t>
            </a:r>
          </a:p>
          <a:p>
            <a:pPr>
              <a:lnSpc>
                <a:spcPct val="90000"/>
              </a:lnSpc>
              <a:spcBef>
                <a:spcPct val="75000"/>
              </a:spcBef>
              <a:buFont typeface="Times" charset="0"/>
              <a:buNone/>
            </a:pPr>
            <a:r>
              <a:rPr lang="en-US" altLang="x-none">
                <a:latin typeface="Courier New" charset="0"/>
              </a:rPr>
              <a:t>			num = num + count;</a:t>
            </a:r>
          </a:p>
        </p:txBody>
      </p:sp>
      <p:sp>
        <p:nvSpPr>
          <p:cNvPr id="81923" name="Footer Placeholder 4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x-none" sz="1200">
                <a:latin typeface="Times New Roman" charset="0"/>
              </a:rPr>
              <a:t>Copyright © 2017 Pearson Education, Inc.</a:t>
            </a:r>
          </a:p>
        </p:txBody>
      </p:sp>
    </p:spTree>
  </p:cSld>
  <p:clrMapOvr>
    <a:masterClrMapping/>
  </p:clrMapOvr>
  <p:transition spd="med">
    <p:push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r>
              <a:rPr lang="en-US" altLang="x-none"/>
              <a:t>Assignment Operators</a:t>
            </a:r>
          </a:p>
        </p:txBody>
      </p:sp>
      <p:sp>
        <p:nvSpPr>
          <p:cNvPr id="829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52600" y="1143000"/>
            <a:ext cx="8534400" cy="4572000"/>
          </a:xfrm>
          <a:noFill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r>
              <a:rPr lang="en-US" altLang="x-none"/>
              <a:t>There are many assignment operators in Java, including the following: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2679700" y="2286000"/>
            <a:ext cx="6235700" cy="3011488"/>
            <a:chOff x="820" y="1572"/>
            <a:chExt cx="3928" cy="1897"/>
          </a:xfrm>
        </p:grpSpPr>
        <p:sp>
          <p:nvSpPr>
            <p:cNvPr id="82949" name="Rectangle 5"/>
            <p:cNvSpPr>
              <a:spLocks noChangeArrowheads="1"/>
            </p:cNvSpPr>
            <p:nvPr/>
          </p:nvSpPr>
          <p:spPr bwMode="auto">
            <a:xfrm>
              <a:off x="820" y="1572"/>
              <a:ext cx="1064" cy="18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37931725" indent="-37474525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x-none" sz="2400" b="1" u="sng">
                  <a:solidFill>
                    <a:srgbClr val="008000"/>
                  </a:solidFill>
                  <a:latin typeface="Arial Unicode MS" charset="0"/>
                </a:rPr>
                <a:t>Operator</a:t>
              </a:r>
              <a:endParaRPr lang="en-US" altLang="x-none" sz="2400">
                <a:solidFill>
                  <a:srgbClr val="008000"/>
                </a:solidFill>
                <a:latin typeface="Arial Unicode MS" charset="0"/>
              </a:endParaRP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x-none" sz="2400">
                <a:solidFill>
                  <a:srgbClr val="008000"/>
                </a:solidFill>
                <a:latin typeface="Times New Roman" charset="0"/>
              </a:endParaRP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x-none" sz="2400" b="1">
                  <a:latin typeface="Courier New" charset="0"/>
                </a:rPr>
                <a:t>+=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x-none" sz="2400" b="1">
                  <a:latin typeface="Courier New" charset="0"/>
                </a:rPr>
                <a:t>-=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x-none" sz="2400" b="1">
                  <a:latin typeface="Courier New" charset="0"/>
                </a:rPr>
                <a:t>*=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x-none" sz="2400" b="1">
                  <a:latin typeface="Courier New" charset="0"/>
                </a:rPr>
                <a:t>/=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x-none" sz="2400" b="1">
                  <a:latin typeface="Courier New" charset="0"/>
                </a:rPr>
                <a:t>%=</a:t>
              </a:r>
              <a:endParaRPr lang="en-US" altLang="x-none" sz="2400">
                <a:latin typeface="Courier New" charset="0"/>
              </a:endParaRPr>
            </a:p>
          </p:txBody>
        </p:sp>
        <p:sp>
          <p:nvSpPr>
            <p:cNvPr id="82950" name="Rectangle 6"/>
            <p:cNvSpPr>
              <a:spLocks noChangeArrowheads="1"/>
            </p:cNvSpPr>
            <p:nvPr/>
          </p:nvSpPr>
          <p:spPr bwMode="auto">
            <a:xfrm>
              <a:off x="2021" y="1572"/>
              <a:ext cx="1064" cy="18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37931725" indent="-37474525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x-none" sz="2400" b="1" u="sng">
                  <a:solidFill>
                    <a:srgbClr val="008000"/>
                  </a:solidFill>
                  <a:latin typeface="Arial Unicode MS" charset="0"/>
                </a:rPr>
                <a:t>Example</a:t>
              </a:r>
              <a:endParaRPr lang="en-US" altLang="x-none" sz="2400">
                <a:solidFill>
                  <a:srgbClr val="008000"/>
                </a:solidFill>
                <a:latin typeface="Arial Unicode MS" charset="0"/>
              </a:endParaRP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x-none" sz="2400">
                <a:solidFill>
                  <a:srgbClr val="008000"/>
                </a:solidFill>
                <a:latin typeface="Times New Roman" charset="0"/>
              </a:endParaRP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x-none" sz="2400" b="1">
                  <a:latin typeface="Courier New" charset="0"/>
                </a:rPr>
                <a:t>x += y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x-none" sz="2400" b="1">
                  <a:latin typeface="Courier New" charset="0"/>
                </a:rPr>
                <a:t>x -= y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x-none" sz="2400" b="1">
                  <a:latin typeface="Courier New" charset="0"/>
                </a:rPr>
                <a:t>x *= y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x-none" sz="2400" b="1">
                  <a:latin typeface="Courier New" charset="0"/>
                </a:rPr>
                <a:t>x /= y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x-none" sz="2400" b="1">
                  <a:latin typeface="Courier New" charset="0"/>
                </a:rPr>
                <a:t>x %= y</a:t>
              </a:r>
              <a:endParaRPr lang="en-US" altLang="x-none" sz="2400">
                <a:latin typeface="Courier New" charset="0"/>
              </a:endParaRPr>
            </a:p>
          </p:txBody>
        </p:sp>
        <p:sp>
          <p:nvSpPr>
            <p:cNvPr id="82951" name="Rectangle 7"/>
            <p:cNvSpPr>
              <a:spLocks noChangeArrowheads="1"/>
            </p:cNvSpPr>
            <p:nvPr/>
          </p:nvSpPr>
          <p:spPr bwMode="auto">
            <a:xfrm>
              <a:off x="3330" y="1572"/>
              <a:ext cx="1418" cy="18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37931725" indent="-37474525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x-none" sz="2400" b="1" u="sng">
                  <a:solidFill>
                    <a:srgbClr val="008000"/>
                  </a:solidFill>
                  <a:latin typeface="Arial Unicode MS" charset="0"/>
                </a:rPr>
                <a:t>Equivalent To</a:t>
              </a:r>
              <a:endParaRPr lang="en-US" altLang="x-none" sz="2400">
                <a:solidFill>
                  <a:srgbClr val="008000"/>
                </a:solidFill>
                <a:latin typeface="Arial Unicode MS" charset="0"/>
              </a:endParaRP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x-none" sz="2400">
                <a:latin typeface="Times New Roman" charset="0"/>
              </a:endParaRP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x-none" sz="2400" b="1">
                  <a:latin typeface="Courier New" charset="0"/>
                </a:rPr>
                <a:t>x = x + y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x-none" sz="2400" b="1">
                  <a:latin typeface="Courier New" charset="0"/>
                </a:rPr>
                <a:t>x = x - y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x-none" sz="2400" b="1">
                  <a:latin typeface="Courier New" charset="0"/>
                </a:rPr>
                <a:t>x = x * y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x-none" sz="2400" b="1">
                  <a:latin typeface="Courier New" charset="0"/>
                </a:rPr>
                <a:t>x = x / y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x-none" sz="2400" b="1">
                  <a:latin typeface="Courier New" charset="0"/>
                </a:rPr>
                <a:t>x = x % y</a:t>
              </a:r>
            </a:p>
          </p:txBody>
        </p:sp>
      </p:grpSp>
      <p:sp>
        <p:nvSpPr>
          <p:cNvPr id="82948" name="Footer Placeholder 8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x-none" sz="1200">
                <a:latin typeface="Times New Roman" charset="0"/>
              </a:rPr>
              <a:t>Copyright © 2017 Pearson Education, Inc.</a:t>
            </a: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r>
              <a:rPr lang="en-US" altLang="x-none"/>
              <a:t>Assignment Operators</a:t>
            </a:r>
          </a:p>
        </p:txBody>
      </p:sp>
      <p:sp>
        <p:nvSpPr>
          <p:cNvPr id="839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52600" y="1143000"/>
            <a:ext cx="8763000" cy="5181600"/>
          </a:xfrm>
          <a:noFill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  <a:spcBef>
                <a:spcPct val="75000"/>
              </a:spcBef>
            </a:pPr>
            <a:r>
              <a:rPr lang="en-US" altLang="x-none" dirty="0"/>
              <a:t>The right hand side of an assignment operator can be a complex expression</a:t>
            </a:r>
          </a:p>
          <a:p>
            <a:pPr>
              <a:lnSpc>
                <a:spcPct val="90000"/>
              </a:lnSpc>
              <a:spcBef>
                <a:spcPct val="75000"/>
              </a:spcBef>
            </a:pPr>
            <a:r>
              <a:rPr lang="en-US" altLang="x-none" dirty="0"/>
              <a:t>The entire right-hand expression is evaluated first, then the result is combined with the original variable</a:t>
            </a:r>
          </a:p>
          <a:p>
            <a:pPr>
              <a:lnSpc>
                <a:spcPct val="90000"/>
              </a:lnSpc>
              <a:spcBef>
                <a:spcPct val="75000"/>
              </a:spcBef>
            </a:pPr>
            <a:r>
              <a:rPr lang="en-US" altLang="x-none" dirty="0"/>
              <a:t>Therefore</a:t>
            </a:r>
          </a:p>
          <a:p>
            <a:pPr>
              <a:lnSpc>
                <a:spcPct val="90000"/>
              </a:lnSpc>
              <a:spcBef>
                <a:spcPct val="75000"/>
              </a:spcBef>
              <a:buFont typeface="Times" charset="0"/>
              <a:buNone/>
            </a:pPr>
            <a:r>
              <a:rPr lang="en-US" altLang="x-none" sz="2400" dirty="0">
                <a:latin typeface="Courier New" charset="0"/>
              </a:rPr>
              <a:t>		result /= (total-MIN) % num;</a:t>
            </a:r>
          </a:p>
          <a:p>
            <a:pPr>
              <a:lnSpc>
                <a:spcPct val="90000"/>
              </a:lnSpc>
              <a:spcBef>
                <a:spcPct val="75000"/>
              </a:spcBef>
              <a:buFont typeface="Times" charset="0"/>
              <a:buNone/>
            </a:pPr>
            <a:r>
              <a:rPr lang="en-US" altLang="x-none" dirty="0"/>
              <a:t>	is equivalent to</a:t>
            </a:r>
          </a:p>
          <a:p>
            <a:pPr>
              <a:lnSpc>
                <a:spcPct val="90000"/>
              </a:lnSpc>
              <a:spcBef>
                <a:spcPct val="75000"/>
              </a:spcBef>
              <a:buFont typeface="Times" charset="0"/>
              <a:buNone/>
            </a:pPr>
            <a:r>
              <a:rPr lang="en-US" altLang="x-none" sz="2400" dirty="0">
                <a:latin typeface="Courier New" charset="0"/>
              </a:rPr>
              <a:t>		result = result / ((total-MIN) % num);</a:t>
            </a:r>
          </a:p>
        </p:txBody>
      </p:sp>
      <p:sp>
        <p:nvSpPr>
          <p:cNvPr id="83971" name="Footer Placeholder 4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x-none" sz="1200">
                <a:latin typeface="Times New Roman" charset="0"/>
              </a:rPr>
              <a:t>Copyright © 2017 Pearson Education, Inc.</a:t>
            </a:r>
          </a:p>
        </p:txBody>
      </p:sp>
    </p:spTree>
  </p:cSld>
  <p:clrMapOvr>
    <a:masterClrMapping/>
  </p:clrMapOvr>
  <p:transition spd="med">
    <p:push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Outline</a:t>
            </a:r>
          </a:p>
        </p:txBody>
      </p:sp>
      <p:sp>
        <p:nvSpPr>
          <p:cNvPr id="56323" name="Text Box 3"/>
          <p:cNvSpPr txBox="1">
            <a:spLocks noChangeArrowheads="1"/>
          </p:cNvSpPr>
          <p:nvPr/>
        </p:nvSpPr>
        <p:spPr bwMode="auto">
          <a:xfrm>
            <a:off x="4191001" y="1219200"/>
            <a:ext cx="4003675" cy="323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x-none" sz="2400" b="1"/>
              <a:t>Character Strings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x-none" sz="2400" b="1"/>
              <a:t>Variables and Assignment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x-none" sz="2400" b="1"/>
              <a:t>Primitive Data Types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x-none" sz="2400" b="1"/>
              <a:t>Expressions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x-none" sz="2400" b="1"/>
              <a:t>Data Conversion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x-none" sz="2400" b="1"/>
              <a:t>Interactive Programs</a:t>
            </a:r>
          </a:p>
        </p:txBody>
      </p:sp>
      <p:sp>
        <p:nvSpPr>
          <p:cNvPr id="56324" name="AutoShape 4"/>
          <p:cNvSpPr>
            <a:spLocks noChangeArrowheads="1"/>
          </p:cNvSpPr>
          <p:nvPr/>
        </p:nvSpPr>
        <p:spPr bwMode="auto">
          <a:xfrm>
            <a:off x="3352800" y="3505200"/>
            <a:ext cx="685800" cy="304800"/>
          </a:xfrm>
          <a:prstGeom prst="rightArrow">
            <a:avLst>
              <a:gd name="adj1" fmla="val 50000"/>
              <a:gd name="adj2" fmla="val 56250"/>
            </a:avLst>
          </a:prstGeom>
          <a:solidFill>
            <a:srgbClr val="FFCC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x-none" altLang="x-none" sz="1800"/>
          </a:p>
        </p:txBody>
      </p:sp>
      <p:sp>
        <p:nvSpPr>
          <p:cNvPr id="86020" name="Footer Placeholder 5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x-none" sz="1200">
                <a:latin typeface="Times New Roman" charset="0"/>
              </a:rPr>
              <a:t>Copyright © 2017 Pearson Education, Inc.</a:t>
            </a: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3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3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1000"/>
                                        <p:tgtEl>
                                          <p:spTgt spid="56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3" grpId="0"/>
      <p:bldP spid="56324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Data Conversion</a:t>
            </a:r>
          </a:p>
        </p:txBody>
      </p:sp>
      <p:sp>
        <p:nvSpPr>
          <p:cNvPr id="870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52600" y="1143000"/>
            <a:ext cx="8610600" cy="5334000"/>
          </a:xfrm>
        </p:spPr>
        <p:txBody>
          <a:bodyPr/>
          <a:lstStyle/>
          <a:p>
            <a:pPr>
              <a:spcBef>
                <a:spcPct val="40000"/>
              </a:spcBef>
            </a:pPr>
            <a:r>
              <a:rPr lang="en-US" altLang="x-none" dirty="0"/>
              <a:t>Sometimes it is convenient to convert data from one type to another</a:t>
            </a:r>
          </a:p>
          <a:p>
            <a:pPr>
              <a:spcBef>
                <a:spcPct val="40000"/>
              </a:spcBef>
            </a:pPr>
            <a:r>
              <a:rPr lang="en-US" altLang="x-none" dirty="0"/>
              <a:t>For example, in a particular situation we may want to treat an integer as a floating point value</a:t>
            </a:r>
          </a:p>
          <a:p>
            <a:pPr>
              <a:spcBef>
                <a:spcPct val="40000"/>
              </a:spcBef>
            </a:pPr>
            <a:endParaRPr lang="en-US" altLang="x-none" dirty="0"/>
          </a:p>
          <a:p>
            <a:pPr marL="0" indent="0">
              <a:buNone/>
            </a:pPr>
            <a:r>
              <a:rPr lang="en-DK" sz="2400" dirty="0">
                <a:latin typeface="Courier New" charset="0"/>
              </a:rPr>
              <a:t>int a = 5;</a:t>
            </a:r>
          </a:p>
          <a:p>
            <a:pPr marL="0" indent="0">
              <a:buNone/>
            </a:pPr>
            <a:r>
              <a:rPr lang="en-DK" sz="2400" dirty="0">
                <a:latin typeface="Courier New" charset="0"/>
              </a:rPr>
              <a:t>int b = 2;</a:t>
            </a:r>
          </a:p>
          <a:p>
            <a:pPr marL="0" indent="0">
              <a:spcBef>
                <a:spcPct val="40000"/>
              </a:spcBef>
              <a:buNone/>
            </a:pPr>
            <a:r>
              <a:rPr lang="en-DK" sz="2400" dirty="0">
                <a:latin typeface="Courier New" charset="0"/>
              </a:rPr>
              <a:t>System.out.println(a / b);</a:t>
            </a:r>
          </a:p>
          <a:p>
            <a:pPr marL="0" indent="0">
              <a:spcBef>
                <a:spcPct val="40000"/>
              </a:spcBef>
              <a:buNone/>
            </a:pPr>
            <a:r>
              <a:rPr lang="en-DK" sz="2400" dirty="0">
                <a:latin typeface="Courier New" charset="0"/>
              </a:rPr>
              <a:t>System.out.println((double) a / b);</a:t>
            </a:r>
          </a:p>
          <a:p>
            <a:pPr marL="0" indent="0">
              <a:spcBef>
                <a:spcPct val="40000"/>
              </a:spcBef>
              <a:buNone/>
            </a:pPr>
            <a:endParaRPr lang="en-US" altLang="x-none" dirty="0"/>
          </a:p>
        </p:txBody>
      </p:sp>
      <p:sp>
        <p:nvSpPr>
          <p:cNvPr id="87043" name="Footer Placeholder 4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x-none" sz="1200">
                <a:latin typeface="Times New Roman" charset="0"/>
              </a:rPr>
              <a:t>Copyright © 2017 Pearson Education, Inc.</a:t>
            </a:r>
          </a:p>
        </p:txBody>
      </p:sp>
    </p:spTree>
  </p:cSld>
  <p:clrMapOvr>
    <a:masterClrMapping/>
  </p:clrMapOvr>
  <p:transition spd="med">
    <p:push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Data Conversion</a:t>
            </a:r>
          </a:p>
        </p:txBody>
      </p:sp>
      <p:sp>
        <p:nvSpPr>
          <p:cNvPr id="880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52600" y="1143000"/>
            <a:ext cx="8686800" cy="5181600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40000"/>
              </a:spcBef>
            </a:pPr>
            <a:r>
              <a:rPr lang="en-US" altLang="x-none" i="1" dirty="0"/>
              <a:t>Widening conversions</a:t>
            </a:r>
            <a:r>
              <a:rPr lang="en-US" altLang="x-none" dirty="0"/>
              <a:t> are safest because they tend to go from a small data type to a larger one (such as a </a:t>
            </a:r>
            <a:r>
              <a:rPr lang="en-US" altLang="x-none" dirty="0">
                <a:latin typeface="Courier New" charset="0"/>
              </a:rPr>
              <a:t>short</a:t>
            </a:r>
            <a:r>
              <a:rPr lang="en-US" altLang="x-none" dirty="0"/>
              <a:t> to an </a:t>
            </a:r>
            <a:r>
              <a:rPr lang="en-US" altLang="x-none" dirty="0">
                <a:latin typeface="Courier New" charset="0"/>
              </a:rPr>
              <a:t>int</a:t>
            </a:r>
            <a:r>
              <a:rPr lang="en-US" altLang="x-none" dirty="0"/>
              <a:t>)</a:t>
            </a:r>
          </a:p>
          <a:p>
            <a:pPr>
              <a:lnSpc>
                <a:spcPct val="90000"/>
              </a:lnSpc>
              <a:spcBef>
                <a:spcPct val="40000"/>
              </a:spcBef>
              <a:spcAft>
                <a:spcPts val="1200"/>
              </a:spcAft>
            </a:pPr>
            <a:r>
              <a:rPr lang="en-US" altLang="x-none" i="1" dirty="0"/>
              <a:t>Narrowing conversions</a:t>
            </a:r>
            <a:r>
              <a:rPr lang="en-US" altLang="x-none" dirty="0"/>
              <a:t> can lose information because they tend to go from a large data type to a smaller one (such as an </a:t>
            </a:r>
            <a:r>
              <a:rPr lang="en-US" altLang="x-none" dirty="0">
                <a:latin typeface="Courier New" charset="0"/>
              </a:rPr>
              <a:t>int</a:t>
            </a:r>
            <a:r>
              <a:rPr lang="en-US" altLang="x-none" dirty="0"/>
              <a:t> to a </a:t>
            </a:r>
            <a:r>
              <a:rPr lang="en-US" altLang="x-none" dirty="0">
                <a:latin typeface="Courier New" charset="0"/>
              </a:rPr>
              <a:t>short</a:t>
            </a:r>
            <a:r>
              <a:rPr lang="en-US" altLang="x-none" dirty="0"/>
              <a:t>)</a:t>
            </a:r>
          </a:p>
        </p:txBody>
      </p:sp>
      <p:sp>
        <p:nvSpPr>
          <p:cNvPr id="88067" name="Footer Placeholder 4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x-none" sz="1200">
                <a:latin typeface="Times New Roman" charset="0"/>
              </a:rPr>
              <a:t>Copyright © 2017 Pearson Education, Inc.</a:t>
            </a:r>
          </a:p>
        </p:txBody>
      </p:sp>
    </p:spTree>
  </p:cSld>
  <p:clrMapOvr>
    <a:masterClrMapping/>
  </p:clrMapOvr>
  <p:transition spd="med">
    <p:push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Casting</a:t>
            </a:r>
          </a:p>
        </p:txBody>
      </p:sp>
      <p:sp>
        <p:nvSpPr>
          <p:cNvPr id="921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52600" y="1066800"/>
            <a:ext cx="8610600" cy="5410200"/>
          </a:xfrm>
        </p:spPr>
        <p:txBody>
          <a:bodyPr/>
          <a:lstStyle/>
          <a:p>
            <a:pPr marL="0" indent="0">
              <a:lnSpc>
                <a:spcPct val="90000"/>
              </a:lnSpc>
              <a:spcBef>
                <a:spcPct val="70000"/>
              </a:spcBef>
              <a:buNone/>
            </a:pPr>
            <a:r>
              <a:rPr lang="en-US" altLang="x-none" dirty="0"/>
              <a:t>Both widening and narrowing conversions can be accomplished by explicitly casting a value</a:t>
            </a:r>
          </a:p>
          <a:p>
            <a:pPr>
              <a:lnSpc>
                <a:spcPct val="90000"/>
              </a:lnSpc>
              <a:spcBef>
                <a:spcPct val="70000"/>
              </a:spcBef>
              <a:spcAft>
                <a:spcPts val="1800"/>
              </a:spcAft>
            </a:pPr>
            <a:r>
              <a:rPr lang="en-US" altLang="x-none" dirty="0"/>
              <a:t>To cast, the type is put in parentheses in front of the value being converted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Times" charset="0"/>
              <a:buNone/>
            </a:pPr>
            <a:r>
              <a:rPr lang="en-US" altLang="x-none" dirty="0">
                <a:latin typeface="Courier New" charset="0"/>
              </a:rPr>
              <a:t>		int total = 50;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1800"/>
              </a:spcAft>
              <a:buNone/>
            </a:pPr>
            <a:r>
              <a:rPr lang="en-US" altLang="x-none" dirty="0">
                <a:latin typeface="Courier New" charset="0"/>
              </a:rPr>
              <a:t>		float result = </a:t>
            </a:r>
            <a:r>
              <a:rPr lang="en-US" altLang="x-none" dirty="0">
                <a:highlight>
                  <a:srgbClr val="FFFF00"/>
                </a:highlight>
                <a:latin typeface="Courier New" charset="0"/>
              </a:rPr>
              <a:t>(float) </a:t>
            </a:r>
            <a:r>
              <a:rPr lang="en-US" altLang="x-none" dirty="0">
                <a:latin typeface="Courier New" charset="0"/>
              </a:rPr>
              <a:t>total / 6;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x-none" dirty="0"/>
              <a:t>Without the cast, the fractional part of the answer would be lost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Times" charset="0"/>
              <a:buNone/>
            </a:pPr>
            <a:endParaRPr lang="en-US" altLang="x-none" dirty="0"/>
          </a:p>
        </p:txBody>
      </p:sp>
      <p:sp>
        <p:nvSpPr>
          <p:cNvPr id="92163" name="Footer Placeholder 4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x-none" sz="1200">
                <a:latin typeface="Times New Roman" charset="0"/>
              </a:rPr>
              <a:t>Copyright © 2017 Pearson Education, Inc.</a:t>
            </a:r>
          </a:p>
        </p:txBody>
      </p:sp>
    </p:spTree>
  </p:cSld>
  <p:clrMapOvr>
    <a:masterClrMapping/>
  </p:clrMapOvr>
  <p:transition spd="med">
    <p:push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Outline</a:t>
            </a:r>
          </a:p>
        </p:txBody>
      </p:sp>
      <p:sp>
        <p:nvSpPr>
          <p:cNvPr id="56323" name="Text Box 3"/>
          <p:cNvSpPr txBox="1">
            <a:spLocks noChangeArrowheads="1"/>
          </p:cNvSpPr>
          <p:nvPr/>
        </p:nvSpPr>
        <p:spPr bwMode="auto">
          <a:xfrm>
            <a:off x="4191001" y="1219200"/>
            <a:ext cx="4003675" cy="323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x-none" sz="2400" b="1"/>
              <a:t>Character Strings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x-none" sz="2400" b="1"/>
              <a:t>Variables and Assignment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x-none" sz="2400" b="1"/>
              <a:t>Primitive Data Types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x-none" sz="2400" b="1"/>
              <a:t>Expressions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x-none" sz="2400" b="1"/>
              <a:t>Data Conversion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x-none" sz="2400" b="1"/>
              <a:t>Interactive Programs</a:t>
            </a:r>
          </a:p>
        </p:txBody>
      </p:sp>
      <p:sp>
        <p:nvSpPr>
          <p:cNvPr id="56324" name="AutoShape 4"/>
          <p:cNvSpPr>
            <a:spLocks noChangeArrowheads="1"/>
          </p:cNvSpPr>
          <p:nvPr/>
        </p:nvSpPr>
        <p:spPr bwMode="auto">
          <a:xfrm>
            <a:off x="3352800" y="4076700"/>
            <a:ext cx="685800" cy="304800"/>
          </a:xfrm>
          <a:prstGeom prst="rightArrow">
            <a:avLst>
              <a:gd name="adj1" fmla="val 50000"/>
              <a:gd name="adj2" fmla="val 56250"/>
            </a:avLst>
          </a:prstGeom>
          <a:solidFill>
            <a:srgbClr val="FFCC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x-none" altLang="x-none" sz="1800"/>
          </a:p>
        </p:txBody>
      </p:sp>
      <p:sp>
        <p:nvSpPr>
          <p:cNvPr id="93188" name="Footer Placeholder 5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x-none" sz="1200">
                <a:latin typeface="Times New Roman" charset="0"/>
              </a:rPr>
              <a:t>Copyright © 2017 Pearson Education, Inc.</a:t>
            </a: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3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3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1000"/>
                                        <p:tgtEl>
                                          <p:spTgt spid="56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3" grpId="0"/>
      <p:bldP spid="56324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Interactive Programs</a:t>
            </a:r>
          </a:p>
        </p:txBody>
      </p:sp>
      <p:sp>
        <p:nvSpPr>
          <p:cNvPr id="942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52600" y="1143000"/>
            <a:ext cx="8534400" cy="4800600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70000"/>
              </a:spcBef>
            </a:pPr>
            <a:r>
              <a:rPr lang="en-US" altLang="x-none"/>
              <a:t>Programs generally need input on which to operate</a:t>
            </a:r>
          </a:p>
          <a:p>
            <a:pPr>
              <a:lnSpc>
                <a:spcPct val="90000"/>
              </a:lnSpc>
              <a:spcBef>
                <a:spcPct val="70000"/>
              </a:spcBef>
            </a:pPr>
            <a:r>
              <a:rPr lang="en-US" altLang="x-none"/>
              <a:t>The </a:t>
            </a:r>
            <a:r>
              <a:rPr lang="en-US" altLang="x-none">
                <a:latin typeface="Courier New" charset="0"/>
              </a:rPr>
              <a:t>Scanner</a:t>
            </a:r>
            <a:r>
              <a:rPr lang="en-US" altLang="x-none"/>
              <a:t> class provides convenient methods for reading input values of various types</a:t>
            </a:r>
          </a:p>
          <a:p>
            <a:pPr>
              <a:lnSpc>
                <a:spcPct val="90000"/>
              </a:lnSpc>
              <a:spcBef>
                <a:spcPct val="70000"/>
              </a:spcBef>
            </a:pPr>
            <a:r>
              <a:rPr lang="en-US" altLang="x-none"/>
              <a:t>A </a:t>
            </a:r>
            <a:r>
              <a:rPr lang="en-US" altLang="x-none">
                <a:latin typeface="Courier New" charset="0"/>
              </a:rPr>
              <a:t>Scanner</a:t>
            </a:r>
            <a:r>
              <a:rPr lang="en-US" altLang="x-none"/>
              <a:t> object can be set up to read input from various sources, including the user typing values on the keyboard</a:t>
            </a:r>
          </a:p>
          <a:p>
            <a:pPr>
              <a:lnSpc>
                <a:spcPct val="90000"/>
              </a:lnSpc>
              <a:spcBef>
                <a:spcPct val="70000"/>
              </a:spcBef>
            </a:pPr>
            <a:r>
              <a:rPr lang="en-US" altLang="x-none"/>
              <a:t>Keyboard input is represented by the </a:t>
            </a:r>
            <a:r>
              <a:rPr lang="en-US" altLang="x-none">
                <a:latin typeface="Courier New" charset="0"/>
              </a:rPr>
              <a:t>System.in</a:t>
            </a:r>
            <a:r>
              <a:rPr lang="en-US" altLang="x-none"/>
              <a:t> object</a:t>
            </a:r>
          </a:p>
          <a:p>
            <a:pPr>
              <a:lnSpc>
                <a:spcPct val="90000"/>
              </a:lnSpc>
            </a:pPr>
            <a:endParaRPr lang="en-US" altLang="x-none"/>
          </a:p>
        </p:txBody>
      </p:sp>
      <p:sp>
        <p:nvSpPr>
          <p:cNvPr id="94211" name="Footer Placeholder 4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x-none" sz="1200">
                <a:latin typeface="Times New Roman" charset="0"/>
              </a:rPr>
              <a:t>Copyright © 2017 Pearson Education, Inc.</a:t>
            </a:r>
          </a:p>
        </p:txBody>
      </p:sp>
    </p:spTree>
  </p:cSld>
  <p:clrMapOvr>
    <a:masterClrMapping/>
  </p:clrMapOvr>
  <p:transition spd="med">
    <p:push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Reading Input</a:t>
            </a:r>
          </a:p>
        </p:txBody>
      </p:sp>
      <p:sp>
        <p:nvSpPr>
          <p:cNvPr id="952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52600" y="1143000"/>
            <a:ext cx="8534400" cy="4572000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70000"/>
              </a:spcBef>
            </a:pPr>
            <a:r>
              <a:rPr lang="en-US" altLang="x-none" dirty="0"/>
              <a:t>The following line creates a </a:t>
            </a:r>
            <a:r>
              <a:rPr lang="en-US" altLang="x-none" dirty="0">
                <a:latin typeface="Courier New" charset="0"/>
                <a:ea typeface="Courier New" charset="0"/>
                <a:cs typeface="Courier New" charset="0"/>
              </a:rPr>
              <a:t>Scanner</a:t>
            </a:r>
            <a:r>
              <a:rPr lang="en-US" altLang="x-none" dirty="0"/>
              <a:t> object that reads from the keyboard:</a:t>
            </a:r>
          </a:p>
          <a:p>
            <a:pPr algn="ctr">
              <a:lnSpc>
                <a:spcPct val="90000"/>
              </a:lnSpc>
              <a:spcBef>
                <a:spcPct val="70000"/>
              </a:spcBef>
              <a:buFont typeface="Times" charset="0"/>
              <a:buNone/>
            </a:pPr>
            <a:r>
              <a:rPr lang="en-US" altLang="x-none" sz="2400" dirty="0">
                <a:latin typeface="Courier New" charset="0"/>
              </a:rPr>
              <a:t>Scanner </a:t>
            </a:r>
            <a:r>
              <a:rPr lang="en-US" altLang="x-none" sz="2400" dirty="0">
                <a:highlight>
                  <a:srgbClr val="FFFF00"/>
                </a:highlight>
                <a:latin typeface="Courier New" charset="0"/>
              </a:rPr>
              <a:t>scan</a:t>
            </a:r>
            <a:r>
              <a:rPr lang="en-US" altLang="x-none" sz="2400" dirty="0">
                <a:latin typeface="Courier New" charset="0"/>
              </a:rPr>
              <a:t> = new Scanner(</a:t>
            </a:r>
            <a:r>
              <a:rPr lang="en-US" altLang="x-none" sz="2400" dirty="0" err="1">
                <a:latin typeface="Courier New" charset="0"/>
              </a:rPr>
              <a:t>System.in</a:t>
            </a:r>
            <a:r>
              <a:rPr lang="en-US" altLang="x-none" sz="2400" dirty="0">
                <a:latin typeface="Courier New" charset="0"/>
              </a:rPr>
              <a:t>);</a:t>
            </a:r>
          </a:p>
          <a:p>
            <a:pPr>
              <a:lnSpc>
                <a:spcPct val="90000"/>
              </a:lnSpc>
              <a:spcBef>
                <a:spcPct val="70000"/>
              </a:spcBef>
            </a:pPr>
            <a:r>
              <a:rPr lang="en-US" altLang="x-none" dirty="0"/>
              <a:t>The </a:t>
            </a:r>
            <a:r>
              <a:rPr lang="en-US" altLang="x-none" dirty="0">
                <a:latin typeface="Courier New" charset="0"/>
              </a:rPr>
              <a:t>new</a:t>
            </a:r>
            <a:r>
              <a:rPr lang="en-US" altLang="x-none" dirty="0"/>
              <a:t> operator creates the </a:t>
            </a:r>
            <a:r>
              <a:rPr lang="en-US" altLang="x-none" dirty="0">
                <a:latin typeface="Courier New" charset="0"/>
              </a:rPr>
              <a:t>Scanner</a:t>
            </a:r>
            <a:r>
              <a:rPr lang="en-US" altLang="x-none" dirty="0"/>
              <a:t> object</a:t>
            </a:r>
          </a:p>
          <a:p>
            <a:pPr>
              <a:lnSpc>
                <a:spcPct val="90000"/>
              </a:lnSpc>
              <a:spcBef>
                <a:spcPct val="70000"/>
              </a:spcBef>
            </a:pPr>
            <a:r>
              <a:rPr lang="en-US" altLang="x-none" dirty="0"/>
              <a:t>Once created, the </a:t>
            </a:r>
            <a:r>
              <a:rPr lang="en-US" altLang="x-none" dirty="0">
                <a:latin typeface="Courier New" charset="0"/>
              </a:rPr>
              <a:t>Scanner</a:t>
            </a:r>
            <a:r>
              <a:rPr lang="en-US" altLang="x-none" dirty="0"/>
              <a:t> object can be used to invoke various input methods, such as:</a:t>
            </a:r>
          </a:p>
          <a:p>
            <a:pPr algn="ctr">
              <a:lnSpc>
                <a:spcPct val="90000"/>
              </a:lnSpc>
              <a:spcBef>
                <a:spcPct val="70000"/>
              </a:spcBef>
              <a:buFont typeface="Times" charset="0"/>
              <a:buNone/>
            </a:pPr>
            <a:r>
              <a:rPr lang="en-US" altLang="x-none" sz="2400" dirty="0">
                <a:latin typeface="Courier New" charset="0"/>
                <a:ea typeface="Courier New" charset="0"/>
                <a:cs typeface="Courier New" charset="0"/>
              </a:rPr>
              <a:t>answer = </a:t>
            </a:r>
            <a:r>
              <a:rPr lang="en-US" altLang="x-none" sz="2400" dirty="0" err="1">
                <a:highlight>
                  <a:srgbClr val="FFFF00"/>
                </a:highlight>
                <a:latin typeface="Courier New" charset="0"/>
                <a:ea typeface="Courier New" charset="0"/>
                <a:cs typeface="Courier New" charset="0"/>
              </a:rPr>
              <a:t>scan.</a:t>
            </a:r>
            <a:r>
              <a:rPr lang="en-US" altLang="x-none" sz="2400" dirty="0" err="1">
                <a:latin typeface="Courier New" charset="0"/>
                <a:ea typeface="Courier New" charset="0"/>
                <a:cs typeface="Courier New" charset="0"/>
              </a:rPr>
              <a:t>nextLine</a:t>
            </a:r>
            <a:r>
              <a:rPr lang="en-US" altLang="x-none" sz="2400" dirty="0">
                <a:latin typeface="Courier New" charset="0"/>
                <a:ea typeface="Courier New" charset="0"/>
                <a:cs typeface="Courier New" charset="0"/>
              </a:rPr>
              <a:t>();</a:t>
            </a:r>
          </a:p>
          <a:p>
            <a:pPr>
              <a:lnSpc>
                <a:spcPct val="90000"/>
              </a:lnSpc>
              <a:spcBef>
                <a:spcPct val="70000"/>
              </a:spcBef>
            </a:pPr>
            <a:endParaRPr lang="en-US" altLang="x-none" sz="2400" dirty="0"/>
          </a:p>
        </p:txBody>
      </p:sp>
      <p:sp>
        <p:nvSpPr>
          <p:cNvPr id="95235" name="Footer Placeholder 4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x-none" sz="1200">
                <a:latin typeface="Times New Roman" charset="0"/>
              </a:rPr>
              <a:t>Copyright © 2017 Pearson Education, Inc.</a:t>
            </a:r>
          </a:p>
        </p:txBody>
      </p:sp>
    </p:spTree>
  </p:cSld>
  <p:clrMapOvr>
    <a:masterClrMapping/>
  </p:clrMapOvr>
  <p:transition spd="med">
    <p:push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Reading Input</a:t>
            </a:r>
          </a:p>
        </p:txBody>
      </p:sp>
      <p:sp>
        <p:nvSpPr>
          <p:cNvPr id="9625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52600" y="1295400"/>
            <a:ext cx="8686800" cy="4419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x-none"/>
              <a:t>The </a:t>
            </a:r>
            <a:r>
              <a:rPr lang="en-US" altLang="x-none">
                <a:latin typeface="Courier New" charset="0"/>
              </a:rPr>
              <a:t>Scanner</a:t>
            </a:r>
            <a:r>
              <a:rPr lang="en-US" altLang="x-none"/>
              <a:t> class is part of the </a:t>
            </a:r>
            <a:r>
              <a:rPr lang="en-US" altLang="x-none">
                <a:latin typeface="Courier New" charset="0"/>
              </a:rPr>
              <a:t>java.util</a:t>
            </a:r>
            <a:r>
              <a:rPr lang="en-US" altLang="x-none"/>
              <a:t> class library, and must be imported into a program to be used</a:t>
            </a:r>
          </a:p>
          <a:p>
            <a:pPr>
              <a:lnSpc>
                <a:spcPct val="90000"/>
              </a:lnSpc>
              <a:spcBef>
                <a:spcPct val="70000"/>
              </a:spcBef>
            </a:pPr>
            <a:r>
              <a:rPr lang="en-US" altLang="x-none"/>
              <a:t>The </a:t>
            </a:r>
            <a:r>
              <a:rPr lang="en-US" altLang="x-none">
                <a:latin typeface="Courier New" charset="0"/>
              </a:rPr>
              <a:t>nextLine</a:t>
            </a:r>
            <a:r>
              <a:rPr lang="en-US" altLang="x-none"/>
              <a:t> method reads all of the input until the end of the line is found</a:t>
            </a:r>
          </a:p>
          <a:p>
            <a:pPr>
              <a:lnSpc>
                <a:spcPct val="90000"/>
              </a:lnSpc>
              <a:spcBef>
                <a:spcPct val="70000"/>
              </a:spcBef>
            </a:pPr>
            <a:r>
              <a:rPr lang="en-US" altLang="x-none"/>
              <a:t>See </a:t>
            </a:r>
            <a:r>
              <a:rPr lang="en-US" altLang="x-none">
                <a:latin typeface="Courier New" charset="0"/>
                <a:ea typeface="Courier New" charset="0"/>
                <a:cs typeface="Courier New" charset="0"/>
              </a:rPr>
              <a:t>Echo.java </a:t>
            </a:r>
          </a:p>
          <a:p>
            <a:pPr>
              <a:lnSpc>
                <a:spcPct val="90000"/>
              </a:lnSpc>
              <a:spcBef>
                <a:spcPct val="70000"/>
              </a:spcBef>
            </a:pPr>
            <a:r>
              <a:rPr lang="en-US" altLang="x-none"/>
              <a:t>The details of object creation and class libraries are discussed further in Chapter 3</a:t>
            </a:r>
          </a:p>
        </p:txBody>
      </p:sp>
      <p:sp>
        <p:nvSpPr>
          <p:cNvPr id="96259" name="Footer Placeholder 4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x-none" sz="1200">
                <a:latin typeface="Times New Roman" charset="0"/>
              </a:rPr>
              <a:t>Copyright © 2017 Pearson Education, Inc.</a:t>
            </a:r>
          </a:p>
        </p:txBody>
      </p:sp>
    </p:spTree>
  </p:cSld>
  <p:clrMapOvr>
    <a:masterClrMapping/>
  </p:clrMapOvr>
  <p:transition spd="med">
    <p:push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Footer Placeholder 4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x-none" sz="1200">
                <a:latin typeface="Times New Roman" charset="0"/>
              </a:rPr>
              <a:t>Copyright © 2017 Pearson Education, Inc.</a:t>
            </a:r>
          </a:p>
        </p:txBody>
      </p:sp>
      <p:sp>
        <p:nvSpPr>
          <p:cNvPr id="97282" name="TextBox 5"/>
          <p:cNvSpPr txBox="1">
            <a:spLocks noChangeArrowheads="1"/>
          </p:cNvSpPr>
          <p:nvPr/>
        </p:nvSpPr>
        <p:spPr bwMode="auto">
          <a:xfrm>
            <a:off x="2133601" y="457201"/>
            <a:ext cx="7910513" cy="587851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182880" tIns="137160" rIns="182880" bIns="13716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solidFill>
                  <a:srgbClr val="008000"/>
                </a:solidFill>
                <a:latin typeface="Courier New" charset="0"/>
                <a:ea typeface="Courier New" charset="0"/>
                <a:cs typeface="Courier New" charset="0"/>
              </a:rPr>
              <a:t>//********************************************************************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solidFill>
                  <a:srgbClr val="008000"/>
                </a:solidFill>
                <a:latin typeface="Courier New" charset="0"/>
                <a:ea typeface="Courier New" charset="0"/>
                <a:cs typeface="Courier New" charset="0"/>
              </a:rPr>
              <a:t>//  </a:t>
            </a:r>
            <a:r>
              <a:rPr lang="en-US" altLang="x-none" sz="1400" b="1" dirty="0" err="1">
                <a:solidFill>
                  <a:srgbClr val="008000"/>
                </a:solidFill>
                <a:latin typeface="Courier New" charset="0"/>
                <a:ea typeface="Courier New" charset="0"/>
                <a:cs typeface="Courier New" charset="0"/>
              </a:rPr>
              <a:t>Echo.java</a:t>
            </a:r>
            <a:r>
              <a:rPr lang="en-US" altLang="x-none" sz="1400" b="1" dirty="0">
                <a:solidFill>
                  <a:srgbClr val="008000"/>
                </a:solidFill>
                <a:latin typeface="Courier New" charset="0"/>
                <a:ea typeface="Courier New" charset="0"/>
                <a:cs typeface="Courier New" charset="0"/>
              </a:rPr>
              <a:t>       Author: Lewis/Loftus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solidFill>
                  <a:srgbClr val="008000"/>
                </a:solidFill>
                <a:latin typeface="Courier New" charset="0"/>
                <a:ea typeface="Courier New" charset="0"/>
                <a:cs typeface="Courier New" charset="0"/>
              </a:rPr>
              <a:t>//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solidFill>
                  <a:srgbClr val="008000"/>
                </a:solidFill>
                <a:latin typeface="Courier New" charset="0"/>
                <a:ea typeface="Courier New" charset="0"/>
                <a:cs typeface="Courier New" charset="0"/>
              </a:rPr>
              <a:t>//  Demonstrates the use of the </a:t>
            </a:r>
            <a:r>
              <a:rPr lang="en-US" altLang="x-none" sz="1400" b="1" dirty="0" err="1">
                <a:solidFill>
                  <a:srgbClr val="008000"/>
                </a:solidFill>
                <a:latin typeface="Courier New" charset="0"/>
                <a:ea typeface="Courier New" charset="0"/>
                <a:cs typeface="Courier New" charset="0"/>
              </a:rPr>
              <a:t>nextLine</a:t>
            </a:r>
            <a:r>
              <a:rPr lang="en-US" altLang="x-none" sz="1400" b="1" dirty="0">
                <a:solidFill>
                  <a:srgbClr val="008000"/>
                </a:solidFill>
                <a:latin typeface="Courier New" charset="0"/>
                <a:ea typeface="Courier New" charset="0"/>
                <a:cs typeface="Courier New" charset="0"/>
              </a:rPr>
              <a:t> method of the Scanner class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solidFill>
                  <a:srgbClr val="008000"/>
                </a:solidFill>
                <a:latin typeface="Courier New" charset="0"/>
                <a:ea typeface="Courier New" charset="0"/>
                <a:cs typeface="Courier New" charset="0"/>
              </a:rPr>
              <a:t>//  to read a string from the user.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solidFill>
                  <a:srgbClr val="008000"/>
                </a:solidFill>
                <a:latin typeface="Courier New" charset="0"/>
                <a:ea typeface="Courier New" charset="0"/>
                <a:cs typeface="Courier New" charset="0"/>
              </a:rPr>
              <a:t>//********************************************************************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x-none" sz="1400" b="1" dirty="0">
              <a:solidFill>
                <a:srgbClr val="008000"/>
              </a:solidFill>
              <a:latin typeface="Courier New" charset="0"/>
              <a:ea typeface="Courier New" charset="0"/>
              <a:cs typeface="Courier New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solidFill>
                  <a:srgbClr val="3366FF"/>
                </a:solidFill>
                <a:highlight>
                  <a:srgbClr val="FFFF00"/>
                </a:highlight>
                <a:latin typeface="Courier New" charset="0"/>
                <a:ea typeface="Courier New" charset="0"/>
                <a:cs typeface="Courier New" charset="0"/>
              </a:rPr>
              <a:t>import </a:t>
            </a:r>
            <a:r>
              <a:rPr lang="en-US" altLang="x-none" sz="1400" b="1" dirty="0" err="1">
                <a:solidFill>
                  <a:srgbClr val="000000"/>
                </a:solidFill>
                <a:highlight>
                  <a:srgbClr val="FFFF00"/>
                </a:highlight>
                <a:latin typeface="Courier New" charset="0"/>
                <a:ea typeface="Courier New" charset="0"/>
                <a:cs typeface="Courier New" charset="0"/>
              </a:rPr>
              <a:t>java.util.Scanner</a:t>
            </a:r>
            <a:r>
              <a:rPr lang="en-US" altLang="x-none" sz="1400" b="1" dirty="0">
                <a:solidFill>
                  <a:srgbClr val="000000"/>
                </a:solidFill>
                <a:highlight>
                  <a:srgbClr val="FFFF00"/>
                </a:highlight>
                <a:latin typeface="Courier New" charset="0"/>
                <a:ea typeface="Courier New" charset="0"/>
                <a:cs typeface="Courier New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x-none" sz="1400" b="1" dirty="0">
              <a:solidFill>
                <a:srgbClr val="000000"/>
              </a:solidFill>
              <a:latin typeface="Courier New" charset="0"/>
              <a:ea typeface="Courier New" charset="0"/>
              <a:cs typeface="Courier New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solidFill>
                  <a:srgbClr val="3366FF"/>
                </a:solidFill>
                <a:latin typeface="Courier New" charset="0"/>
                <a:ea typeface="Courier New" charset="0"/>
                <a:cs typeface="Courier New" charset="0"/>
              </a:rPr>
              <a:t>public class </a:t>
            </a:r>
            <a:r>
              <a:rPr lang="en-US" altLang="x-none" sz="1400" b="1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Echo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   </a:t>
            </a:r>
            <a:r>
              <a:rPr lang="en-US" altLang="x-none" sz="1400" b="1" dirty="0">
                <a:solidFill>
                  <a:srgbClr val="008000"/>
                </a:solidFill>
                <a:latin typeface="Courier New" charset="0"/>
                <a:ea typeface="Courier New" charset="0"/>
                <a:cs typeface="Courier New" charset="0"/>
              </a:rPr>
              <a:t>//-----------------------------------------------------------------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solidFill>
                  <a:srgbClr val="008000"/>
                </a:solidFill>
                <a:latin typeface="Courier New" charset="0"/>
                <a:ea typeface="Courier New" charset="0"/>
                <a:cs typeface="Courier New" charset="0"/>
              </a:rPr>
              <a:t>   //  Reads a character string from the user and prints it.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solidFill>
                  <a:srgbClr val="008000"/>
                </a:solidFill>
                <a:latin typeface="Courier New" charset="0"/>
                <a:ea typeface="Courier New" charset="0"/>
                <a:cs typeface="Courier New" charset="0"/>
              </a:rPr>
              <a:t>   //-----------------------------------------------------------------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   </a:t>
            </a:r>
            <a:r>
              <a:rPr lang="en-US" altLang="x-none" sz="1400" b="1" dirty="0">
                <a:solidFill>
                  <a:srgbClr val="3366FF"/>
                </a:solidFill>
                <a:latin typeface="Courier New" charset="0"/>
                <a:ea typeface="Courier New" charset="0"/>
                <a:cs typeface="Courier New" charset="0"/>
              </a:rPr>
              <a:t>public static void </a:t>
            </a:r>
            <a:r>
              <a:rPr lang="en-US" altLang="x-none" sz="1400" b="1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main(String[] </a:t>
            </a:r>
            <a:r>
              <a:rPr lang="en-US" altLang="x-none" sz="1400" b="1" dirty="0" err="1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args</a:t>
            </a:r>
            <a:r>
              <a:rPr lang="en-US" altLang="x-none" sz="1400" b="1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  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      String message;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      Scanner scan = </a:t>
            </a:r>
            <a:r>
              <a:rPr lang="en-US" altLang="x-none" sz="1400" b="1" dirty="0">
                <a:solidFill>
                  <a:srgbClr val="3366FF"/>
                </a:solidFill>
                <a:latin typeface="Courier New" charset="0"/>
                <a:ea typeface="Courier New" charset="0"/>
                <a:cs typeface="Courier New" charset="0"/>
              </a:rPr>
              <a:t>new </a:t>
            </a:r>
            <a:r>
              <a:rPr lang="en-US" altLang="x-none" sz="1400" b="1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Scanner(</a:t>
            </a:r>
            <a:r>
              <a:rPr lang="en-US" altLang="x-none" sz="1400" b="1" dirty="0" err="1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System.in</a:t>
            </a:r>
            <a:r>
              <a:rPr lang="en-US" altLang="x-none" sz="1400" b="1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x-none" sz="1400" b="1" dirty="0">
              <a:solidFill>
                <a:srgbClr val="000000"/>
              </a:solidFill>
              <a:latin typeface="Courier New" charset="0"/>
              <a:ea typeface="Courier New" charset="0"/>
              <a:cs typeface="Courier New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      </a:t>
            </a:r>
            <a:r>
              <a:rPr lang="en-US" altLang="x-none" sz="1400" b="1" dirty="0" err="1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System.out.println</a:t>
            </a:r>
            <a:r>
              <a:rPr lang="en-US" altLang="x-none" sz="1400" b="1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("Enter a line of text:");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x-none" sz="1400" b="1" dirty="0">
              <a:solidFill>
                <a:srgbClr val="000000"/>
              </a:solidFill>
              <a:latin typeface="Courier New" charset="0"/>
              <a:ea typeface="Courier New" charset="0"/>
              <a:cs typeface="Courier New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      message = </a:t>
            </a:r>
            <a:r>
              <a:rPr lang="en-US" altLang="x-none" sz="1400" b="1" dirty="0" err="1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scan.nextLine</a:t>
            </a:r>
            <a:r>
              <a:rPr lang="en-US" altLang="x-none" sz="1400" b="1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();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x-none" sz="1400" b="1" dirty="0">
              <a:solidFill>
                <a:srgbClr val="000000"/>
              </a:solidFill>
              <a:latin typeface="Courier New" charset="0"/>
              <a:ea typeface="Courier New" charset="0"/>
              <a:cs typeface="Courier New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      </a:t>
            </a:r>
            <a:r>
              <a:rPr lang="en-US" altLang="x-none" sz="1400" b="1" dirty="0" err="1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System.out.println</a:t>
            </a:r>
            <a:r>
              <a:rPr lang="en-US" altLang="x-none" sz="1400" b="1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("You entered: \"" + message + "\"");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}</a:t>
            </a:r>
          </a:p>
        </p:txBody>
      </p:sp>
    </p:spTree>
  </p:cSld>
  <p:clrMapOvr>
    <a:masterClrMapping/>
  </p:clrMapOvr>
  <p:transition spd="med">
    <p:push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Footer Placeholder 4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x-none" sz="1200">
                <a:latin typeface="Times New Roman" charset="0"/>
              </a:rPr>
              <a:t>Copyright © 2017 Pearson Education, Inc.</a:t>
            </a:r>
          </a:p>
        </p:txBody>
      </p:sp>
      <p:sp>
        <p:nvSpPr>
          <p:cNvPr id="98306" name="TextBox 5"/>
          <p:cNvSpPr txBox="1">
            <a:spLocks noChangeArrowheads="1"/>
          </p:cNvSpPr>
          <p:nvPr/>
        </p:nvSpPr>
        <p:spPr bwMode="auto">
          <a:xfrm>
            <a:off x="2133601" y="457201"/>
            <a:ext cx="7910513" cy="587851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182880" tIns="137160" rIns="182880" bIns="13716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>
                <a:solidFill>
                  <a:srgbClr val="008000"/>
                </a:solidFill>
                <a:latin typeface="Courier New" charset="0"/>
                <a:ea typeface="Courier New" charset="0"/>
                <a:cs typeface="Courier New" charset="0"/>
              </a:rPr>
              <a:t>//********************************************************************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>
                <a:solidFill>
                  <a:srgbClr val="008000"/>
                </a:solidFill>
                <a:latin typeface="Courier New" charset="0"/>
                <a:ea typeface="Courier New" charset="0"/>
                <a:cs typeface="Courier New" charset="0"/>
              </a:rPr>
              <a:t>//  Echo.java       Author: Lewis/Loftus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>
                <a:solidFill>
                  <a:srgbClr val="008000"/>
                </a:solidFill>
                <a:latin typeface="Courier New" charset="0"/>
                <a:ea typeface="Courier New" charset="0"/>
                <a:cs typeface="Courier New" charset="0"/>
              </a:rPr>
              <a:t>//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>
                <a:solidFill>
                  <a:srgbClr val="008000"/>
                </a:solidFill>
                <a:latin typeface="Courier New" charset="0"/>
                <a:ea typeface="Courier New" charset="0"/>
                <a:cs typeface="Courier New" charset="0"/>
              </a:rPr>
              <a:t>//  Demonstrates the use of the nextLine method of the Scanner class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>
                <a:solidFill>
                  <a:srgbClr val="008000"/>
                </a:solidFill>
                <a:latin typeface="Courier New" charset="0"/>
                <a:ea typeface="Courier New" charset="0"/>
                <a:cs typeface="Courier New" charset="0"/>
              </a:rPr>
              <a:t>//  to read a string from the user.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>
                <a:solidFill>
                  <a:srgbClr val="008000"/>
                </a:solidFill>
                <a:latin typeface="Courier New" charset="0"/>
                <a:ea typeface="Courier New" charset="0"/>
                <a:cs typeface="Courier New" charset="0"/>
              </a:rPr>
              <a:t>//********************************************************************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x-none" sz="1400" b="1">
              <a:solidFill>
                <a:srgbClr val="008000"/>
              </a:solidFill>
              <a:latin typeface="Courier New" charset="0"/>
              <a:ea typeface="Courier New" charset="0"/>
              <a:cs typeface="Courier New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>
                <a:solidFill>
                  <a:srgbClr val="3366FF"/>
                </a:solidFill>
                <a:latin typeface="Courier New" charset="0"/>
                <a:ea typeface="Courier New" charset="0"/>
                <a:cs typeface="Courier New" charset="0"/>
              </a:rPr>
              <a:t>import </a:t>
            </a:r>
            <a:r>
              <a:rPr lang="en-US" altLang="x-none" sz="1400" b="1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java.util.Scanner;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x-none" sz="1400" b="1">
              <a:solidFill>
                <a:srgbClr val="000000"/>
              </a:solidFill>
              <a:latin typeface="Courier New" charset="0"/>
              <a:ea typeface="Courier New" charset="0"/>
              <a:cs typeface="Courier New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>
                <a:solidFill>
                  <a:srgbClr val="3366FF"/>
                </a:solidFill>
                <a:latin typeface="Courier New" charset="0"/>
                <a:ea typeface="Courier New" charset="0"/>
                <a:cs typeface="Courier New" charset="0"/>
              </a:rPr>
              <a:t>public class </a:t>
            </a:r>
            <a:r>
              <a:rPr lang="en-US" altLang="x-none" sz="1400" b="1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Echo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   </a:t>
            </a:r>
            <a:r>
              <a:rPr lang="en-US" altLang="x-none" sz="1400" b="1">
                <a:solidFill>
                  <a:srgbClr val="008000"/>
                </a:solidFill>
                <a:latin typeface="Courier New" charset="0"/>
                <a:ea typeface="Courier New" charset="0"/>
                <a:cs typeface="Courier New" charset="0"/>
              </a:rPr>
              <a:t>//-----------------------------------------------------------------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>
                <a:solidFill>
                  <a:srgbClr val="008000"/>
                </a:solidFill>
                <a:latin typeface="Courier New" charset="0"/>
                <a:ea typeface="Courier New" charset="0"/>
                <a:cs typeface="Courier New" charset="0"/>
              </a:rPr>
              <a:t>   //  Reads a character string from the user and prints it.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>
                <a:solidFill>
                  <a:srgbClr val="008000"/>
                </a:solidFill>
                <a:latin typeface="Courier New" charset="0"/>
                <a:ea typeface="Courier New" charset="0"/>
                <a:cs typeface="Courier New" charset="0"/>
              </a:rPr>
              <a:t>   //-----------------------------------------------------------------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   </a:t>
            </a:r>
            <a:r>
              <a:rPr lang="en-US" altLang="x-none" sz="1400" b="1">
                <a:solidFill>
                  <a:srgbClr val="3366FF"/>
                </a:solidFill>
                <a:latin typeface="Courier New" charset="0"/>
                <a:ea typeface="Courier New" charset="0"/>
                <a:cs typeface="Courier New" charset="0"/>
              </a:rPr>
              <a:t>public static void </a:t>
            </a:r>
            <a:r>
              <a:rPr lang="en-US" altLang="x-none" sz="1400" b="1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main(String[] args)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  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      String message;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      Scanner scan = </a:t>
            </a:r>
            <a:r>
              <a:rPr lang="en-US" altLang="x-none" sz="1400" b="1">
                <a:solidFill>
                  <a:srgbClr val="3366FF"/>
                </a:solidFill>
                <a:latin typeface="Courier New" charset="0"/>
                <a:ea typeface="Courier New" charset="0"/>
                <a:cs typeface="Courier New" charset="0"/>
              </a:rPr>
              <a:t>new </a:t>
            </a:r>
            <a:r>
              <a:rPr lang="en-US" altLang="x-none" sz="1400" b="1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Scanner(System.in);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x-none" sz="1400" b="1">
              <a:solidFill>
                <a:srgbClr val="000000"/>
              </a:solidFill>
              <a:latin typeface="Courier New" charset="0"/>
              <a:ea typeface="Courier New" charset="0"/>
              <a:cs typeface="Courier New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      System.out.println("Enter a line of text:");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x-none" sz="1400" b="1">
              <a:solidFill>
                <a:srgbClr val="000000"/>
              </a:solidFill>
              <a:latin typeface="Courier New" charset="0"/>
              <a:ea typeface="Courier New" charset="0"/>
              <a:cs typeface="Courier New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      message = scan.nextLine();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x-none" sz="1400" b="1">
              <a:solidFill>
                <a:srgbClr val="000000"/>
              </a:solidFill>
              <a:latin typeface="Courier New" charset="0"/>
              <a:ea typeface="Courier New" charset="0"/>
              <a:cs typeface="Courier New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      System.out.println("You entered: \"" + message + "\"");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}</a:t>
            </a:r>
          </a:p>
        </p:txBody>
      </p:sp>
      <p:sp>
        <p:nvSpPr>
          <p:cNvPr id="5" name="TextBox 5"/>
          <p:cNvSpPr txBox="1">
            <a:spLocks noChangeArrowheads="1"/>
          </p:cNvSpPr>
          <p:nvPr/>
        </p:nvSpPr>
        <p:spPr bwMode="auto">
          <a:xfrm>
            <a:off x="2895601" y="228601"/>
            <a:ext cx="6526213" cy="1724025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182880" tIns="137160" rIns="182880" bIns="13716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1200"/>
              </a:spcAft>
              <a:buNone/>
            </a:pPr>
            <a:r>
              <a:rPr lang="en-US" altLang="x-none" sz="2400" b="1" u="sng">
                <a:ea typeface="Courier New" charset="0"/>
                <a:cs typeface="Courier New" charset="0"/>
              </a:rPr>
              <a:t>Sample Run</a:t>
            </a:r>
            <a:endParaRPr lang="en-US" altLang="x-none" sz="2400" b="1">
              <a:latin typeface="Courier New" charset="0"/>
              <a:ea typeface="Courier New" charset="0"/>
              <a:cs typeface="Courier New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2000" b="1">
                <a:latin typeface="Courier New" charset="0"/>
                <a:ea typeface="Courier New" charset="0"/>
                <a:cs typeface="Courier New" charset="0"/>
              </a:rPr>
              <a:t>Enter a line of text: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2000" b="1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You want fries with that?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2000" b="1">
                <a:latin typeface="Courier New" charset="0"/>
                <a:ea typeface="Courier New" charset="0"/>
                <a:cs typeface="Courier New" charset="0"/>
              </a:rPr>
              <a:t>You entered: "You want fries with that?"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 dirty="0"/>
              <a:t>Input  Next</a:t>
            </a:r>
          </a:p>
        </p:txBody>
      </p:sp>
      <p:sp>
        <p:nvSpPr>
          <p:cNvPr id="993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52600" y="1066800"/>
            <a:ext cx="8534400" cy="5334000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70000"/>
              </a:spcBef>
            </a:pPr>
            <a:r>
              <a:rPr lang="en-US" altLang="x-none" dirty="0"/>
              <a:t>The </a:t>
            </a:r>
            <a:r>
              <a:rPr lang="en-US" altLang="x-none" dirty="0">
                <a:latin typeface="Courier New" charset="0"/>
              </a:rPr>
              <a:t>next</a:t>
            </a:r>
            <a:r>
              <a:rPr lang="en-US" altLang="x-none" dirty="0"/>
              <a:t> method of the </a:t>
            </a:r>
            <a:r>
              <a:rPr lang="en-US" altLang="x-none" dirty="0">
                <a:latin typeface="Courier New" charset="0"/>
              </a:rPr>
              <a:t>Scanner</a:t>
            </a:r>
            <a:r>
              <a:rPr lang="en-US" altLang="x-none" dirty="0"/>
              <a:t> class reads the next input  and returns it as a string</a:t>
            </a:r>
          </a:p>
          <a:p>
            <a:pPr>
              <a:lnSpc>
                <a:spcPct val="90000"/>
              </a:lnSpc>
              <a:spcBef>
                <a:spcPct val="70000"/>
              </a:spcBef>
            </a:pPr>
            <a:r>
              <a:rPr lang="en-US" altLang="x-none" dirty="0"/>
              <a:t>Methods such as </a:t>
            </a:r>
            <a:r>
              <a:rPr lang="en-US" altLang="x-none" dirty="0" err="1">
                <a:latin typeface="Courier New" charset="0"/>
              </a:rPr>
              <a:t>nextInt</a:t>
            </a:r>
            <a:r>
              <a:rPr lang="en-US" altLang="x-none" dirty="0"/>
              <a:t> and </a:t>
            </a:r>
            <a:r>
              <a:rPr lang="en-US" altLang="x-none" dirty="0" err="1">
                <a:latin typeface="Courier New" charset="0"/>
              </a:rPr>
              <a:t>nextDouble</a:t>
            </a:r>
            <a:r>
              <a:rPr lang="en-US" altLang="x-none" dirty="0"/>
              <a:t> read data of particular types</a:t>
            </a:r>
          </a:p>
          <a:p>
            <a:pPr>
              <a:lnSpc>
                <a:spcPct val="90000"/>
              </a:lnSpc>
              <a:spcBef>
                <a:spcPct val="70000"/>
              </a:spcBef>
            </a:pPr>
            <a:r>
              <a:rPr lang="en-US" altLang="x-none" dirty="0"/>
              <a:t>See </a:t>
            </a:r>
            <a:r>
              <a:rPr lang="en-US" altLang="x-none" dirty="0" err="1">
                <a:latin typeface="Courier New" charset="0"/>
                <a:ea typeface="Courier New" charset="0"/>
                <a:cs typeface="Courier New" charset="0"/>
              </a:rPr>
              <a:t>GasMileage.java</a:t>
            </a:r>
            <a:r>
              <a:rPr lang="en-US" altLang="x-none" dirty="0">
                <a:latin typeface="Courier New" charset="0"/>
                <a:ea typeface="Courier New" charset="0"/>
                <a:cs typeface="Courier New" charset="0"/>
              </a:rPr>
              <a:t> </a:t>
            </a:r>
          </a:p>
        </p:txBody>
      </p:sp>
      <p:sp>
        <p:nvSpPr>
          <p:cNvPr id="99331" name="Footer Placeholder 4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x-none" sz="1200">
                <a:latin typeface="Times New Roman" charset="0"/>
              </a:rPr>
              <a:t>Copyright © 2017 Pearson Education, Inc.</a:t>
            </a:r>
          </a:p>
        </p:txBody>
      </p:sp>
    </p:spTree>
  </p:cSld>
  <p:clrMapOvr>
    <a:masterClrMapping/>
  </p:clrMapOvr>
  <p:transition spd="med">
    <p:push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Footer Placeholder 4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x-none" sz="1200">
                <a:latin typeface="Times New Roman" charset="0"/>
              </a:rPr>
              <a:t>Copyright © 2017 Pearson Education, Inc.</a:t>
            </a:r>
          </a:p>
        </p:txBody>
      </p:sp>
      <p:sp>
        <p:nvSpPr>
          <p:cNvPr id="100354" name="TextBox 5"/>
          <p:cNvSpPr txBox="1">
            <a:spLocks noChangeArrowheads="1"/>
          </p:cNvSpPr>
          <p:nvPr/>
        </p:nvSpPr>
        <p:spPr bwMode="auto">
          <a:xfrm>
            <a:off x="2133601" y="698500"/>
            <a:ext cx="7910513" cy="50165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182880" tIns="137160" rIns="182880" bIns="13716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solidFill>
                  <a:srgbClr val="008000"/>
                </a:solidFill>
                <a:latin typeface="Courier New" charset="0"/>
                <a:ea typeface="Courier New" charset="0"/>
                <a:cs typeface="Courier New" charset="0"/>
              </a:rPr>
              <a:t>//********************************************************************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solidFill>
                  <a:srgbClr val="008000"/>
                </a:solidFill>
                <a:latin typeface="Courier New" charset="0"/>
                <a:ea typeface="Courier New" charset="0"/>
                <a:cs typeface="Courier New" charset="0"/>
              </a:rPr>
              <a:t>//  </a:t>
            </a:r>
            <a:r>
              <a:rPr lang="en-US" altLang="x-none" sz="1400" b="1" dirty="0" err="1">
                <a:solidFill>
                  <a:srgbClr val="008000"/>
                </a:solidFill>
                <a:latin typeface="Courier New" charset="0"/>
                <a:ea typeface="Courier New" charset="0"/>
                <a:cs typeface="Courier New" charset="0"/>
              </a:rPr>
              <a:t>GasMileage.java</a:t>
            </a:r>
            <a:r>
              <a:rPr lang="en-US" altLang="x-none" sz="1400" b="1" dirty="0">
                <a:solidFill>
                  <a:srgbClr val="008000"/>
                </a:solidFill>
                <a:latin typeface="Courier New" charset="0"/>
                <a:ea typeface="Courier New" charset="0"/>
                <a:cs typeface="Courier New" charset="0"/>
              </a:rPr>
              <a:t>       Author: Lewis/Loftus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solidFill>
                  <a:srgbClr val="008000"/>
                </a:solidFill>
                <a:latin typeface="Courier New" charset="0"/>
                <a:ea typeface="Courier New" charset="0"/>
                <a:cs typeface="Courier New" charset="0"/>
              </a:rPr>
              <a:t>//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solidFill>
                  <a:srgbClr val="008000"/>
                </a:solidFill>
                <a:latin typeface="Courier New" charset="0"/>
                <a:ea typeface="Courier New" charset="0"/>
                <a:cs typeface="Courier New" charset="0"/>
              </a:rPr>
              <a:t>//  Demonstrates the use of the Scanner class to read numeric data.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solidFill>
                  <a:srgbClr val="008000"/>
                </a:solidFill>
                <a:latin typeface="Courier New" charset="0"/>
                <a:ea typeface="Courier New" charset="0"/>
                <a:cs typeface="Courier New" charset="0"/>
              </a:rPr>
              <a:t>//********************************************************************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x-none" sz="1400" b="1" dirty="0">
              <a:solidFill>
                <a:srgbClr val="3366FF"/>
              </a:solidFill>
              <a:latin typeface="Courier New" charset="0"/>
              <a:ea typeface="Courier New" charset="0"/>
              <a:cs typeface="Courier New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solidFill>
                  <a:srgbClr val="3366FF"/>
                </a:solidFill>
                <a:latin typeface="Courier New" charset="0"/>
                <a:ea typeface="Courier New" charset="0"/>
                <a:cs typeface="Courier New" charset="0"/>
              </a:rPr>
              <a:t>import </a:t>
            </a:r>
            <a:r>
              <a:rPr lang="en-US" altLang="x-none" sz="1400" b="1" dirty="0" err="1">
                <a:latin typeface="Courier New" charset="0"/>
                <a:ea typeface="Courier New" charset="0"/>
                <a:cs typeface="Courier New" charset="0"/>
              </a:rPr>
              <a:t>java.util.Scanner</a:t>
            </a:r>
            <a:r>
              <a:rPr lang="en-US" altLang="x-none" sz="1400" b="1" dirty="0">
                <a:latin typeface="Courier New" charset="0"/>
                <a:ea typeface="Courier New" charset="0"/>
                <a:cs typeface="Courier New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x-none" sz="1400" b="1" dirty="0">
              <a:solidFill>
                <a:srgbClr val="3366FF"/>
              </a:solidFill>
              <a:latin typeface="Courier New" charset="0"/>
              <a:ea typeface="Courier New" charset="0"/>
              <a:cs typeface="Courier New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solidFill>
                  <a:srgbClr val="3366FF"/>
                </a:solidFill>
                <a:latin typeface="Courier New" charset="0"/>
                <a:ea typeface="Courier New" charset="0"/>
                <a:cs typeface="Courier New" charset="0"/>
              </a:rPr>
              <a:t>public class </a:t>
            </a:r>
            <a:r>
              <a:rPr lang="en-US" altLang="x-none" sz="1400" b="1" dirty="0" err="1">
                <a:latin typeface="Courier New" charset="0"/>
                <a:ea typeface="Courier New" charset="0"/>
                <a:cs typeface="Courier New" charset="0"/>
              </a:rPr>
              <a:t>GasMileage</a:t>
            </a:r>
            <a:endParaRPr lang="en-US" altLang="x-none" sz="1400" b="1" dirty="0">
              <a:latin typeface="Courier New" charset="0"/>
              <a:ea typeface="Courier New" charset="0"/>
              <a:cs typeface="Courier New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latin typeface="Courier New" charset="0"/>
                <a:ea typeface="Courier New" charset="0"/>
                <a:cs typeface="Courier New" charset="0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latin typeface="Courier New" charset="0"/>
                <a:ea typeface="Courier New" charset="0"/>
                <a:cs typeface="Courier New" charset="0"/>
              </a:rPr>
              <a:t>   </a:t>
            </a:r>
            <a:r>
              <a:rPr lang="en-US" altLang="x-none" sz="1400" b="1" dirty="0">
                <a:solidFill>
                  <a:srgbClr val="008000"/>
                </a:solidFill>
                <a:latin typeface="Courier New" charset="0"/>
                <a:ea typeface="Courier New" charset="0"/>
                <a:cs typeface="Courier New" charset="0"/>
              </a:rPr>
              <a:t>//-----------------------------------------------------------------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solidFill>
                  <a:srgbClr val="008000"/>
                </a:solidFill>
                <a:latin typeface="Courier New" charset="0"/>
                <a:ea typeface="Courier New" charset="0"/>
                <a:cs typeface="Courier New" charset="0"/>
              </a:rPr>
              <a:t>   //  Calculates fuel efficiency based on values entered by the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solidFill>
                  <a:srgbClr val="008000"/>
                </a:solidFill>
                <a:latin typeface="Courier New" charset="0"/>
                <a:ea typeface="Courier New" charset="0"/>
                <a:cs typeface="Courier New" charset="0"/>
              </a:rPr>
              <a:t>   //  user.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solidFill>
                  <a:srgbClr val="008000"/>
                </a:solidFill>
                <a:latin typeface="Courier New" charset="0"/>
                <a:ea typeface="Courier New" charset="0"/>
                <a:cs typeface="Courier New" charset="0"/>
              </a:rPr>
              <a:t>   //-----------------------------------------------------------------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latin typeface="Courier New" charset="0"/>
                <a:ea typeface="Courier New" charset="0"/>
                <a:cs typeface="Courier New" charset="0"/>
              </a:rPr>
              <a:t>   </a:t>
            </a:r>
            <a:r>
              <a:rPr lang="en-US" altLang="x-none" sz="1400" b="1" dirty="0">
                <a:solidFill>
                  <a:srgbClr val="3366FF"/>
                </a:solidFill>
                <a:latin typeface="Courier New" charset="0"/>
                <a:ea typeface="Courier New" charset="0"/>
                <a:cs typeface="Courier New" charset="0"/>
              </a:rPr>
              <a:t>public static void </a:t>
            </a:r>
            <a:r>
              <a:rPr lang="en-US" altLang="x-none" sz="1400" b="1" dirty="0">
                <a:latin typeface="Courier New" charset="0"/>
                <a:ea typeface="Courier New" charset="0"/>
                <a:cs typeface="Courier New" charset="0"/>
              </a:rPr>
              <a:t>main(String[] </a:t>
            </a:r>
            <a:r>
              <a:rPr lang="en-US" altLang="x-none" sz="1400" b="1" dirty="0" err="1">
                <a:latin typeface="Courier New" charset="0"/>
                <a:ea typeface="Courier New" charset="0"/>
                <a:cs typeface="Courier New" charset="0"/>
              </a:rPr>
              <a:t>args</a:t>
            </a:r>
            <a:r>
              <a:rPr lang="en-US" altLang="x-none" sz="1400" b="1" dirty="0">
                <a:latin typeface="Courier New" charset="0"/>
                <a:ea typeface="Courier New" charset="0"/>
                <a:cs typeface="Courier New" charset="0"/>
              </a:rPr>
              <a:t>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latin typeface="Courier New" charset="0"/>
                <a:ea typeface="Courier New" charset="0"/>
                <a:cs typeface="Courier New" charset="0"/>
              </a:rPr>
              <a:t>  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latin typeface="Courier New" charset="0"/>
                <a:ea typeface="Courier New" charset="0"/>
                <a:cs typeface="Courier New" charset="0"/>
              </a:rPr>
              <a:t>      </a:t>
            </a:r>
            <a:r>
              <a:rPr lang="en-US" altLang="x-none" sz="1400" b="1" dirty="0">
                <a:solidFill>
                  <a:srgbClr val="3366FF"/>
                </a:solidFill>
                <a:latin typeface="Courier New" charset="0"/>
                <a:ea typeface="Courier New" charset="0"/>
                <a:cs typeface="Courier New" charset="0"/>
              </a:rPr>
              <a:t>int </a:t>
            </a:r>
            <a:r>
              <a:rPr lang="en-US" altLang="x-none" sz="1400" b="1" dirty="0">
                <a:latin typeface="Courier New" charset="0"/>
                <a:ea typeface="Courier New" charset="0"/>
                <a:cs typeface="Courier New" charset="0"/>
              </a:rPr>
              <a:t>miles;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latin typeface="Courier New" charset="0"/>
                <a:ea typeface="Courier New" charset="0"/>
                <a:cs typeface="Courier New" charset="0"/>
              </a:rPr>
              <a:t>      </a:t>
            </a:r>
            <a:r>
              <a:rPr lang="en-US" altLang="x-none" sz="1400" b="1" dirty="0">
                <a:solidFill>
                  <a:srgbClr val="3366FF"/>
                </a:solidFill>
                <a:latin typeface="Courier New" charset="0"/>
                <a:ea typeface="Courier New" charset="0"/>
                <a:cs typeface="Courier New" charset="0"/>
              </a:rPr>
              <a:t>double </a:t>
            </a:r>
            <a:r>
              <a:rPr lang="en-US" altLang="x-none" sz="1400" b="1" dirty="0">
                <a:latin typeface="Courier New" charset="0"/>
                <a:ea typeface="Courier New" charset="0"/>
                <a:cs typeface="Courier New" charset="0"/>
              </a:rPr>
              <a:t>gallons, mpg;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x-none" sz="1400" b="1" dirty="0">
              <a:latin typeface="Courier New" charset="0"/>
              <a:ea typeface="Courier New" charset="0"/>
              <a:cs typeface="Courier New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latin typeface="Courier New" charset="0"/>
                <a:ea typeface="Courier New" charset="0"/>
                <a:cs typeface="Courier New" charset="0"/>
              </a:rPr>
              <a:t>      Scanner scan = </a:t>
            </a:r>
            <a:r>
              <a:rPr lang="en-US" altLang="x-none" sz="1400" b="1" dirty="0">
                <a:solidFill>
                  <a:srgbClr val="3366FF"/>
                </a:solidFill>
                <a:latin typeface="Courier New" charset="0"/>
                <a:ea typeface="Courier New" charset="0"/>
                <a:cs typeface="Courier New" charset="0"/>
              </a:rPr>
              <a:t>new </a:t>
            </a:r>
            <a:r>
              <a:rPr lang="en-US" altLang="x-none" sz="1400" b="1" dirty="0">
                <a:latin typeface="Courier New" charset="0"/>
                <a:ea typeface="Courier New" charset="0"/>
                <a:cs typeface="Courier New" charset="0"/>
              </a:rPr>
              <a:t>Scanner(</a:t>
            </a:r>
            <a:r>
              <a:rPr lang="en-US" altLang="x-none" sz="1400" b="1" dirty="0" err="1">
                <a:latin typeface="Courier New" charset="0"/>
                <a:ea typeface="Courier New" charset="0"/>
                <a:cs typeface="Courier New" charset="0"/>
              </a:rPr>
              <a:t>System.in</a:t>
            </a:r>
            <a:r>
              <a:rPr lang="en-US" altLang="x-none" sz="1400" b="1" dirty="0">
                <a:latin typeface="Courier New" charset="0"/>
                <a:ea typeface="Courier New" charset="0"/>
                <a:cs typeface="Courier New" charset="0"/>
              </a:rPr>
              <a:t>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x-none" sz="1400" b="1" dirty="0">
              <a:latin typeface="Courier New" charset="0"/>
              <a:ea typeface="Courier New" charset="0"/>
              <a:cs typeface="Courier New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solidFill>
                  <a:srgbClr val="800000"/>
                </a:solidFill>
                <a:ea typeface="Courier New" charset="0"/>
                <a:cs typeface="Courier New" charset="0"/>
              </a:rPr>
              <a:t>continue</a:t>
            </a:r>
          </a:p>
        </p:txBody>
      </p:sp>
    </p:spTree>
  </p:cSld>
  <p:clrMapOvr>
    <a:masterClrMapping/>
  </p:clrMapOvr>
  <p:transition spd="med">
    <p:push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Footer Placeholder 4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x-none" sz="1200">
                <a:latin typeface="Times New Roman" charset="0"/>
              </a:rPr>
              <a:t>Copyright © 2017 Pearson Education, Inc.</a:t>
            </a:r>
          </a:p>
        </p:txBody>
      </p:sp>
      <p:sp>
        <p:nvSpPr>
          <p:cNvPr id="101378" name="TextBox 5"/>
          <p:cNvSpPr txBox="1">
            <a:spLocks noChangeArrowheads="1"/>
          </p:cNvSpPr>
          <p:nvPr/>
        </p:nvSpPr>
        <p:spPr bwMode="auto">
          <a:xfrm>
            <a:off x="2133601" y="1600201"/>
            <a:ext cx="7910513" cy="30781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182880" tIns="137160" rIns="182880" bIns="13716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solidFill>
                  <a:srgbClr val="800000"/>
                </a:solidFill>
                <a:ea typeface="Courier New" charset="0"/>
                <a:cs typeface="Courier New" charset="0"/>
              </a:rPr>
              <a:t>continue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x-none" sz="1400" b="1" dirty="0">
              <a:latin typeface="Courier New" charset="0"/>
              <a:ea typeface="Courier New" charset="0"/>
              <a:cs typeface="Courier New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latin typeface="Courier New" charset="0"/>
                <a:ea typeface="Courier New" charset="0"/>
                <a:cs typeface="Courier New" charset="0"/>
              </a:rPr>
              <a:t>      </a:t>
            </a:r>
            <a:r>
              <a:rPr lang="en-US" altLang="x-none" sz="1400" b="1" dirty="0" err="1">
                <a:latin typeface="Courier New" charset="0"/>
                <a:ea typeface="Courier New" charset="0"/>
                <a:cs typeface="Courier New" charset="0"/>
              </a:rPr>
              <a:t>System.out.print</a:t>
            </a:r>
            <a:r>
              <a:rPr lang="en-US" altLang="x-none" sz="1400" b="1" dirty="0">
                <a:latin typeface="Courier New" charset="0"/>
                <a:ea typeface="Courier New" charset="0"/>
                <a:cs typeface="Courier New" charset="0"/>
              </a:rPr>
              <a:t>("Enter the number of miles: ");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latin typeface="Courier New" charset="0"/>
                <a:ea typeface="Courier New" charset="0"/>
                <a:cs typeface="Courier New" charset="0"/>
              </a:rPr>
              <a:t>      miles = </a:t>
            </a:r>
            <a:r>
              <a:rPr lang="en-US" altLang="x-none" sz="1400" b="1" dirty="0" err="1">
                <a:latin typeface="Courier New" charset="0"/>
                <a:ea typeface="Courier New" charset="0"/>
                <a:cs typeface="Courier New" charset="0"/>
              </a:rPr>
              <a:t>scan.nextInt</a:t>
            </a:r>
            <a:r>
              <a:rPr lang="en-US" altLang="x-none" sz="1400" b="1" dirty="0">
                <a:latin typeface="Courier New" charset="0"/>
                <a:ea typeface="Courier New" charset="0"/>
                <a:cs typeface="Courier New" charset="0"/>
              </a:rPr>
              <a:t>();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x-none" sz="1400" b="1" dirty="0">
              <a:latin typeface="Courier New" charset="0"/>
              <a:ea typeface="Courier New" charset="0"/>
              <a:cs typeface="Courier New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latin typeface="Courier New" charset="0"/>
                <a:ea typeface="Courier New" charset="0"/>
                <a:cs typeface="Courier New" charset="0"/>
              </a:rPr>
              <a:t>      </a:t>
            </a:r>
            <a:r>
              <a:rPr lang="en-US" altLang="x-none" sz="1400" b="1" dirty="0" err="1">
                <a:latin typeface="Courier New" charset="0"/>
                <a:ea typeface="Courier New" charset="0"/>
                <a:cs typeface="Courier New" charset="0"/>
              </a:rPr>
              <a:t>System.out.print</a:t>
            </a:r>
            <a:r>
              <a:rPr lang="en-US" altLang="x-none" sz="1400" b="1" dirty="0">
                <a:latin typeface="Courier New" charset="0"/>
                <a:ea typeface="Courier New" charset="0"/>
                <a:cs typeface="Courier New" charset="0"/>
              </a:rPr>
              <a:t>("Enter the gallons of fuel used: ");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latin typeface="Courier New" charset="0"/>
                <a:ea typeface="Courier New" charset="0"/>
                <a:cs typeface="Courier New" charset="0"/>
              </a:rPr>
              <a:t>      gallons = </a:t>
            </a:r>
            <a:r>
              <a:rPr lang="en-US" altLang="x-none" sz="1400" b="1" dirty="0" err="1">
                <a:latin typeface="Courier New" charset="0"/>
                <a:ea typeface="Courier New" charset="0"/>
                <a:cs typeface="Courier New" charset="0"/>
              </a:rPr>
              <a:t>scan.nextDouble</a:t>
            </a:r>
            <a:r>
              <a:rPr lang="en-US" altLang="x-none" sz="1400" b="1" dirty="0">
                <a:latin typeface="Courier New" charset="0"/>
                <a:ea typeface="Courier New" charset="0"/>
                <a:cs typeface="Courier New" charset="0"/>
              </a:rPr>
              <a:t>();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x-none" sz="1400" b="1" dirty="0">
              <a:latin typeface="Courier New" charset="0"/>
              <a:ea typeface="Courier New" charset="0"/>
              <a:cs typeface="Courier New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latin typeface="Courier New" charset="0"/>
                <a:ea typeface="Courier New" charset="0"/>
                <a:cs typeface="Courier New" charset="0"/>
              </a:rPr>
              <a:t>      mpg = miles / gallons;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x-none" sz="1400" b="1" dirty="0">
              <a:latin typeface="Courier New" charset="0"/>
              <a:ea typeface="Courier New" charset="0"/>
              <a:cs typeface="Courier New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latin typeface="Courier New" charset="0"/>
                <a:ea typeface="Courier New" charset="0"/>
                <a:cs typeface="Courier New" charset="0"/>
              </a:rPr>
              <a:t>      </a:t>
            </a:r>
            <a:r>
              <a:rPr lang="en-US" altLang="x-none" sz="1400" b="1" dirty="0" err="1">
                <a:latin typeface="Courier New" charset="0"/>
                <a:ea typeface="Courier New" charset="0"/>
                <a:cs typeface="Courier New" charset="0"/>
              </a:rPr>
              <a:t>System.out.println</a:t>
            </a:r>
            <a:r>
              <a:rPr lang="en-US" altLang="x-none" sz="1400" b="1" dirty="0">
                <a:latin typeface="Courier New" charset="0"/>
                <a:ea typeface="Courier New" charset="0"/>
                <a:cs typeface="Courier New" charset="0"/>
              </a:rPr>
              <a:t>("Miles Per Gallon: " + mpg);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latin typeface="Courier New" charset="0"/>
                <a:ea typeface="Courier New" charset="0"/>
                <a:cs typeface="Courier New" charset="0"/>
              </a:rPr>
              <a:t>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latin typeface="Courier New" charset="0"/>
                <a:ea typeface="Courier New" charset="0"/>
                <a:cs typeface="Courier New" charset="0"/>
              </a:rPr>
              <a:t>}</a:t>
            </a:r>
          </a:p>
        </p:txBody>
      </p:sp>
    </p:spTree>
  </p:cSld>
  <p:clrMapOvr>
    <a:masterClrMapping/>
  </p:clrMapOvr>
  <p:transition spd="med">
    <p:push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Footer Placeholder 4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x-none" sz="1200">
                <a:latin typeface="Times New Roman" charset="0"/>
              </a:rPr>
              <a:t>Copyright © 2017 Pearson Education, Inc.</a:t>
            </a:r>
          </a:p>
        </p:txBody>
      </p:sp>
      <p:sp>
        <p:nvSpPr>
          <p:cNvPr id="102402" name="TextBox 5"/>
          <p:cNvSpPr txBox="1">
            <a:spLocks noChangeArrowheads="1"/>
          </p:cNvSpPr>
          <p:nvPr/>
        </p:nvSpPr>
        <p:spPr bwMode="auto">
          <a:xfrm>
            <a:off x="2133601" y="1600201"/>
            <a:ext cx="7910513" cy="30781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182880" tIns="137160" rIns="182880" bIns="13716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solidFill>
                  <a:srgbClr val="800000"/>
                </a:solidFill>
                <a:ea typeface="Courier New" charset="0"/>
                <a:cs typeface="Courier New" charset="0"/>
              </a:rPr>
              <a:t>continue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x-none" sz="1400" b="1" dirty="0">
              <a:latin typeface="Courier New" charset="0"/>
              <a:ea typeface="Courier New" charset="0"/>
              <a:cs typeface="Courier New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latin typeface="Courier New" charset="0"/>
                <a:ea typeface="Courier New" charset="0"/>
                <a:cs typeface="Courier New" charset="0"/>
              </a:rPr>
              <a:t>      </a:t>
            </a:r>
            <a:r>
              <a:rPr lang="en-US" altLang="x-none" sz="1400" b="1" dirty="0" err="1">
                <a:latin typeface="Courier New" charset="0"/>
                <a:ea typeface="Courier New" charset="0"/>
                <a:cs typeface="Courier New" charset="0"/>
              </a:rPr>
              <a:t>System.out.print</a:t>
            </a:r>
            <a:r>
              <a:rPr lang="en-US" altLang="x-none" sz="1400" b="1" dirty="0">
                <a:latin typeface="Courier New" charset="0"/>
                <a:ea typeface="Courier New" charset="0"/>
                <a:cs typeface="Courier New" charset="0"/>
              </a:rPr>
              <a:t>("Enter the number of miles: ");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latin typeface="Courier New" charset="0"/>
                <a:ea typeface="Courier New" charset="0"/>
                <a:cs typeface="Courier New" charset="0"/>
              </a:rPr>
              <a:t>      miles = </a:t>
            </a:r>
            <a:r>
              <a:rPr lang="en-US" altLang="x-none" sz="1400" b="1" dirty="0" err="1">
                <a:latin typeface="Courier New" charset="0"/>
                <a:ea typeface="Courier New" charset="0"/>
                <a:cs typeface="Courier New" charset="0"/>
              </a:rPr>
              <a:t>scan.nextInt</a:t>
            </a:r>
            <a:r>
              <a:rPr lang="en-US" altLang="x-none" sz="1400" b="1" dirty="0">
                <a:latin typeface="Courier New" charset="0"/>
                <a:ea typeface="Courier New" charset="0"/>
                <a:cs typeface="Courier New" charset="0"/>
              </a:rPr>
              <a:t>();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x-none" sz="1400" b="1" dirty="0">
              <a:latin typeface="Courier New" charset="0"/>
              <a:ea typeface="Courier New" charset="0"/>
              <a:cs typeface="Courier New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latin typeface="Courier New" charset="0"/>
                <a:ea typeface="Courier New" charset="0"/>
                <a:cs typeface="Courier New" charset="0"/>
              </a:rPr>
              <a:t>      </a:t>
            </a:r>
            <a:r>
              <a:rPr lang="en-US" altLang="x-none" sz="1400" b="1" dirty="0" err="1">
                <a:latin typeface="Courier New" charset="0"/>
                <a:ea typeface="Courier New" charset="0"/>
                <a:cs typeface="Courier New" charset="0"/>
              </a:rPr>
              <a:t>System.out.print</a:t>
            </a:r>
            <a:r>
              <a:rPr lang="en-US" altLang="x-none" sz="1400" b="1" dirty="0">
                <a:latin typeface="Courier New" charset="0"/>
                <a:ea typeface="Courier New" charset="0"/>
                <a:cs typeface="Courier New" charset="0"/>
              </a:rPr>
              <a:t>("Enter the gallons of fuel used: ");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latin typeface="Courier New" charset="0"/>
                <a:ea typeface="Courier New" charset="0"/>
                <a:cs typeface="Courier New" charset="0"/>
              </a:rPr>
              <a:t>      gallons = </a:t>
            </a:r>
            <a:r>
              <a:rPr lang="en-US" altLang="x-none" sz="1400" b="1" dirty="0" err="1">
                <a:latin typeface="Courier New" charset="0"/>
                <a:ea typeface="Courier New" charset="0"/>
                <a:cs typeface="Courier New" charset="0"/>
              </a:rPr>
              <a:t>scan.nextDouble</a:t>
            </a:r>
            <a:r>
              <a:rPr lang="en-US" altLang="x-none" sz="1400" b="1" dirty="0">
                <a:latin typeface="Courier New" charset="0"/>
                <a:ea typeface="Courier New" charset="0"/>
                <a:cs typeface="Courier New" charset="0"/>
              </a:rPr>
              <a:t>();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x-none" sz="1400" b="1" dirty="0">
              <a:latin typeface="Courier New" charset="0"/>
              <a:ea typeface="Courier New" charset="0"/>
              <a:cs typeface="Courier New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latin typeface="Courier New" charset="0"/>
                <a:ea typeface="Courier New" charset="0"/>
                <a:cs typeface="Courier New" charset="0"/>
              </a:rPr>
              <a:t>      mpg = miles / gallons;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x-none" sz="1400" b="1" dirty="0">
              <a:latin typeface="Courier New" charset="0"/>
              <a:ea typeface="Courier New" charset="0"/>
              <a:cs typeface="Courier New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latin typeface="Courier New" charset="0"/>
                <a:ea typeface="Courier New" charset="0"/>
                <a:cs typeface="Courier New" charset="0"/>
              </a:rPr>
              <a:t>      </a:t>
            </a:r>
            <a:r>
              <a:rPr lang="en-US" altLang="x-none" sz="1400" b="1" dirty="0" err="1">
                <a:latin typeface="Courier New" charset="0"/>
                <a:ea typeface="Courier New" charset="0"/>
                <a:cs typeface="Courier New" charset="0"/>
              </a:rPr>
              <a:t>System.out.println</a:t>
            </a:r>
            <a:r>
              <a:rPr lang="en-US" altLang="x-none" sz="1400" b="1" dirty="0">
                <a:latin typeface="Courier New" charset="0"/>
                <a:ea typeface="Courier New" charset="0"/>
                <a:cs typeface="Courier New" charset="0"/>
              </a:rPr>
              <a:t>("Miles Per Gallon: " + mpg);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latin typeface="Courier New" charset="0"/>
                <a:ea typeface="Courier New" charset="0"/>
                <a:cs typeface="Courier New" charset="0"/>
              </a:rPr>
              <a:t>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1400" b="1" dirty="0">
                <a:latin typeface="Courier New" charset="0"/>
                <a:ea typeface="Courier New" charset="0"/>
                <a:cs typeface="Courier New" charset="0"/>
              </a:rPr>
              <a:t>}</a:t>
            </a:r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3157538" y="1295401"/>
            <a:ext cx="5910262" cy="1724025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182880" tIns="137160" rIns="182880" bIns="13716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1200"/>
              </a:spcAft>
              <a:buNone/>
            </a:pPr>
            <a:r>
              <a:rPr lang="en-US" altLang="x-none" sz="2400" b="1" u="sng">
                <a:ea typeface="Courier New" charset="0"/>
                <a:cs typeface="Courier New" charset="0"/>
              </a:rPr>
              <a:t>Sample Run</a:t>
            </a:r>
            <a:endParaRPr lang="en-US" altLang="x-none" sz="2400" b="1">
              <a:latin typeface="Courier New" charset="0"/>
              <a:ea typeface="Courier New" charset="0"/>
              <a:cs typeface="Courier New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2000" b="1">
                <a:latin typeface="Courier New" charset="0"/>
                <a:ea typeface="Courier New" charset="0"/>
                <a:cs typeface="Courier New" charset="0"/>
              </a:rPr>
              <a:t>Enter the number of miles: </a:t>
            </a:r>
            <a:r>
              <a:rPr lang="en-US" altLang="x-none" sz="2000" b="1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328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2000" b="1">
                <a:latin typeface="Courier New" charset="0"/>
                <a:ea typeface="Courier New" charset="0"/>
                <a:cs typeface="Courier New" charset="0"/>
              </a:rPr>
              <a:t>Enter the gallons of fuel used: </a:t>
            </a:r>
            <a:r>
              <a:rPr lang="en-US" altLang="x-none" sz="2000" b="1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11.2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x-none" sz="2000" b="1">
                <a:latin typeface="Courier New" charset="0"/>
                <a:ea typeface="Courier New" charset="0"/>
                <a:cs typeface="Courier New" charset="0"/>
              </a:rPr>
              <a:t>Miles Per Gallon: 29.28571428571429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Summary</a:t>
            </a:r>
          </a:p>
        </p:txBody>
      </p:sp>
      <p:sp>
        <p:nvSpPr>
          <p:cNvPr id="1034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52600" y="1295400"/>
            <a:ext cx="8534400" cy="4419600"/>
          </a:xfrm>
        </p:spPr>
        <p:txBody>
          <a:bodyPr/>
          <a:lstStyle/>
          <a:p>
            <a:pPr marL="0" indent="0">
              <a:lnSpc>
                <a:spcPct val="90000"/>
              </a:lnSpc>
              <a:buNone/>
            </a:pPr>
            <a:r>
              <a:rPr lang="en-US" altLang="x-none" dirty="0"/>
              <a:t>We focused today on:</a:t>
            </a:r>
          </a:p>
          <a:p>
            <a:pPr lvl="1">
              <a:lnSpc>
                <a:spcPct val="90000"/>
              </a:lnSpc>
              <a:spcBef>
                <a:spcPct val="60000"/>
              </a:spcBef>
            </a:pPr>
            <a:r>
              <a:rPr lang="en-US" altLang="x-none" dirty="0"/>
              <a:t>character strings</a:t>
            </a:r>
          </a:p>
          <a:p>
            <a:pPr lvl="1">
              <a:lnSpc>
                <a:spcPct val="90000"/>
              </a:lnSpc>
            </a:pPr>
            <a:r>
              <a:rPr lang="en-US" altLang="x-none" dirty="0"/>
              <a:t>primitive data</a:t>
            </a:r>
          </a:p>
          <a:p>
            <a:pPr lvl="1">
              <a:lnSpc>
                <a:spcPct val="90000"/>
              </a:lnSpc>
            </a:pPr>
            <a:r>
              <a:rPr lang="en-US" altLang="x-none" dirty="0"/>
              <a:t>the declaration and use of variables</a:t>
            </a:r>
          </a:p>
          <a:p>
            <a:pPr lvl="1">
              <a:lnSpc>
                <a:spcPct val="90000"/>
              </a:lnSpc>
            </a:pPr>
            <a:r>
              <a:rPr lang="en-US" altLang="x-none" dirty="0"/>
              <a:t>expressions and operator precedence</a:t>
            </a:r>
          </a:p>
          <a:p>
            <a:pPr lvl="1">
              <a:lnSpc>
                <a:spcPct val="90000"/>
              </a:lnSpc>
            </a:pPr>
            <a:r>
              <a:rPr lang="en-US" altLang="x-none" dirty="0"/>
              <a:t>data conversions</a:t>
            </a:r>
          </a:p>
          <a:p>
            <a:pPr lvl="1">
              <a:lnSpc>
                <a:spcPct val="90000"/>
              </a:lnSpc>
            </a:pPr>
            <a:r>
              <a:rPr lang="en-US" altLang="x-none" dirty="0"/>
              <a:t>accepting input from the user</a:t>
            </a:r>
          </a:p>
          <a:p>
            <a:pPr>
              <a:lnSpc>
                <a:spcPct val="90000"/>
              </a:lnSpc>
            </a:pPr>
            <a:endParaRPr lang="en-US" altLang="x-none" dirty="0"/>
          </a:p>
        </p:txBody>
      </p:sp>
      <p:sp>
        <p:nvSpPr>
          <p:cNvPr id="103427" name="Footer Placeholder 4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x-none" sz="1200">
                <a:latin typeface="Times New Roman" charset="0"/>
              </a:rPr>
              <a:t>Copyright © 2017 Pearson Education, Inc.</a:t>
            </a:r>
          </a:p>
        </p:txBody>
      </p:sp>
    </p:spTree>
  </p:cSld>
  <p:clrMapOvr>
    <a:masterClrMapping/>
  </p:clrMapOvr>
  <p:transition spd="med">
    <p:push/>
  </p:transition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ustom Design">
  <a:themeElements>
    <a:clrScheme name="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ustom Design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644</TotalTime>
  <Words>3738</Words>
  <Application>Microsoft Macintosh PowerPoint</Application>
  <PresentationFormat>Widescreen</PresentationFormat>
  <Paragraphs>670</Paragraphs>
  <Slides>57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57</vt:i4>
      </vt:variant>
    </vt:vector>
  </HeadingPairs>
  <TitlesOfParts>
    <vt:vector size="65" baseType="lpstr">
      <vt:lpstr>Arial Unicode MS</vt:lpstr>
      <vt:lpstr>Times</vt:lpstr>
      <vt:lpstr>Arial</vt:lpstr>
      <vt:lpstr>Calibri</vt:lpstr>
      <vt:lpstr>Courier New</vt:lpstr>
      <vt:lpstr>Times New Roman</vt:lpstr>
      <vt:lpstr>Default Design</vt:lpstr>
      <vt:lpstr>Custom Design</vt:lpstr>
      <vt:lpstr>PowerPoint Presentation</vt:lpstr>
      <vt:lpstr>Quick Check</vt:lpstr>
      <vt:lpstr>Quick Check</vt:lpstr>
      <vt:lpstr>Escape Sequences</vt:lpstr>
      <vt:lpstr>Escape Sequences</vt:lpstr>
      <vt:lpstr>PowerPoint Presentation</vt:lpstr>
      <vt:lpstr>PowerPoint Presentation</vt:lpstr>
      <vt:lpstr>Outline</vt:lpstr>
      <vt:lpstr>Variables</vt:lpstr>
      <vt:lpstr>Variable Initialization</vt:lpstr>
      <vt:lpstr>PowerPoint Presentation</vt:lpstr>
      <vt:lpstr>Assignment</vt:lpstr>
      <vt:lpstr>literal</vt:lpstr>
      <vt:lpstr>PowerPoint Presentation</vt:lpstr>
      <vt:lpstr>Constants</vt:lpstr>
      <vt:lpstr>Constants</vt:lpstr>
      <vt:lpstr>Constant</vt:lpstr>
      <vt:lpstr>Outline</vt:lpstr>
      <vt:lpstr>Primitive Data</vt:lpstr>
      <vt:lpstr>Numeric Primitive Data</vt:lpstr>
      <vt:lpstr>Break</vt:lpstr>
      <vt:lpstr>Using Underscore Characters in Numeric Literals</vt:lpstr>
      <vt:lpstr>Common errors </vt:lpstr>
      <vt:lpstr>Characters</vt:lpstr>
      <vt:lpstr>Characters</vt:lpstr>
      <vt:lpstr>Boolean</vt:lpstr>
      <vt:lpstr>Outline</vt:lpstr>
      <vt:lpstr>Expressions</vt:lpstr>
      <vt:lpstr>Division and Remainder</vt:lpstr>
      <vt:lpstr>Quick Check</vt:lpstr>
      <vt:lpstr>Quick Check</vt:lpstr>
      <vt:lpstr>Operator Precedence</vt:lpstr>
      <vt:lpstr>PowerPoint Presentation</vt:lpstr>
      <vt:lpstr>Quick Check</vt:lpstr>
      <vt:lpstr>Quick Check</vt:lpstr>
      <vt:lpstr>Expression Trees</vt:lpstr>
      <vt:lpstr>Assignment Revisited</vt:lpstr>
      <vt:lpstr>Assignment Revisited</vt:lpstr>
      <vt:lpstr>Increment and Decrement</vt:lpstr>
      <vt:lpstr>Assignment Operators</vt:lpstr>
      <vt:lpstr>Assignment Operators</vt:lpstr>
      <vt:lpstr>Assignment Operators</vt:lpstr>
      <vt:lpstr>Outline</vt:lpstr>
      <vt:lpstr>Data Conversion</vt:lpstr>
      <vt:lpstr>Data Conversion</vt:lpstr>
      <vt:lpstr>Casting</vt:lpstr>
      <vt:lpstr>Outline</vt:lpstr>
      <vt:lpstr>Interactive Programs</vt:lpstr>
      <vt:lpstr>Reading Input</vt:lpstr>
      <vt:lpstr>Reading Input</vt:lpstr>
      <vt:lpstr>PowerPoint Presentation</vt:lpstr>
      <vt:lpstr>PowerPoint Presentation</vt:lpstr>
      <vt:lpstr>Input  Next</vt:lpstr>
      <vt:lpstr>PowerPoint Presentation</vt:lpstr>
      <vt:lpstr>PowerPoint Presentation</vt:lpstr>
      <vt:lpstr>PowerPoint Presentation</vt:lpstr>
      <vt:lpstr>Summary</vt:lpstr>
    </vt:vector>
  </TitlesOfParts>
  <Company>PEARSON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#, Title</dc:title>
  <dc:creator>usnidem</dc:creator>
  <cp:lastModifiedBy>Xiaolei Bi</cp:lastModifiedBy>
  <cp:revision>33</cp:revision>
  <dcterms:created xsi:type="dcterms:W3CDTF">2014-02-27T13:50:56Z</dcterms:created>
  <dcterms:modified xsi:type="dcterms:W3CDTF">2026-09-12T06:36:55Z</dcterms:modified>
</cp:coreProperties>
</file>