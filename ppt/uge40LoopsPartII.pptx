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78" r:id="rId8"/>
    <p:sldId id="279" r:id="rId9"/>
    <p:sldId id="280" r:id="rId10"/>
    <p:sldId id="277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B8F11-E86D-415F-BC16-10A011ECC3CB}" v="14" dt="2025-09-18T06:24:41.393"/>
    <p1510:client id="{FF2D7CE9-32A1-406E-90A5-DF2CD5C41DA3}" v="84" dt="2025-09-17T14:53:43.4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/>
    <p:restoredTop sz="75439"/>
  </p:normalViewPr>
  <p:slideViewPr>
    <p:cSldViewPr>
      <p:cViewPr varScale="1">
        <p:scale>
          <a:sx n="80" d="100"/>
          <a:sy n="80" d="100"/>
        </p:scale>
        <p:origin x="132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9347E-893C-BE4D-82D7-086F268CE3C9}" type="datetimeFigureOut">
              <a:rPr lang="en-DK" smtClean="0"/>
              <a:t>19/09/2026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C4A44-45A6-9047-80DD-6777D98D193C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9702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0476" y="6624399"/>
            <a:ext cx="2407284" cy="121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3000"/>
            <a:ext cx="12192000" cy="1900555"/>
            <a:chOff x="0" y="4953000"/>
            <a:chExt cx="12192000" cy="1900555"/>
          </a:xfrm>
        </p:grpSpPr>
        <p:sp>
          <p:nvSpPr>
            <p:cNvPr id="3" name="object 3"/>
            <p:cNvSpPr/>
            <p:nvPr/>
          </p:nvSpPr>
          <p:spPr>
            <a:xfrm>
              <a:off x="2247900" y="4953000"/>
              <a:ext cx="9944100" cy="485775"/>
            </a:xfrm>
            <a:custGeom>
              <a:avLst/>
              <a:gdLst/>
              <a:ahLst/>
              <a:cxnLst/>
              <a:rect l="l" t="t" r="r" b="b"/>
              <a:pathLst>
                <a:path w="9944100" h="485775">
                  <a:moveTo>
                    <a:pt x="9944100" y="0"/>
                  </a:moveTo>
                  <a:lnTo>
                    <a:pt x="0" y="288544"/>
                  </a:lnTo>
                  <a:lnTo>
                    <a:pt x="9944100" y="485775"/>
                  </a:lnTo>
                  <a:lnTo>
                    <a:pt x="9944100" y="0"/>
                  </a:lnTo>
                  <a:close/>
                </a:path>
              </a:pathLst>
            </a:custGeom>
            <a:solidFill>
              <a:srgbClr val="9F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831" y="5238750"/>
              <a:ext cx="12043410" cy="790575"/>
            </a:xfrm>
            <a:custGeom>
              <a:avLst/>
              <a:gdLst/>
              <a:ahLst/>
              <a:cxnLst/>
              <a:rect l="l" t="t" r="r" b="b"/>
              <a:pathLst>
                <a:path w="12043410" h="790575">
                  <a:moveTo>
                    <a:pt x="12043168" y="0"/>
                  </a:moveTo>
                  <a:lnTo>
                    <a:pt x="0" y="0"/>
                  </a:lnTo>
                  <a:lnTo>
                    <a:pt x="12043168" y="790575"/>
                  </a:lnTo>
                  <a:lnTo>
                    <a:pt x="12043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991036"/>
              <a:ext cx="12187301" cy="18622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3" y="4999355"/>
              <a:ext cx="12187626" cy="80149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080434" y="2048497"/>
            <a:ext cx="4180204" cy="10245882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03250" marR="5080" indent="-591185">
              <a:lnSpc>
                <a:spcPct val="103299"/>
              </a:lnSpc>
              <a:spcBef>
                <a:spcPts val="45"/>
              </a:spcBef>
            </a:pPr>
            <a:r>
              <a:rPr lang="da-DK" sz="5400" b="1" spc="-13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Control Statements Loops </a:t>
            </a:r>
            <a:r>
              <a:rPr lang="en-US" sz="5400" dirty="0">
                <a:solidFill>
                  <a:srgbClr val="E9F6F3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&amp; asymmetric arrays  ·  </a:t>
            </a:r>
            <a:r>
              <a:rPr lang="en-US" sz="5400" dirty="0" err="1">
                <a:solidFill>
                  <a:srgbClr val="E9F6F3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r>
              <a:rPr lang="en-US" sz="5400" dirty="0">
                <a:solidFill>
                  <a:srgbClr val="E9F6F3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 ·  do-while  ·  break &amp; continue</a:t>
            </a:r>
            <a:endParaRPr lang="en-US" sz="5400" dirty="0">
              <a:highlight>
                <a:srgbClr val="000000"/>
              </a:highlight>
            </a:endParaRPr>
          </a:p>
          <a:p>
            <a:pPr marL="603250" marR="5080" indent="-591185">
              <a:lnSpc>
                <a:spcPct val="103299"/>
              </a:lnSpc>
              <a:spcBef>
                <a:spcPts val="45"/>
              </a:spcBef>
            </a:pPr>
            <a:endParaRPr sz="5400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9260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Copyright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©</a:t>
            </a:r>
            <a:r>
              <a:rPr sz="750" spc="8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2020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Pearson</a:t>
            </a:r>
            <a:r>
              <a:rPr sz="750" spc="75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Education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Ltd.</a:t>
            </a:r>
            <a:r>
              <a:rPr sz="750" spc="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30" dirty="0">
                <a:solidFill>
                  <a:srgbClr val="E8EFF4"/>
                </a:solidFill>
                <a:latin typeface="Times New Roman"/>
                <a:cs typeface="Times New Roman"/>
              </a:rPr>
              <a:t>All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Rights</a:t>
            </a:r>
            <a:r>
              <a:rPr sz="750" spc="-10" dirty="0">
                <a:solidFill>
                  <a:srgbClr val="E8EFF4"/>
                </a:solidFill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l="-567" r="101" b="19137"/>
          <a:stretch>
            <a:fillRect/>
          </a:stretch>
        </p:blipFill>
        <p:spPr>
          <a:xfrm>
            <a:off x="2023476" y="1269389"/>
            <a:ext cx="8091341" cy="34926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06B4B1-1C53-36B4-57DE-051A6A489DBC}"/>
              </a:ext>
            </a:extLst>
          </p:cNvPr>
          <p:cNvSpPr txBox="1"/>
          <p:nvPr/>
        </p:nvSpPr>
        <p:spPr>
          <a:xfrm>
            <a:off x="2528024" y="1676400"/>
            <a:ext cx="4762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Break and continue in doc java with 2 demos</a:t>
            </a:r>
          </a:p>
        </p:txBody>
      </p:sp>
    </p:spTree>
    <p:extLst>
      <p:ext uri="{BB962C8B-B14F-4D97-AF65-F5344CB8AC3E}">
        <p14:creationId xmlns:p14="http://schemas.microsoft.com/office/powerpoint/2010/main" val="2204142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jhtp_04_CS2_Page_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9005" y="1200150"/>
            <a:ext cx="7333989" cy="44577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6" y="714073"/>
            <a:ext cx="6577103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506791"/>
            <a:ext cx="10311130" cy="195643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03200" marR="8890" indent="-190500">
              <a:lnSpc>
                <a:spcPct val="103200"/>
              </a:lnSpc>
              <a:spcBef>
                <a:spcPts val="5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3200" algn="l"/>
              </a:tabLst>
            </a:pPr>
            <a:r>
              <a:rPr sz="2000" spc="6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continue</a:t>
            </a:r>
            <a:r>
              <a:rPr sz="2000" spc="-795" dirty="0">
                <a:latin typeface="Monaco"/>
                <a:cs typeface="Monaco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statement,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when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executed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Monaco"/>
                <a:cs typeface="Monaco"/>
              </a:rPr>
              <a:t>while</a:t>
            </a:r>
            <a:r>
              <a:rPr sz="2000" spc="-90" dirty="0">
                <a:latin typeface="Times New Roman"/>
                <a:cs typeface="Times New Roman"/>
              </a:rPr>
              <a:t>,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for</a:t>
            </a:r>
            <a:r>
              <a:rPr sz="2000" spc="-795" dirty="0">
                <a:latin typeface="Monaco"/>
                <a:cs typeface="Monaco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or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Monaco"/>
                <a:cs typeface="Monaco"/>
              </a:rPr>
              <a:t>do</a:t>
            </a:r>
            <a:r>
              <a:rPr sz="2000" spc="-140" dirty="0">
                <a:latin typeface="Times New Roman"/>
                <a:cs typeface="Times New Roman"/>
              </a:rPr>
              <a:t>…</a:t>
            </a:r>
            <a:r>
              <a:rPr sz="2000" spc="-140" dirty="0">
                <a:latin typeface="Monaco"/>
                <a:cs typeface="Monaco"/>
              </a:rPr>
              <a:t>while</a:t>
            </a:r>
            <a:r>
              <a:rPr sz="2000" spc="-140" dirty="0">
                <a:latin typeface="Times New Roman"/>
                <a:cs typeface="Times New Roman"/>
              </a:rPr>
              <a:t>,</a:t>
            </a:r>
            <a:r>
              <a:rPr sz="2000" spc="-155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skips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remaining </a:t>
            </a:r>
            <a:r>
              <a:rPr sz="2000" spc="100" dirty="0">
                <a:latin typeface="Times New Roman"/>
                <a:cs typeface="Times New Roman"/>
              </a:rPr>
              <a:t>statements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in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body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proceeds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with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next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iteration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loop.</a:t>
            </a:r>
            <a:endParaRPr sz="2000">
              <a:latin typeface="Times New Roman"/>
              <a:cs typeface="Times New Roman"/>
            </a:endParaRPr>
          </a:p>
          <a:p>
            <a:pPr marL="203200" marR="653415" indent="-190500">
              <a:lnSpc>
                <a:spcPct val="103200"/>
              </a:lnSpc>
              <a:spcBef>
                <a:spcPts val="15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3200" algn="l"/>
              </a:tabLst>
            </a:pPr>
            <a:r>
              <a:rPr sz="2000" spc="65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while</a:t>
            </a:r>
            <a:r>
              <a:rPr sz="2000" spc="-775" dirty="0">
                <a:latin typeface="Monaco"/>
                <a:cs typeface="Monaco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Monaco"/>
                <a:cs typeface="Monaco"/>
              </a:rPr>
              <a:t>do</a:t>
            </a:r>
            <a:r>
              <a:rPr sz="2000" spc="-145" dirty="0">
                <a:latin typeface="Times New Roman"/>
                <a:cs typeface="Times New Roman"/>
              </a:rPr>
              <a:t>…</a:t>
            </a:r>
            <a:r>
              <a:rPr sz="2000" spc="-145" dirty="0">
                <a:latin typeface="Monaco"/>
                <a:cs typeface="Monaco"/>
              </a:rPr>
              <a:t>while</a:t>
            </a:r>
            <a:r>
              <a:rPr sz="2000" spc="-795" dirty="0">
                <a:latin typeface="Monaco"/>
                <a:cs typeface="Monaco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statements,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program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evaluates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loop-</a:t>
            </a:r>
            <a:r>
              <a:rPr sz="2000" spc="80" dirty="0">
                <a:latin typeface="Times New Roman"/>
                <a:cs typeface="Times New Roman"/>
              </a:rPr>
              <a:t>continuation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test </a:t>
            </a:r>
            <a:r>
              <a:rPr sz="2000" spc="60" dirty="0">
                <a:latin typeface="Times New Roman"/>
                <a:cs typeface="Times New Roman"/>
              </a:rPr>
              <a:t>immediately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after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continue</a:t>
            </a:r>
            <a:r>
              <a:rPr sz="2000" spc="-880" dirty="0">
                <a:latin typeface="Monaco"/>
                <a:cs typeface="Monaco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statement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Times New Roman"/>
                <a:cs typeface="Times New Roman"/>
              </a:rPr>
              <a:t>executes.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0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65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Monaco"/>
                <a:cs typeface="Monaco"/>
              </a:rPr>
              <a:t>for</a:t>
            </a:r>
            <a:r>
              <a:rPr sz="2000" spc="-780" dirty="0">
                <a:latin typeface="Monaco"/>
                <a:cs typeface="Monaco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statement,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increment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expression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executes,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program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evaluates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loop-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80"/>
              </a:spcBef>
            </a:pPr>
            <a:r>
              <a:rPr sz="2000" spc="80" dirty="0">
                <a:latin typeface="Times New Roman"/>
                <a:cs typeface="Times New Roman"/>
              </a:rPr>
              <a:t>continuation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test.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jhtp_04_CS2_Page_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6409" y="1223857"/>
            <a:ext cx="7839180" cy="44102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3" y="714031"/>
            <a:ext cx="5453158" cy="2815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506791"/>
            <a:ext cx="10634345" cy="16414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03200" marR="5080" indent="-190500">
              <a:lnSpc>
                <a:spcPct val="103200"/>
              </a:lnSpc>
              <a:spcBef>
                <a:spcPts val="5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3200" algn="l"/>
              </a:tabLst>
            </a:pPr>
            <a:r>
              <a:rPr sz="2000" spc="6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break</a:t>
            </a:r>
            <a:r>
              <a:rPr sz="2000" spc="-795" dirty="0">
                <a:latin typeface="Monaco"/>
                <a:cs typeface="Monaco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statement,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when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executed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in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Monaco"/>
                <a:cs typeface="Monaco"/>
              </a:rPr>
              <a:t>while</a:t>
            </a:r>
            <a:r>
              <a:rPr sz="2000" spc="-90" dirty="0">
                <a:latin typeface="Times New Roman"/>
                <a:cs typeface="Times New Roman"/>
              </a:rPr>
              <a:t>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for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Monaco"/>
                <a:cs typeface="Monaco"/>
              </a:rPr>
              <a:t>do</a:t>
            </a:r>
            <a:r>
              <a:rPr sz="2000" spc="-145" dirty="0">
                <a:latin typeface="Times New Roman"/>
                <a:cs typeface="Times New Roman"/>
              </a:rPr>
              <a:t>…</a:t>
            </a:r>
            <a:r>
              <a:rPr sz="2000" spc="-145" dirty="0">
                <a:latin typeface="Monaco"/>
                <a:cs typeface="Monaco"/>
              </a:rPr>
              <a:t>while</a:t>
            </a:r>
            <a:r>
              <a:rPr sz="2000" spc="-790" dirty="0">
                <a:latin typeface="Monaco"/>
                <a:cs typeface="Monaco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or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switch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155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causes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immediate </a:t>
            </a:r>
            <a:r>
              <a:rPr sz="2000" spc="55" dirty="0">
                <a:latin typeface="Times New Roman"/>
                <a:cs typeface="Times New Roman"/>
              </a:rPr>
              <a:t>exit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from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that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statement.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0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45" dirty="0">
                <a:latin typeface="Times New Roman"/>
                <a:cs typeface="Times New Roman"/>
              </a:rPr>
              <a:t>Execution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continues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with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first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statement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after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control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statement.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latin typeface="Times New Roman"/>
                <a:cs typeface="Times New Roman"/>
              </a:rPr>
              <a:t>Common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uses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break</a:t>
            </a:r>
            <a:r>
              <a:rPr sz="2000" spc="-770" dirty="0">
                <a:latin typeface="Monaco"/>
                <a:cs typeface="Monaco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statement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escape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early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from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or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skip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remainder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Monaco"/>
                <a:cs typeface="Monaco"/>
              </a:rPr>
              <a:t>switch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602803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7D341C545B0A44A26A103333756E90" ma:contentTypeVersion="3" ma:contentTypeDescription="Create a new document." ma:contentTypeScope="" ma:versionID="a6ec9fbdc07486795f51e30fe74f98ab">
  <xsd:schema xmlns:xsd="http://www.w3.org/2001/XMLSchema" xmlns:xs="http://www.w3.org/2001/XMLSchema" xmlns:p="http://schemas.microsoft.com/office/2006/metadata/properties" xmlns:ns2="324ab4a6-501d-4b19-a031-862034374e5f" targetNamespace="http://schemas.microsoft.com/office/2006/metadata/properties" ma:root="true" ma:fieldsID="af1894268a3b1d0258822da1f8692495" ns2:_="">
    <xsd:import namespace="324ab4a6-501d-4b19-a031-862034374e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ab4a6-501d-4b19-a031-862034374e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C95283-C95E-4740-9B60-A5D5E7C0A0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4ab4a6-501d-4b19-a031-862034374e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646C84-701A-4061-B977-6AA8F23187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1C73E0-21DE-44C0-AC09-20B6FA27554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217</Words>
  <Application>Microsoft Macintosh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Monaco</vt:lpstr>
      <vt:lpstr>Times New Roman</vt:lpstr>
      <vt:lpstr>Wingdings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58</cp:revision>
  <dcterms:created xsi:type="dcterms:W3CDTF">2025-09-11T06:00:25Z</dcterms:created>
  <dcterms:modified xsi:type="dcterms:W3CDTF">2026-09-19T13:56:48Z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2022-09-21T00:00:00Z</vt:filetime>
  </property>
  <property fmtid="{D5CDD505-2E9C-101B-9397-08002B2CF9AE}" pid="3" name="LastSaved">
    <vt:filetime>2025-09-11T00:00:00Z</vt:filetime>
  </property>
  <property fmtid="{D5CDD505-2E9C-101B-9397-08002B2CF9AE}" pid="4" name="ContentTypeId">
    <vt:lpwstr>0x010100E57D341C545B0A44A26A103333756E90</vt:lpwstr>
  </property>
</Properties>
</file>