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1"/>
  </p:notesMasterIdLst>
  <p:sldIdLst>
    <p:sldId id="368" r:id="rId5"/>
    <p:sldId id="1439" r:id="rId6"/>
    <p:sldId id="1442" r:id="rId7"/>
    <p:sldId id="260" r:id="rId8"/>
    <p:sldId id="259" r:id="rId9"/>
    <p:sldId id="1438" r:id="rId10"/>
    <p:sldId id="1444" r:id="rId11"/>
    <p:sldId id="267" r:id="rId12"/>
    <p:sldId id="369" r:id="rId13"/>
    <p:sldId id="291" r:id="rId14"/>
    <p:sldId id="269" r:id="rId15"/>
    <p:sldId id="1426" r:id="rId16"/>
    <p:sldId id="287" r:id="rId17"/>
    <p:sldId id="1433" r:id="rId18"/>
    <p:sldId id="1435" r:id="rId19"/>
    <p:sldId id="477" r:id="rId20"/>
    <p:sldId id="283" r:id="rId21"/>
    <p:sldId id="282" r:id="rId22"/>
    <p:sldId id="1436" r:id="rId23"/>
    <p:sldId id="284" r:id="rId24"/>
    <p:sldId id="467" r:id="rId25"/>
    <p:sldId id="325" r:id="rId26"/>
    <p:sldId id="314" r:id="rId27"/>
    <p:sldId id="1441" r:id="rId28"/>
    <p:sldId id="323" r:id="rId29"/>
    <p:sldId id="466" r:id="rId30"/>
    <p:sldId id="1440" r:id="rId31"/>
    <p:sldId id="1417" r:id="rId32"/>
    <p:sldId id="1418" r:id="rId33"/>
    <p:sldId id="1419" r:id="rId34"/>
    <p:sldId id="1420" r:id="rId35"/>
    <p:sldId id="1421" r:id="rId36"/>
    <p:sldId id="1422" r:id="rId37"/>
    <p:sldId id="280" r:id="rId38"/>
    <p:sldId id="1415" r:id="rId39"/>
    <p:sldId id="14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99F1A8-4477-4A65-B9BB-7695F3C0B41A}">
          <p14:sldIdLst>
            <p14:sldId id="368"/>
            <p14:sldId id="1439"/>
            <p14:sldId id="1442"/>
            <p14:sldId id="260"/>
            <p14:sldId id="259"/>
            <p14:sldId id="1438"/>
            <p14:sldId id="1444"/>
            <p14:sldId id="267"/>
            <p14:sldId id="369"/>
          </p14:sldIdLst>
        </p14:section>
        <p14:section name="datatyper" id="{222F8FF9-B6CB-4550-B675-3FAFB44D452B}">
          <p14:sldIdLst>
            <p14:sldId id="291"/>
            <p14:sldId id="269"/>
            <p14:sldId id="1426"/>
            <p14:sldId id="287"/>
            <p14:sldId id="1433"/>
            <p14:sldId id="1435"/>
            <p14:sldId id="477"/>
            <p14:sldId id="283"/>
            <p14:sldId id="282"/>
            <p14:sldId id="1436"/>
            <p14:sldId id="284"/>
          </p14:sldIdLst>
        </p14:section>
        <p14:section name="syntax" id="{5996C127-607B-4ECF-AC7A-08EAA579734C}">
          <p14:sldIdLst>
            <p14:sldId id="467"/>
            <p14:sldId id="325"/>
            <p14:sldId id="314"/>
            <p14:sldId id="1441"/>
            <p14:sldId id="323"/>
            <p14:sldId id="466"/>
          </p14:sldIdLst>
        </p14:section>
        <p14:section name="handsON" id="{069AFDB9-1015-422D-9770-672C25CBC692}">
          <p14:sldIdLst>
            <p14:sldId id="1440"/>
            <p14:sldId id="1417"/>
            <p14:sldId id="1418"/>
            <p14:sldId id="1419"/>
            <p14:sldId id="1420"/>
            <p14:sldId id="1421"/>
            <p14:sldId id="1422"/>
          </p14:sldIdLst>
        </p14:section>
        <p14:section name="gruppe arbejde" id="{2B876E4D-21FD-4885-8156-48A10787B055}">
          <p14:sldIdLst>
            <p14:sldId id="280"/>
            <p14:sldId id="1415"/>
          </p14:sldIdLst>
        </p14:section>
        <p14:section name="opsumering" id="{3413E4F8-35AA-42E4-84BA-F052BC13A9FE}">
          <p14:sldIdLst>
            <p14:sldId id="14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722DE0-0C77-4BB5-934D-42CBF3181A2C}" v="64" dt="2025-11-10T13:21:46.440"/>
    <p1510:client id="{6CFDCD50-7D5D-4151-9619-71C8ECC6B35C}" v="31" dt="2025-11-10T13:31:49.235"/>
    <p1510:client id="{723CFAFB-BB5B-4BE0-9496-EF89EFD52D72}" v="329" dt="2025-11-10T13:16:10.988"/>
    <p1510:client id="{BEFB407F-1B02-4EDB-BEF2-DF06A3DDA9FC}" v="30" dt="2025-11-10T13:24:46.079"/>
    <p1510:client id="{E6EC80B5-AC20-4E78-8FCB-27C2C935BBC0}" v="46" dt="2025-11-10T13:18:33.7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966"/>
    <p:restoredTop sz="75253"/>
  </p:normalViewPr>
  <p:slideViewPr>
    <p:cSldViewPr snapToGrid="0">
      <p:cViewPr varScale="1">
        <p:scale>
          <a:sx n="68" d="100"/>
          <a:sy n="68" d="100"/>
        </p:scale>
        <p:origin x="22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S::xbi@eamv.dk::4defdd0b-eb6b-464a-acc0-49fc44ef47a7" providerId="AD" clId="Web-{B59F2BD1-4B2B-430A-A16A-869A9CB04DFD}"/>
    <pc:docChg chg="modSld">
      <pc:chgData name="Xiaolei Bi" userId="S::xbi@eamv.dk::4defdd0b-eb6b-464a-acc0-49fc44ef47a7" providerId="AD" clId="Web-{B59F2BD1-4B2B-430A-A16A-869A9CB04DFD}" dt="2025-10-28T12:45:48.605" v="5" actId="20577"/>
      <pc:docMkLst>
        <pc:docMk/>
      </pc:docMkLst>
    </pc:docChg>
  </pc:docChgLst>
  <pc:docChgLst>
    <pc:chgData name="Xiaolei Bi" userId="S::xbi@eamv.dk::4defdd0b-eb6b-464a-acc0-49fc44ef47a7" providerId="AD" clId="Web-{BEFB407F-1B02-4EDB-BEF2-DF06A3DDA9FC}"/>
    <pc:docChg chg="modSld addSection modSection">
      <pc:chgData name="Xiaolei Bi" userId="S::xbi@eamv.dk::4defdd0b-eb6b-464a-acc0-49fc44ef47a7" providerId="AD" clId="Web-{BEFB407F-1B02-4EDB-BEF2-DF06A3DDA9FC}" dt="2025-11-10T13:24:46.079" v="24"/>
      <pc:docMkLst>
        <pc:docMk/>
      </pc:docMkLst>
      <pc:sldChg chg="delSp modSp">
        <pc:chgData name="Xiaolei Bi" userId="S::xbi@eamv.dk::4defdd0b-eb6b-464a-acc0-49fc44ef47a7" providerId="AD" clId="Web-{BEFB407F-1B02-4EDB-BEF2-DF06A3DDA9FC}" dt="2025-11-10T13:23:45.689" v="16" actId="1076"/>
        <pc:sldMkLst>
          <pc:docMk/>
          <pc:sldMk cId="1343638574" sldId="1443"/>
        </pc:sldMkLst>
        <pc:spChg chg="del">
          <ac:chgData name="Xiaolei Bi" userId="S::xbi@eamv.dk::4defdd0b-eb6b-464a-acc0-49fc44ef47a7" providerId="AD" clId="Web-{BEFB407F-1B02-4EDB-BEF2-DF06A3DDA9FC}" dt="2025-11-10T13:22:22.392" v="0"/>
          <ac:spMkLst>
            <pc:docMk/>
            <pc:sldMk cId="1343638574" sldId="1443"/>
            <ac:spMk id="2" creationId="{39DDC9ED-1B55-B413-2A08-C6559AF6D49E}"/>
          </ac:spMkLst>
        </pc:spChg>
        <pc:spChg chg="mod">
          <ac:chgData name="Xiaolei Bi" userId="S::xbi@eamv.dk::4defdd0b-eb6b-464a-acc0-49fc44ef47a7" providerId="AD" clId="Web-{BEFB407F-1B02-4EDB-BEF2-DF06A3DDA9FC}" dt="2025-11-10T13:23:45.689" v="16" actId="1076"/>
          <ac:spMkLst>
            <pc:docMk/>
            <pc:sldMk cId="1343638574" sldId="1443"/>
            <ac:spMk id="3" creationId="{6EB0D407-2BEC-01BF-5EE0-0F84F5667716}"/>
          </ac:spMkLst>
        </pc:spChg>
      </pc:sldChg>
    </pc:docChg>
  </pc:docChgLst>
  <pc:docChgLst>
    <pc:chgData name="Xiaolei Bi" userId="S::xbi@eamv.dk::4defdd0b-eb6b-464a-acc0-49fc44ef47a7" providerId="AD" clId="Web-{8480AEBD-868A-42A0-83C2-28886E45AED6}"/>
    <pc:docChg chg="addSld delSld modSld">
      <pc:chgData name="Xiaolei Bi" userId="S::xbi@eamv.dk::4defdd0b-eb6b-464a-acc0-49fc44ef47a7" providerId="AD" clId="Web-{8480AEBD-868A-42A0-83C2-28886E45AED6}" dt="2025-10-28T09:23:16.852" v="4" actId="20577"/>
      <pc:docMkLst>
        <pc:docMk/>
      </pc:docMkLst>
      <pc:sldChg chg="modSp">
        <pc:chgData name="Xiaolei Bi" userId="S::xbi@eamv.dk::4defdd0b-eb6b-464a-acc0-49fc44ef47a7" providerId="AD" clId="Web-{8480AEBD-868A-42A0-83C2-28886E45AED6}" dt="2025-10-28T09:23:16.852" v="4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8480AEBD-868A-42A0-83C2-28886E45AED6}" dt="2025-10-28T09:23:16.852" v="4" actId="20577"/>
          <ac:spMkLst>
            <pc:docMk/>
            <pc:sldMk cId="2722713620" sldId="1415"/>
            <ac:spMk id="3" creationId="{A35FFF1D-0FAB-D45F-4888-ECBDCB4F6025}"/>
          </ac:spMkLst>
        </pc:spChg>
      </pc:sldChg>
    </pc:docChg>
  </pc:docChgLst>
  <pc:docChgLst>
    <pc:chgData name="Xiaolei Bi" userId="S::xbi@eamv.dk::4defdd0b-eb6b-464a-acc0-49fc44ef47a7" providerId="AD" clId="Web-{E6EC80B5-AC20-4E78-8FCB-27C2C935BBC0}"/>
    <pc:docChg chg="addSld delSld modSld modSection">
      <pc:chgData name="Xiaolei Bi" userId="S::xbi@eamv.dk::4defdd0b-eb6b-464a-acc0-49fc44ef47a7" providerId="AD" clId="Web-{E6EC80B5-AC20-4E78-8FCB-27C2C935BBC0}" dt="2025-11-10T13:18:33.779" v="34"/>
      <pc:docMkLst>
        <pc:docMk/>
      </pc:docMkLst>
      <pc:sldChg chg="modSp">
        <pc:chgData name="Xiaolei Bi" userId="S::xbi@eamv.dk::4defdd0b-eb6b-464a-acc0-49fc44ef47a7" providerId="AD" clId="Web-{E6EC80B5-AC20-4E78-8FCB-27C2C935BBC0}" dt="2025-11-10T13:17:14.272" v="15" actId="20577"/>
        <pc:sldMkLst>
          <pc:docMk/>
          <pc:sldMk cId="4158040157" sldId="280"/>
        </pc:sldMkLst>
        <pc:spChg chg="mod">
          <ac:chgData name="Xiaolei Bi" userId="S::xbi@eamv.dk::4defdd0b-eb6b-464a-acc0-49fc44ef47a7" providerId="AD" clId="Web-{E6EC80B5-AC20-4E78-8FCB-27C2C935BBC0}" dt="2025-11-10T13:17:14.272" v="15" actId="20577"/>
          <ac:spMkLst>
            <pc:docMk/>
            <pc:sldMk cId="4158040157" sldId="280"/>
            <ac:spMk id="5" creationId="{E1FA6C56-334D-2007-2BC2-F0DAAE0DD1AB}"/>
          </ac:spMkLst>
        </pc:spChg>
      </pc:sldChg>
      <pc:sldChg chg="modSp">
        <pc:chgData name="Xiaolei Bi" userId="S::xbi@eamv.dk::4defdd0b-eb6b-464a-acc0-49fc44ef47a7" providerId="AD" clId="Web-{E6EC80B5-AC20-4E78-8FCB-27C2C935BBC0}" dt="2025-11-10T13:17:24.320" v="26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E6EC80B5-AC20-4E78-8FCB-27C2C935BBC0}" dt="2025-11-10T13:17:24.320" v="26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del">
        <pc:chgData name="Xiaolei Bi" userId="S::xbi@eamv.dk::4defdd0b-eb6b-464a-acc0-49fc44ef47a7" providerId="AD" clId="Web-{E6EC80B5-AC20-4E78-8FCB-27C2C935BBC0}" dt="2025-11-10T13:16:25.347" v="0"/>
        <pc:sldMkLst>
          <pc:docMk/>
          <pc:sldMk cId="467469942" sldId="1424"/>
        </pc:sldMkLst>
      </pc:sldChg>
      <pc:sldChg chg="delSp modSp new">
        <pc:chgData name="Xiaolei Bi" userId="S::xbi@eamv.dk::4defdd0b-eb6b-464a-acc0-49fc44ef47a7" providerId="AD" clId="Web-{E6EC80B5-AC20-4E78-8FCB-27C2C935BBC0}" dt="2025-11-10T13:18:26.107" v="33"/>
        <pc:sldMkLst>
          <pc:docMk/>
          <pc:sldMk cId="1417231856" sldId="1442"/>
        </pc:sldMkLst>
        <pc:spChg chg="mod">
          <ac:chgData name="Xiaolei Bi" userId="S::xbi@eamv.dk::4defdd0b-eb6b-464a-acc0-49fc44ef47a7" providerId="AD" clId="Web-{E6EC80B5-AC20-4E78-8FCB-27C2C935BBC0}" dt="2025-11-10T13:18:20.372" v="32" actId="1076"/>
          <ac:spMkLst>
            <pc:docMk/>
            <pc:sldMk cId="1417231856" sldId="1442"/>
            <ac:spMk id="3" creationId="{0D2468EB-5033-13DD-3113-08600C798105}"/>
          </ac:spMkLst>
        </pc:spChg>
        <pc:spChg chg="del">
          <ac:chgData name="Xiaolei Bi" userId="S::xbi@eamv.dk::4defdd0b-eb6b-464a-acc0-49fc44ef47a7" providerId="AD" clId="Web-{E6EC80B5-AC20-4E78-8FCB-27C2C935BBC0}" dt="2025-11-10T13:18:26.107" v="33"/>
          <ac:spMkLst>
            <pc:docMk/>
            <pc:sldMk cId="1417231856" sldId="1442"/>
            <ac:spMk id="4" creationId="{4E77D18C-F0A0-B63F-8769-38544F8E1826}"/>
          </ac:spMkLst>
        </pc:spChg>
      </pc:sldChg>
      <pc:sldChg chg="new">
        <pc:chgData name="Xiaolei Bi" userId="S::xbi@eamv.dk::4defdd0b-eb6b-464a-acc0-49fc44ef47a7" providerId="AD" clId="Web-{E6EC80B5-AC20-4E78-8FCB-27C2C935BBC0}" dt="2025-11-10T13:18:33.779" v="34"/>
        <pc:sldMkLst>
          <pc:docMk/>
          <pc:sldMk cId="1343638574" sldId="1443"/>
        </pc:sldMkLst>
      </pc:sldChg>
    </pc:docChg>
  </pc:docChgLst>
  <pc:docChgLst>
    <pc:chgData name="Xiaolei Bi" userId="S::xbi@eamv.dk::4defdd0b-eb6b-464a-acc0-49fc44ef47a7" providerId="AD" clId="Web-{6CFDCD50-7D5D-4151-9619-71C8ECC6B35C}"/>
    <pc:docChg chg="modSld">
      <pc:chgData name="Xiaolei Bi" userId="S::xbi@eamv.dk::4defdd0b-eb6b-464a-acc0-49fc44ef47a7" providerId="AD" clId="Web-{6CFDCD50-7D5D-4151-9619-71C8ECC6B35C}" dt="2025-11-10T13:31:49.235" v="28" actId="1076"/>
      <pc:docMkLst>
        <pc:docMk/>
      </pc:docMkLst>
      <pc:sldChg chg="modSp">
        <pc:chgData name="Xiaolei Bi" userId="S::xbi@eamv.dk::4defdd0b-eb6b-464a-acc0-49fc44ef47a7" providerId="AD" clId="Web-{6CFDCD50-7D5D-4151-9619-71C8ECC6B35C}" dt="2025-11-10T13:30:59.450" v="23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6CFDCD50-7D5D-4151-9619-71C8ECC6B35C}" dt="2025-11-10T13:30:59.450" v="23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modSp">
        <pc:chgData name="Xiaolei Bi" userId="S::xbi@eamv.dk::4defdd0b-eb6b-464a-acc0-49fc44ef47a7" providerId="AD" clId="Web-{6CFDCD50-7D5D-4151-9619-71C8ECC6B35C}" dt="2025-11-10T13:31:49.235" v="28" actId="1076"/>
        <pc:sldMkLst>
          <pc:docMk/>
          <pc:sldMk cId="1734061185" sldId="1439"/>
        </pc:sldMkLst>
        <pc:spChg chg="mod">
          <ac:chgData name="Xiaolei Bi" userId="S::xbi@eamv.dk::4defdd0b-eb6b-464a-acc0-49fc44ef47a7" providerId="AD" clId="Web-{6CFDCD50-7D5D-4151-9619-71C8ECC6B35C}" dt="2025-11-10T13:31:49.235" v="28" actId="1076"/>
          <ac:spMkLst>
            <pc:docMk/>
            <pc:sldMk cId="1734061185" sldId="1439"/>
            <ac:spMk id="3" creationId="{8A9FD138-21DF-E053-6856-619075E75F77}"/>
          </ac:spMkLst>
        </pc:spChg>
      </pc:sldChg>
    </pc:docChg>
  </pc:docChgLst>
  <pc:docChgLst>
    <pc:chgData name="Xiaolei Bi" userId="S::xbi@eamv.dk::4defdd0b-eb6b-464a-acc0-49fc44ef47a7" providerId="AD" clId="Web-{E383CFFC-08EE-4801-A1C6-5F66DF092516}"/>
    <pc:docChg chg="addSld modSld">
      <pc:chgData name="Xiaolei Bi" userId="S::xbi@eamv.dk::4defdd0b-eb6b-464a-acc0-49fc44ef47a7" providerId="AD" clId="Web-{E383CFFC-08EE-4801-A1C6-5F66DF092516}" dt="2025-10-22T12:52:13.449" v="43"/>
      <pc:docMkLst>
        <pc:docMk/>
      </pc:docMkLst>
    </pc:docChg>
  </pc:docChgLst>
  <pc:docChgLst>
    <pc:chgData name="Xiaolei Bi" userId="4defdd0b-eb6b-464a-acc0-49fc44ef47a7" providerId="ADAL" clId="{40592D2A-8CFB-5A39-8926-DA2684D6A22C}"/>
    <pc:docChg chg="undo custSel addSld delSld modSld">
      <pc:chgData name="Xiaolei Bi" userId="4defdd0b-eb6b-464a-acc0-49fc44ef47a7" providerId="ADAL" clId="{40592D2A-8CFB-5A39-8926-DA2684D6A22C}" dt="2025-10-22T12:57:14.824" v="213" actId="1076"/>
      <pc:docMkLst>
        <pc:docMk/>
      </pc:docMkLst>
      <pc:sldChg chg="addSp delSp modSp mod">
        <pc:chgData name="Xiaolei Bi" userId="4defdd0b-eb6b-464a-acc0-49fc44ef47a7" providerId="ADAL" clId="{40592D2A-8CFB-5A39-8926-DA2684D6A22C}" dt="2025-10-21T09:20:23.309" v="34" actId="207"/>
        <pc:sldMkLst>
          <pc:docMk/>
          <pc:sldMk cId="3891802442" sldId="260"/>
        </pc:sldMkLst>
        <pc:spChg chg="mod">
          <ac:chgData name="Xiaolei Bi" userId="4defdd0b-eb6b-464a-acc0-49fc44ef47a7" providerId="ADAL" clId="{40592D2A-8CFB-5A39-8926-DA2684D6A22C}" dt="2025-10-21T09:19:51.221" v="27"/>
          <ac:spMkLst>
            <pc:docMk/>
            <pc:sldMk cId="3891802442" sldId="260"/>
            <ac:spMk id="2" creationId="{C0B0B331-C16F-4738-B912-E1987F46FF9E}"/>
          </ac:spMkLst>
        </pc:spChg>
        <pc:spChg chg="add mod">
          <ac:chgData name="Xiaolei Bi" userId="4defdd0b-eb6b-464a-acc0-49fc44ef47a7" providerId="ADAL" clId="{40592D2A-8CFB-5A39-8926-DA2684D6A22C}" dt="2025-10-21T09:20:23.309" v="34" actId="207"/>
          <ac:spMkLst>
            <pc:docMk/>
            <pc:sldMk cId="3891802442" sldId="260"/>
            <ac:spMk id="6" creationId="{12861F29-4798-FADE-82C9-05F1466A1870}"/>
          </ac:spMkLst>
        </pc:spChg>
      </pc:sldChg>
      <pc:sldChg chg="modNotesTx">
        <pc:chgData name="Xiaolei Bi" userId="4defdd0b-eb6b-464a-acc0-49fc44ef47a7" providerId="ADAL" clId="{40592D2A-8CFB-5A39-8926-DA2684D6A22C}" dt="2025-10-22T12:30:14.272" v="178" actId="20577"/>
        <pc:sldMkLst>
          <pc:docMk/>
          <pc:sldMk cId="4093470994" sldId="284"/>
        </pc:sldMkLst>
      </pc:sldChg>
      <pc:sldChg chg="addSp delSp modSp mod">
        <pc:chgData name="Xiaolei Bi" userId="4defdd0b-eb6b-464a-acc0-49fc44ef47a7" providerId="ADAL" clId="{40592D2A-8CFB-5A39-8926-DA2684D6A22C}" dt="2025-10-21T09:22:35.163" v="69"/>
        <pc:sldMkLst>
          <pc:docMk/>
          <pc:sldMk cId="3103444059" sldId="287"/>
        </pc:sldMkLst>
        <pc:spChg chg="mod">
          <ac:chgData name="Xiaolei Bi" userId="4defdd0b-eb6b-464a-acc0-49fc44ef47a7" providerId="ADAL" clId="{40592D2A-8CFB-5A39-8926-DA2684D6A22C}" dt="2025-10-21T09:22:17.122" v="47" actId="1076"/>
          <ac:spMkLst>
            <pc:docMk/>
            <pc:sldMk cId="3103444059" sldId="287"/>
            <ac:spMk id="2" creationId="{6FC5BCE3-0F74-445C-5B26-F7C8F3BA569F}"/>
          </ac:spMkLst>
        </pc:spChg>
        <pc:spChg chg="add del mod">
          <ac:chgData name="Xiaolei Bi" userId="4defdd0b-eb6b-464a-acc0-49fc44ef47a7" providerId="ADAL" clId="{40592D2A-8CFB-5A39-8926-DA2684D6A22C}" dt="2025-10-21T09:22:31.974" v="67" actId="20577"/>
          <ac:spMkLst>
            <pc:docMk/>
            <pc:sldMk cId="3103444059" sldId="287"/>
            <ac:spMk id="3" creationId="{00000000-0000-0000-0000-000000000000}"/>
          </ac:spMkLst>
        </pc:spChg>
      </pc:sldChg>
      <pc:sldChg chg="addSp delSp modSp mod modNotes">
        <pc:chgData name="Xiaolei Bi" userId="4defdd0b-eb6b-464a-acc0-49fc44ef47a7" providerId="ADAL" clId="{40592D2A-8CFB-5A39-8926-DA2684D6A22C}" dt="2025-10-22T12:26:15.585" v="141" actId="207"/>
        <pc:sldMkLst>
          <pc:docMk/>
          <pc:sldMk cId="0" sldId="368"/>
        </pc:sldMkLst>
        <pc:spChg chg="add mod">
          <ac:chgData name="Xiaolei Bi" userId="4defdd0b-eb6b-464a-acc0-49fc44ef47a7" providerId="ADAL" clId="{40592D2A-8CFB-5A39-8926-DA2684D6A22C}" dt="2025-10-22T12:26:15.585" v="141" actId="207"/>
          <ac:spMkLst>
            <pc:docMk/>
            <pc:sldMk cId="0" sldId="368"/>
            <ac:spMk id="4" creationId="{5D1B5B7A-589F-5F9C-08BD-FF7442B90392}"/>
          </ac:spMkLst>
        </pc:spChg>
      </pc:sldChg>
    </pc:docChg>
  </pc:docChgLst>
  <pc:docChgLst>
    <pc:chgData name="Xiaolei Bi" userId="S::xbi@eamv.dk::4defdd0b-eb6b-464a-acc0-49fc44ef47a7" providerId="AD" clId="Web-{EB06289A-8DE9-4458-AA7E-DE6F61AA4758}"/>
    <pc:docChg chg="addSld delSld modSld">
      <pc:chgData name="Xiaolei Bi" userId="S::xbi@eamv.dk::4defdd0b-eb6b-464a-acc0-49fc44ef47a7" providerId="AD" clId="Web-{EB06289A-8DE9-4458-AA7E-DE6F61AA4758}" dt="2025-10-15T11:16:35.332" v="79" actId="20577"/>
      <pc:docMkLst>
        <pc:docMk/>
      </pc:docMkLst>
      <pc:sldChg chg="modSp">
        <pc:chgData name="Xiaolei Bi" userId="S::xbi@eamv.dk::4defdd0b-eb6b-464a-acc0-49fc44ef47a7" providerId="AD" clId="Web-{EB06289A-8DE9-4458-AA7E-DE6F61AA4758}" dt="2025-10-15T11:16:35.332" v="79" actId="20577"/>
        <pc:sldMkLst>
          <pc:docMk/>
          <pc:sldMk cId="0" sldId="368"/>
        </pc:sldMkLst>
        <pc:spChg chg="mod">
          <ac:chgData name="Xiaolei Bi" userId="S::xbi@eamv.dk::4defdd0b-eb6b-464a-acc0-49fc44ef47a7" providerId="AD" clId="Web-{EB06289A-8DE9-4458-AA7E-DE6F61AA4758}" dt="2025-10-15T11:16:35.332" v="79" actId="20577"/>
          <ac:spMkLst>
            <pc:docMk/>
            <pc:sldMk cId="0" sldId="368"/>
            <ac:spMk id="24579" creationId="{A82C514A-AF56-F826-7F27-5CD8BC1798F8}"/>
          </ac:spMkLst>
        </pc:spChg>
      </pc:sldChg>
      <pc:sldChg chg="modSp new">
        <pc:chgData name="Xiaolei Bi" userId="S::xbi@eamv.dk::4defdd0b-eb6b-464a-acc0-49fc44ef47a7" providerId="AD" clId="Web-{EB06289A-8DE9-4458-AA7E-DE6F61AA4758}" dt="2025-10-15T11:14:03.813" v="65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EB06289A-8DE9-4458-AA7E-DE6F61AA4758}" dt="2025-10-15T11:14:03.813" v="65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add">
        <pc:chgData name="Xiaolei Bi" userId="S::xbi@eamv.dk::4defdd0b-eb6b-464a-acc0-49fc44ef47a7" providerId="AD" clId="Web-{EB06289A-8DE9-4458-AA7E-DE6F61AA4758}" dt="2025-10-15T11:14:33.876" v="67"/>
        <pc:sldMkLst>
          <pc:docMk/>
          <pc:sldMk cId="3882201368" sldId="1417"/>
        </pc:sldMkLst>
      </pc:sldChg>
      <pc:sldChg chg="add">
        <pc:chgData name="Xiaolei Bi" userId="S::xbi@eamv.dk::4defdd0b-eb6b-464a-acc0-49fc44ef47a7" providerId="AD" clId="Web-{EB06289A-8DE9-4458-AA7E-DE6F61AA4758}" dt="2025-10-15T11:14:33.923" v="68"/>
        <pc:sldMkLst>
          <pc:docMk/>
          <pc:sldMk cId="1297433390" sldId="1418"/>
        </pc:sldMkLst>
      </pc:sldChg>
      <pc:sldChg chg="add">
        <pc:chgData name="Xiaolei Bi" userId="S::xbi@eamv.dk::4defdd0b-eb6b-464a-acc0-49fc44ef47a7" providerId="AD" clId="Web-{EB06289A-8DE9-4458-AA7E-DE6F61AA4758}" dt="2025-10-15T11:14:33.970" v="69"/>
        <pc:sldMkLst>
          <pc:docMk/>
          <pc:sldMk cId="74802101" sldId="1419"/>
        </pc:sldMkLst>
      </pc:sldChg>
      <pc:sldChg chg="add">
        <pc:chgData name="Xiaolei Bi" userId="S::xbi@eamv.dk::4defdd0b-eb6b-464a-acc0-49fc44ef47a7" providerId="AD" clId="Web-{EB06289A-8DE9-4458-AA7E-DE6F61AA4758}" dt="2025-10-15T11:14:33.986" v="70"/>
        <pc:sldMkLst>
          <pc:docMk/>
          <pc:sldMk cId="860330995" sldId="1420"/>
        </pc:sldMkLst>
      </pc:sldChg>
      <pc:sldChg chg="add">
        <pc:chgData name="Xiaolei Bi" userId="S::xbi@eamv.dk::4defdd0b-eb6b-464a-acc0-49fc44ef47a7" providerId="AD" clId="Web-{EB06289A-8DE9-4458-AA7E-DE6F61AA4758}" dt="2025-10-15T11:14:34.017" v="71"/>
        <pc:sldMkLst>
          <pc:docMk/>
          <pc:sldMk cId="550601725" sldId="1421"/>
        </pc:sldMkLst>
      </pc:sldChg>
      <pc:sldChg chg="add">
        <pc:chgData name="Xiaolei Bi" userId="S::xbi@eamv.dk::4defdd0b-eb6b-464a-acc0-49fc44ef47a7" providerId="AD" clId="Web-{EB06289A-8DE9-4458-AA7E-DE6F61AA4758}" dt="2025-10-15T11:14:34.048" v="72"/>
        <pc:sldMkLst>
          <pc:docMk/>
          <pc:sldMk cId="1813504473" sldId="1422"/>
        </pc:sldMkLst>
      </pc:sldChg>
    </pc:docChg>
  </pc:docChgLst>
  <pc:docChgLst>
    <pc:chgData name="Xiaolei Bi" userId="S::xbi@eamv.dk::4defdd0b-eb6b-464a-acc0-49fc44ef47a7" providerId="AD" clId="Web-{091F72A1-AE46-4A9C-951C-358278C96F92}"/>
    <pc:docChg chg="addSld delSld modSld">
      <pc:chgData name="Xiaolei Bi" userId="S::xbi@eamv.dk::4defdd0b-eb6b-464a-acc0-49fc44ef47a7" providerId="AD" clId="Web-{091F72A1-AE46-4A9C-951C-358278C96F92}" dt="2025-10-28T12:50:41.671" v="16" actId="1076"/>
      <pc:docMkLst>
        <pc:docMk/>
      </pc:docMkLst>
    </pc:docChg>
  </pc:docChgLst>
  <pc:docChgLst>
    <pc:chgData name="Xiaolei Bi" userId="S::xbi@eamv.dk::4defdd0b-eb6b-464a-acc0-49fc44ef47a7" providerId="AD" clId="Web-{E50400C4-4FF7-41CE-BAA4-F35D4EF985DC}"/>
    <pc:docChg chg="addSld modSld">
      <pc:chgData name="Xiaolei Bi" userId="S::xbi@eamv.dk::4defdd0b-eb6b-464a-acc0-49fc44ef47a7" providerId="AD" clId="Web-{E50400C4-4FF7-41CE-BAA4-F35D4EF985DC}" dt="2025-10-22T12:00:57.648" v="13" actId="1076"/>
      <pc:docMkLst>
        <pc:docMk/>
      </pc:docMkLst>
      <pc:sldChg chg="addSp delSp modSp new">
        <pc:chgData name="Xiaolei Bi" userId="S::xbi@eamv.dk::4defdd0b-eb6b-464a-acc0-49fc44ef47a7" providerId="AD" clId="Web-{E50400C4-4FF7-41CE-BAA4-F35D4EF985DC}" dt="2025-10-22T12:00:57.648" v="13" actId="1076"/>
        <pc:sldMkLst>
          <pc:docMk/>
          <pc:sldMk cId="2328329772" sldId="1426"/>
        </pc:sldMkLst>
        <pc:spChg chg="mod">
          <ac:chgData name="Xiaolei Bi" userId="S::xbi@eamv.dk::4defdd0b-eb6b-464a-acc0-49fc44ef47a7" providerId="AD" clId="Web-{E50400C4-4FF7-41CE-BAA4-F35D4EF985DC}" dt="2025-10-22T12:00:54.211" v="12" actId="20577"/>
          <ac:spMkLst>
            <pc:docMk/>
            <pc:sldMk cId="2328329772" sldId="1426"/>
            <ac:spMk id="2" creationId="{9F9DFD88-C06C-E914-9934-916DF823A437}"/>
          </ac:spMkLst>
        </pc:spChg>
      </pc:sldChg>
    </pc:docChg>
  </pc:docChgLst>
  <pc:docChgLst>
    <pc:chgData name="Xiaolei Bi" userId="S::xbi@eamv.dk::4defdd0b-eb6b-464a-acc0-49fc44ef47a7" providerId="AD" clId="Web-{EAD5E945-BCE9-459F-B308-86F9A0C13984}"/>
    <pc:docChg chg="addSld modSld sldOrd">
      <pc:chgData name="Xiaolei Bi" userId="S::xbi@eamv.dk::4defdd0b-eb6b-464a-acc0-49fc44ef47a7" providerId="AD" clId="Web-{EAD5E945-BCE9-459F-B308-86F9A0C13984}" dt="2025-10-22T12:13:57.727" v="66"/>
      <pc:docMkLst>
        <pc:docMk/>
      </pc:docMkLst>
      <pc:sldChg chg="modNotes">
        <pc:chgData name="Xiaolei Bi" userId="S::xbi@eamv.dk::4defdd0b-eb6b-464a-acc0-49fc44ef47a7" providerId="AD" clId="Web-{EAD5E945-BCE9-459F-B308-86F9A0C13984}" dt="2025-10-22T12:13:57.727" v="66"/>
        <pc:sldMkLst>
          <pc:docMk/>
          <pc:sldMk cId="4093470994" sldId="284"/>
        </pc:sldMkLst>
      </pc:sldChg>
    </pc:docChg>
  </pc:docChgLst>
  <pc:docChgLst>
    <pc:chgData name="Xiaolei Bi" userId="S::xbi@eamv.dk::4defdd0b-eb6b-464a-acc0-49fc44ef47a7" providerId="AD" clId="Web-{22C17BD8-18F2-461E-ACEA-4A5ED34F5F56}"/>
    <pc:docChg chg="addSld modSld">
      <pc:chgData name="Xiaolei Bi" userId="S::xbi@eamv.dk::4defdd0b-eb6b-464a-acc0-49fc44ef47a7" providerId="AD" clId="Web-{22C17BD8-18F2-461E-ACEA-4A5ED34F5F56}" dt="2025-10-22T11:43:05.371" v="7" actId="1076"/>
      <pc:docMkLst>
        <pc:docMk/>
      </pc:docMkLst>
    </pc:docChg>
  </pc:docChgLst>
  <pc:docChgLst>
    <pc:chgData name="Xiaolei Bi" userId="S::xbi@eamv.dk::4defdd0b-eb6b-464a-acc0-49fc44ef47a7" providerId="AD" clId="Web-{DB46AF3C-AED0-4117-ACEC-4B0C3107E3A9}"/>
    <pc:docChg chg="addSld modSld">
      <pc:chgData name="Xiaolei Bi" userId="S::xbi@eamv.dk::4defdd0b-eb6b-464a-acc0-49fc44ef47a7" providerId="AD" clId="Web-{DB46AF3C-AED0-4117-ACEC-4B0C3107E3A9}" dt="2025-10-15T12:25:13.812" v="1"/>
      <pc:docMkLst>
        <pc:docMk/>
      </pc:docMkLst>
    </pc:docChg>
  </pc:docChgLst>
  <pc:docChgLst>
    <pc:chgData name="Xiaolei Bi" userId="S::xbi@eamv.dk::4defdd0b-eb6b-464a-acc0-49fc44ef47a7" providerId="AD" clId="Web-{84F09ED4-9568-47F6-9919-26C1BD1793A3}"/>
    <pc:docChg chg="addSld delSld modSld">
      <pc:chgData name="Xiaolei Bi" userId="S::xbi@eamv.dk::4defdd0b-eb6b-464a-acc0-49fc44ef47a7" providerId="AD" clId="Web-{84F09ED4-9568-47F6-9919-26C1BD1793A3}" dt="2025-10-15T10:38:42.858" v="29"/>
      <pc:docMkLst>
        <pc:docMk/>
      </pc:docMkLst>
    </pc:docChg>
  </pc:docChgLst>
  <pc:docChgLst>
    <pc:chgData name="Xiaolei Bi" userId="S::xbi@eamv.dk::4defdd0b-eb6b-464a-acc0-49fc44ef47a7" providerId="AD" clId="Web-{723CFAFB-BB5B-4BE0-9496-EF89EFD52D72}"/>
    <pc:docChg chg="addSld delSld modSld sldOrd addSection modSection">
      <pc:chgData name="Xiaolei Bi" userId="S::xbi@eamv.dk::4defdd0b-eb6b-464a-acc0-49fc44ef47a7" providerId="AD" clId="Web-{723CFAFB-BB5B-4BE0-9496-EF89EFD52D72}" dt="2025-11-10T13:16:10.988" v="274"/>
      <pc:docMkLst>
        <pc:docMk/>
      </pc:docMkLst>
      <pc:sldChg chg="addSp delSp modSp">
        <pc:chgData name="Xiaolei Bi" userId="S::xbi@eamv.dk::4defdd0b-eb6b-464a-acc0-49fc44ef47a7" providerId="AD" clId="Web-{723CFAFB-BB5B-4BE0-9496-EF89EFD52D72}" dt="2025-11-10T12:49:38.016" v="23" actId="20577"/>
        <pc:sldMkLst>
          <pc:docMk/>
          <pc:sldMk cId="48728990" sldId="259"/>
        </pc:sldMkLst>
        <pc:spChg chg="del">
          <ac:chgData name="Xiaolei Bi" userId="S::xbi@eamv.dk::4defdd0b-eb6b-464a-acc0-49fc44ef47a7" providerId="AD" clId="Web-{723CFAFB-BB5B-4BE0-9496-EF89EFD52D72}" dt="2025-11-10T12:48:43.156" v="0"/>
          <ac:spMkLst>
            <pc:docMk/>
            <pc:sldMk cId="48728990" sldId="259"/>
            <ac:spMk id="4" creationId="{586C7FD4-792D-4583-AD80-F243F6719A0F}"/>
          </ac:spMkLst>
        </pc:spChg>
        <pc:spChg chg="add mod">
          <ac:chgData name="Xiaolei Bi" userId="S::xbi@eamv.dk::4defdd0b-eb6b-464a-acc0-49fc44ef47a7" providerId="AD" clId="Web-{723CFAFB-BB5B-4BE0-9496-EF89EFD52D72}" dt="2025-11-10T12:49:22.265" v="17" actId="20577"/>
          <ac:spMkLst>
            <pc:docMk/>
            <pc:sldMk cId="48728990" sldId="259"/>
            <ac:spMk id="5" creationId="{3F16EFEE-2E02-0CB5-7D99-9E9C86931D58}"/>
          </ac:spMkLst>
        </pc:spChg>
        <pc:spChg chg="mod">
          <ac:chgData name="Xiaolei Bi" userId="S::xbi@eamv.dk::4defdd0b-eb6b-464a-acc0-49fc44ef47a7" providerId="AD" clId="Web-{723CFAFB-BB5B-4BE0-9496-EF89EFD52D72}" dt="2025-11-10T12:49:38.016" v="23" actId="20577"/>
          <ac:spMkLst>
            <pc:docMk/>
            <pc:sldMk cId="48728990" sldId="259"/>
            <ac:spMk id="6" creationId="{AD59CA99-3C41-4E1B-8F82-BFD0B7912FD8}"/>
          </ac:spMkLst>
        </pc:spChg>
        <pc:spChg chg="mod">
          <ac:chgData name="Xiaolei Bi" userId="S::xbi@eamv.dk::4defdd0b-eb6b-464a-acc0-49fc44ef47a7" providerId="AD" clId="Web-{723CFAFB-BB5B-4BE0-9496-EF89EFD52D72}" dt="2025-11-10T12:48:50.468" v="2" actId="20577"/>
          <ac:spMkLst>
            <pc:docMk/>
            <pc:sldMk cId="48728990" sldId="259"/>
            <ac:spMk id="8" creationId="{B5A75A71-75BC-E6B7-E8DC-B336C580B72F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49:27.469" v="18" actId="1076"/>
        <pc:sldMkLst>
          <pc:docMk/>
          <pc:sldMk cId="0" sldId="267"/>
        </pc:sldMkLst>
        <pc:spChg chg="mod">
          <ac:chgData name="Xiaolei Bi" userId="S::xbi@eamv.dk::4defdd0b-eb6b-464a-acc0-49fc44ef47a7" providerId="AD" clId="Web-{723CFAFB-BB5B-4BE0-9496-EF89EFD52D72}" dt="2025-11-10T12:49:27.469" v="18" actId="1076"/>
          <ac:spMkLst>
            <pc:docMk/>
            <pc:sldMk cId="0" sldId="267"/>
            <ac:spMk id="25602" creationId="{267FC8EF-8AEF-6260-7600-13EA98276F3F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3:14:47.894" v="242" actId="20577"/>
        <pc:sldMkLst>
          <pc:docMk/>
          <pc:sldMk cId="4158040157" sldId="280"/>
        </pc:sldMkLst>
        <pc:spChg chg="mod">
          <ac:chgData name="Xiaolei Bi" userId="S::xbi@eamv.dk::4defdd0b-eb6b-464a-acc0-49fc44ef47a7" providerId="AD" clId="Web-{723CFAFB-BB5B-4BE0-9496-EF89EFD52D72}" dt="2025-11-10T13:14:47.894" v="242" actId="20577"/>
          <ac:spMkLst>
            <pc:docMk/>
            <pc:sldMk cId="4158040157" sldId="280"/>
            <ac:spMk id="5" creationId="{E1FA6C56-334D-2007-2BC2-F0DAAE0DD1AB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52:34.876" v="40" actId="20577"/>
        <pc:sldMkLst>
          <pc:docMk/>
          <pc:sldMk cId="3103444059" sldId="287"/>
        </pc:sldMkLst>
        <pc:spChg chg="mod">
          <ac:chgData name="Xiaolei Bi" userId="S::xbi@eamv.dk::4defdd0b-eb6b-464a-acc0-49fc44ef47a7" providerId="AD" clId="Web-{723CFAFB-BB5B-4BE0-9496-EF89EFD52D72}" dt="2025-11-10T12:52:34.876" v="40" actId="20577"/>
          <ac:spMkLst>
            <pc:docMk/>
            <pc:sldMk cId="3103444059" sldId="287"/>
            <ac:spMk id="3" creationId="{00000000-0000-0000-0000-000000000000}"/>
          </ac:spMkLst>
        </pc:spChg>
      </pc:sldChg>
      <pc:sldChg chg="addSp delSp modSp add del">
        <pc:chgData name="Xiaolei Bi" userId="S::xbi@eamv.dk::4defdd0b-eb6b-464a-acc0-49fc44ef47a7" providerId="AD" clId="Web-{723CFAFB-BB5B-4BE0-9496-EF89EFD52D72}" dt="2025-11-10T13:11:38.925" v="206"/>
        <pc:sldMkLst>
          <pc:docMk/>
          <pc:sldMk cId="0" sldId="314"/>
        </pc:sldMkLst>
        <pc:spChg chg="add mod">
          <ac:chgData name="Xiaolei Bi" userId="S::xbi@eamv.dk::4defdd0b-eb6b-464a-acc0-49fc44ef47a7" providerId="AD" clId="Web-{723CFAFB-BB5B-4BE0-9496-EF89EFD52D72}" dt="2025-11-10T12:59:21.235" v="95" actId="20577"/>
          <ac:spMkLst>
            <pc:docMk/>
            <pc:sldMk cId="0" sldId="314"/>
            <ac:spMk id="2" creationId="{2EF1A62F-C51A-96A6-9568-18EAFC5D763C}"/>
          </ac:spMkLst>
        </pc:spChg>
        <pc:spChg chg="del">
          <ac:chgData name="Xiaolei Bi" userId="S::xbi@eamv.dk::4defdd0b-eb6b-464a-acc0-49fc44ef47a7" providerId="AD" clId="Web-{723CFAFB-BB5B-4BE0-9496-EF89EFD52D72}" dt="2025-11-10T12:59:23.251" v="96"/>
          <ac:spMkLst>
            <pc:docMk/>
            <pc:sldMk cId="0" sldId="314"/>
            <ac:spMk id="46084" creationId="{3E5399A1-67B9-37B7-1E98-DD9535544747}"/>
          </ac:spMkLst>
        </pc:spChg>
        <pc:spChg chg="mod">
          <ac:chgData name="Xiaolei Bi" userId="S::xbi@eamv.dk::4defdd0b-eb6b-464a-acc0-49fc44ef47a7" providerId="AD" clId="Web-{723CFAFB-BB5B-4BE0-9496-EF89EFD52D72}" dt="2025-11-10T13:01:27.532" v="116" actId="20577"/>
          <ac:spMkLst>
            <pc:docMk/>
            <pc:sldMk cId="0" sldId="314"/>
            <ac:spMk id="156674" creationId="{6B3CAD01-D47E-C04D-805B-AB6912562EBF}"/>
          </ac:spMkLst>
        </pc:spChg>
        <pc:spChg chg="mod">
          <ac:chgData name="Xiaolei Bi" userId="S::xbi@eamv.dk::4defdd0b-eb6b-464a-acc0-49fc44ef47a7" providerId="AD" clId="Web-{723CFAFB-BB5B-4BE0-9496-EF89EFD52D72}" dt="2025-11-10T13:04:12.251" v="136" actId="20577"/>
          <ac:spMkLst>
            <pc:docMk/>
            <pc:sldMk cId="0" sldId="314"/>
            <ac:spMk id="156675" creationId="{371A5234-93BE-4D1C-2B2D-F1FB4853760C}"/>
          </ac:spMkLst>
        </pc:spChg>
      </pc:sldChg>
      <pc:sldChg chg="addSp modSp add del">
        <pc:chgData name="Xiaolei Bi" userId="S::xbi@eamv.dk::4defdd0b-eb6b-464a-acc0-49fc44ef47a7" providerId="AD" clId="Web-{723CFAFB-BB5B-4BE0-9496-EF89EFD52D72}" dt="2025-11-10T13:11:39.003" v="208"/>
        <pc:sldMkLst>
          <pc:docMk/>
          <pc:sldMk cId="0" sldId="323"/>
        </pc:sldMkLst>
        <pc:spChg chg="add mod">
          <ac:chgData name="Xiaolei Bi" userId="S::xbi@eamv.dk::4defdd0b-eb6b-464a-acc0-49fc44ef47a7" providerId="AD" clId="Web-{723CFAFB-BB5B-4BE0-9496-EF89EFD52D72}" dt="2025-11-10T13:08:08.330" v="165" actId="1076"/>
          <ac:spMkLst>
            <pc:docMk/>
            <pc:sldMk cId="0" sldId="323"/>
            <ac:spMk id="2" creationId="{4EF81B43-FEE6-C367-DE0E-C847012A6268}"/>
          </ac:spMkLst>
        </pc:spChg>
        <pc:spChg chg="mod">
          <ac:chgData name="Xiaolei Bi" userId="S::xbi@eamv.dk::4defdd0b-eb6b-464a-acc0-49fc44ef47a7" providerId="AD" clId="Web-{723CFAFB-BB5B-4BE0-9496-EF89EFD52D72}" dt="2025-11-10T13:08:18.502" v="166"/>
          <ac:spMkLst>
            <pc:docMk/>
            <pc:sldMk cId="0" sldId="323"/>
            <ac:spMk id="172034" creationId="{FED440FA-F450-8A3F-490E-967DBD150063}"/>
          </ac:spMkLst>
        </pc:spChg>
        <pc:spChg chg="mod">
          <ac:chgData name="Xiaolei Bi" userId="S::xbi@eamv.dk::4defdd0b-eb6b-464a-acc0-49fc44ef47a7" providerId="AD" clId="Web-{723CFAFB-BB5B-4BE0-9496-EF89EFD52D72}" dt="2025-11-10T13:06:48.330" v="155" actId="20577"/>
          <ac:spMkLst>
            <pc:docMk/>
            <pc:sldMk cId="0" sldId="323"/>
            <ac:spMk id="172035" creationId="{53D126D5-1234-BF7F-5227-3F1AEDE4470F}"/>
          </ac:spMkLst>
        </pc:spChg>
      </pc:sldChg>
      <pc:sldChg chg="modSp add del">
        <pc:chgData name="Xiaolei Bi" userId="S::xbi@eamv.dk::4defdd0b-eb6b-464a-acc0-49fc44ef47a7" providerId="AD" clId="Web-{723CFAFB-BB5B-4BE0-9496-EF89EFD52D72}" dt="2025-11-10T13:11:38.847" v="205"/>
        <pc:sldMkLst>
          <pc:docMk/>
          <pc:sldMk cId="0" sldId="325"/>
        </pc:sldMkLst>
        <pc:spChg chg="mod">
          <ac:chgData name="Xiaolei Bi" userId="S::xbi@eamv.dk::4defdd0b-eb6b-464a-acc0-49fc44ef47a7" providerId="AD" clId="Web-{723CFAFB-BB5B-4BE0-9496-EF89EFD52D72}" dt="2025-11-10T13:01:02.454" v="108" actId="20577"/>
          <ac:spMkLst>
            <pc:docMk/>
            <pc:sldMk cId="0" sldId="325"/>
            <ac:spMk id="174082" creationId="{A57A8D83-2884-F489-1664-EAD91D8A872D}"/>
          </ac:spMkLst>
        </pc:spChg>
        <pc:spChg chg="mod">
          <ac:chgData name="Xiaolei Bi" userId="S::xbi@eamv.dk::4defdd0b-eb6b-464a-acc0-49fc44ef47a7" providerId="AD" clId="Web-{723CFAFB-BB5B-4BE0-9496-EF89EFD52D72}" dt="2025-11-10T13:01:19.470" v="112" actId="20577"/>
          <ac:spMkLst>
            <pc:docMk/>
            <pc:sldMk cId="0" sldId="325"/>
            <ac:spMk id="174083" creationId="{E57F77B6-BE41-26FC-FE92-ECC5A67EF0DE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49:53.359" v="24" actId="1076"/>
        <pc:sldMkLst>
          <pc:docMk/>
          <pc:sldMk cId="1438199596" sldId="369"/>
        </pc:sldMkLst>
        <pc:picChg chg="mod">
          <ac:chgData name="Xiaolei Bi" userId="S::xbi@eamv.dk::4defdd0b-eb6b-464a-acc0-49fc44ef47a7" providerId="AD" clId="Web-{723CFAFB-BB5B-4BE0-9496-EF89EFD52D72}" dt="2025-11-10T12:49:53.359" v="24" actId="1076"/>
          <ac:picMkLst>
            <pc:docMk/>
            <pc:sldMk cId="1438199596" sldId="369"/>
            <ac:picMk id="9" creationId="{F5925FC5-E224-8BC5-6D7B-165EAD153312}"/>
          </ac:picMkLst>
        </pc:picChg>
      </pc:sldChg>
      <pc:sldChg chg="addSp modSp add del">
        <pc:chgData name="Xiaolei Bi" userId="S::xbi@eamv.dk::4defdd0b-eb6b-464a-acc0-49fc44ef47a7" providerId="AD" clId="Web-{723CFAFB-BB5B-4BE0-9496-EF89EFD52D72}" dt="2025-11-10T13:11:39.065" v="209"/>
        <pc:sldMkLst>
          <pc:docMk/>
          <pc:sldMk cId="0" sldId="466"/>
        </pc:sldMkLst>
        <pc:spChg chg="add mod">
          <ac:chgData name="Xiaolei Bi" userId="S::xbi@eamv.dk::4defdd0b-eb6b-464a-acc0-49fc44ef47a7" providerId="AD" clId="Web-{723CFAFB-BB5B-4BE0-9496-EF89EFD52D72}" dt="2025-11-10T13:11:22.518" v="195" actId="20577"/>
          <ac:spMkLst>
            <pc:docMk/>
            <pc:sldMk cId="0" sldId="466"/>
            <ac:spMk id="2" creationId="{BC750B39-49E7-0E64-B6FD-1B1E07EFC897}"/>
          </ac:spMkLst>
        </pc:spChg>
        <pc:spChg chg="mod">
          <ac:chgData name="Xiaolei Bi" userId="S::xbi@eamv.dk::4defdd0b-eb6b-464a-acc0-49fc44ef47a7" providerId="AD" clId="Web-{723CFAFB-BB5B-4BE0-9496-EF89EFD52D72}" dt="2025-11-10T13:09:24.206" v="168" actId="20577"/>
          <ac:spMkLst>
            <pc:docMk/>
            <pc:sldMk cId="0" sldId="466"/>
            <ac:spMk id="403458" creationId="{C5D8E67B-427F-D67F-DA6C-FB2601D98C31}"/>
          </ac:spMkLst>
        </pc:spChg>
        <pc:spChg chg="mod">
          <ac:chgData name="Xiaolei Bi" userId="S::xbi@eamv.dk::4defdd0b-eb6b-464a-acc0-49fc44ef47a7" providerId="AD" clId="Web-{723CFAFB-BB5B-4BE0-9496-EF89EFD52D72}" dt="2025-11-10T13:11:27.143" v="197" actId="20577"/>
          <ac:spMkLst>
            <pc:docMk/>
            <pc:sldMk cId="0" sldId="466"/>
            <ac:spMk id="403459" creationId="{37DF2015-CEC8-9855-6FC1-291CBF762A55}"/>
          </ac:spMkLst>
        </pc:spChg>
      </pc:sldChg>
      <pc:sldChg chg="modSp add del">
        <pc:chgData name="Xiaolei Bi" userId="S::xbi@eamv.dk::4defdd0b-eb6b-464a-acc0-49fc44ef47a7" providerId="AD" clId="Web-{723CFAFB-BB5B-4BE0-9496-EF89EFD52D72}" dt="2025-11-10T13:11:38.800" v="204"/>
        <pc:sldMkLst>
          <pc:docMk/>
          <pc:sldMk cId="0" sldId="467"/>
        </pc:sldMkLst>
        <pc:spChg chg="mod">
          <ac:chgData name="Xiaolei Bi" userId="S::xbi@eamv.dk::4defdd0b-eb6b-464a-acc0-49fc44ef47a7" providerId="AD" clId="Web-{723CFAFB-BB5B-4BE0-9496-EF89EFD52D72}" dt="2025-11-10T12:58:57.657" v="84" actId="20577"/>
          <ac:spMkLst>
            <pc:docMk/>
            <pc:sldMk cId="0" sldId="467"/>
            <ac:spMk id="22530" creationId="{844575E7-B47B-48E7-4F55-195B5A1A57A8}"/>
          </ac:spMkLst>
        </pc:spChg>
      </pc:sldChg>
      <pc:sldChg chg="del">
        <pc:chgData name="Xiaolei Bi" userId="S::xbi@eamv.dk::4defdd0b-eb6b-464a-acc0-49fc44ef47a7" providerId="AD" clId="Web-{723CFAFB-BB5B-4BE0-9496-EF89EFD52D72}" dt="2025-11-10T13:13:31.378" v="228"/>
        <pc:sldMkLst>
          <pc:docMk/>
          <pc:sldMk cId="3832208420" sldId="479"/>
        </pc:sldMkLst>
      </pc:sldChg>
      <pc:sldChg chg="del">
        <pc:chgData name="Xiaolei Bi" userId="S::xbi@eamv.dk::4defdd0b-eb6b-464a-acc0-49fc44ef47a7" providerId="AD" clId="Web-{723CFAFB-BB5B-4BE0-9496-EF89EFD52D72}" dt="2025-11-10T13:13:36.456" v="232"/>
        <pc:sldMkLst>
          <pc:docMk/>
          <pc:sldMk cId="3210907725" sldId="1338"/>
        </pc:sldMkLst>
      </pc:sldChg>
      <pc:sldChg chg="del">
        <pc:chgData name="Xiaolei Bi" userId="S::xbi@eamv.dk::4defdd0b-eb6b-464a-acc0-49fc44ef47a7" providerId="AD" clId="Web-{723CFAFB-BB5B-4BE0-9496-EF89EFD52D72}" dt="2025-11-10T13:13:31.941" v="229"/>
        <pc:sldMkLst>
          <pc:docMk/>
          <pc:sldMk cId="1992087812" sldId="1376"/>
        </pc:sldMkLst>
      </pc:sldChg>
      <pc:sldChg chg="del">
        <pc:chgData name="Xiaolei Bi" userId="S::xbi@eamv.dk::4defdd0b-eb6b-464a-acc0-49fc44ef47a7" providerId="AD" clId="Web-{723CFAFB-BB5B-4BE0-9496-EF89EFD52D72}" dt="2025-11-10T13:13:33.878" v="231"/>
        <pc:sldMkLst>
          <pc:docMk/>
          <pc:sldMk cId="2189579271" sldId="1377"/>
        </pc:sldMkLst>
      </pc:sldChg>
      <pc:sldChg chg="del">
        <pc:chgData name="Xiaolei Bi" userId="S::xbi@eamv.dk::4defdd0b-eb6b-464a-acc0-49fc44ef47a7" providerId="AD" clId="Web-{723CFAFB-BB5B-4BE0-9496-EF89EFD52D72}" dt="2025-11-10T13:13:38.519" v="234"/>
        <pc:sldMkLst>
          <pc:docMk/>
          <pc:sldMk cId="2554658344" sldId="1379"/>
        </pc:sldMkLst>
      </pc:sldChg>
      <pc:sldChg chg="del">
        <pc:chgData name="Xiaolei Bi" userId="S::xbi@eamv.dk::4defdd0b-eb6b-464a-acc0-49fc44ef47a7" providerId="AD" clId="Web-{723CFAFB-BB5B-4BE0-9496-EF89EFD52D72}" dt="2025-11-10T13:13:42.894" v="235"/>
        <pc:sldMkLst>
          <pc:docMk/>
          <pc:sldMk cId="1141745869" sldId="1380"/>
        </pc:sldMkLst>
      </pc:sldChg>
      <pc:sldChg chg="del">
        <pc:chgData name="Xiaolei Bi" userId="S::xbi@eamv.dk::4defdd0b-eb6b-464a-acc0-49fc44ef47a7" providerId="AD" clId="Web-{723CFAFB-BB5B-4BE0-9496-EF89EFD52D72}" dt="2025-11-10T13:13:37.144" v="233"/>
        <pc:sldMkLst>
          <pc:docMk/>
          <pc:sldMk cId="397924092" sldId="1414"/>
        </pc:sldMkLst>
      </pc:sldChg>
      <pc:sldChg chg="delSp modSp ord">
        <pc:chgData name="Xiaolei Bi" userId="S::xbi@eamv.dk::4defdd0b-eb6b-464a-acc0-49fc44ef47a7" providerId="AD" clId="Web-{723CFAFB-BB5B-4BE0-9496-EF89EFD52D72}" dt="2025-11-10T13:14:29.081" v="240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723CFAFB-BB5B-4BE0-9496-EF89EFD52D72}" dt="2025-11-10T13:14:11.034" v="238" actId="20577"/>
          <ac:spMkLst>
            <pc:docMk/>
            <pc:sldMk cId="2722713620" sldId="1415"/>
            <ac:spMk id="3" creationId="{A35FFF1D-0FAB-D45F-4888-ECBDCB4F6025}"/>
          </ac:spMkLst>
        </pc:spChg>
        <pc:spChg chg="del">
          <ac:chgData name="Xiaolei Bi" userId="S::xbi@eamv.dk::4defdd0b-eb6b-464a-acc0-49fc44ef47a7" providerId="AD" clId="Web-{723CFAFB-BB5B-4BE0-9496-EF89EFD52D72}" dt="2025-11-10T13:14:04.753" v="236"/>
          <ac:spMkLst>
            <pc:docMk/>
            <pc:sldMk cId="2722713620" sldId="1415"/>
            <ac:spMk id="6" creationId="{19BBD6A3-0F51-BB24-B25D-DD8449DAC951}"/>
          </ac:spMkLst>
        </pc:spChg>
      </pc:sldChg>
      <pc:sldChg chg="addSp modSp">
        <pc:chgData name="Xiaolei Bi" userId="S::xbi@eamv.dk::4defdd0b-eb6b-464a-acc0-49fc44ef47a7" providerId="AD" clId="Web-{723CFAFB-BB5B-4BE0-9496-EF89EFD52D72}" dt="2025-11-10T13:12:21.159" v="222" actId="20577"/>
        <pc:sldMkLst>
          <pc:docMk/>
          <pc:sldMk cId="3882201368" sldId="1417"/>
        </pc:sldMkLst>
        <pc:spChg chg="add mod">
          <ac:chgData name="Xiaolei Bi" userId="S::xbi@eamv.dk::4defdd0b-eb6b-464a-acc0-49fc44ef47a7" providerId="AD" clId="Web-{723CFAFB-BB5B-4BE0-9496-EF89EFD52D72}" dt="2025-11-10T13:12:21.159" v="222" actId="20577"/>
          <ac:spMkLst>
            <pc:docMk/>
            <pc:sldMk cId="3882201368" sldId="1417"/>
            <ac:spMk id="4" creationId="{C20EC118-01E0-502E-DEFF-17E66B0689EA}"/>
          </ac:spMkLst>
        </pc:spChg>
      </pc:sldChg>
      <pc:sldChg chg="delSp modSp">
        <pc:chgData name="Xiaolei Bi" userId="S::xbi@eamv.dk::4defdd0b-eb6b-464a-acc0-49fc44ef47a7" providerId="AD" clId="Web-{723CFAFB-BB5B-4BE0-9496-EF89EFD52D72}" dt="2025-11-10T13:13:16.784" v="227" actId="20577"/>
        <pc:sldMkLst>
          <pc:docMk/>
          <pc:sldMk cId="1813504473" sldId="1422"/>
        </pc:sldMkLst>
        <pc:spChg chg="mod">
          <ac:chgData name="Xiaolei Bi" userId="S::xbi@eamv.dk::4defdd0b-eb6b-464a-acc0-49fc44ef47a7" providerId="AD" clId="Web-{723CFAFB-BB5B-4BE0-9496-EF89EFD52D72}" dt="2025-11-10T13:13:16.784" v="227" actId="20577"/>
          <ac:spMkLst>
            <pc:docMk/>
            <pc:sldMk cId="1813504473" sldId="1422"/>
            <ac:spMk id="2" creationId="{B66EF3D3-5E59-1C4E-9EFF-156535960179}"/>
          </ac:spMkLst>
        </pc:spChg>
        <pc:spChg chg="del mod">
          <ac:chgData name="Xiaolei Bi" userId="S::xbi@eamv.dk::4defdd0b-eb6b-464a-acc0-49fc44ef47a7" providerId="AD" clId="Web-{723CFAFB-BB5B-4BE0-9496-EF89EFD52D72}" dt="2025-11-10T13:13:04.425" v="226"/>
          <ac:spMkLst>
            <pc:docMk/>
            <pc:sldMk cId="1813504473" sldId="1422"/>
            <ac:spMk id="3" creationId="{3F9DDC12-57E2-B84A-BB1C-8F893138D274}"/>
          </ac:spMkLst>
        </pc:spChg>
      </pc:sldChg>
      <pc:sldChg chg="del">
        <pc:chgData name="Xiaolei Bi" userId="S::xbi@eamv.dk::4defdd0b-eb6b-464a-acc0-49fc44ef47a7" providerId="AD" clId="Web-{723CFAFB-BB5B-4BE0-9496-EF89EFD52D72}" dt="2025-11-10T12:55:45.798" v="58"/>
        <pc:sldMkLst>
          <pc:docMk/>
          <pc:sldMk cId="2714357111" sldId="1423"/>
        </pc:sldMkLst>
      </pc:sldChg>
      <pc:sldChg chg="addSp delSp modSp">
        <pc:chgData name="Xiaolei Bi" userId="S::xbi@eamv.dk::4defdd0b-eb6b-464a-acc0-49fc44ef47a7" providerId="AD" clId="Web-{723CFAFB-BB5B-4BE0-9496-EF89EFD52D72}" dt="2025-11-10T13:16:10.988" v="274"/>
        <pc:sldMkLst>
          <pc:docMk/>
          <pc:sldMk cId="467469942" sldId="1424"/>
        </pc:sldMkLst>
        <pc:spChg chg="add del">
          <ac:chgData name="Xiaolei Bi" userId="S::xbi@eamv.dk::4defdd0b-eb6b-464a-acc0-49fc44ef47a7" providerId="AD" clId="Web-{723CFAFB-BB5B-4BE0-9496-EF89EFD52D72}" dt="2025-11-10T13:16:07.847" v="270"/>
          <ac:spMkLst>
            <pc:docMk/>
            <pc:sldMk cId="467469942" sldId="1424"/>
            <ac:spMk id="2" creationId="{B80E519C-AD4E-5F7C-2CEB-4B42BF180A97}"/>
          </ac:spMkLst>
        </pc:spChg>
        <pc:spChg chg="add del mod">
          <ac:chgData name="Xiaolei Bi" userId="S::xbi@eamv.dk::4defdd0b-eb6b-464a-acc0-49fc44ef47a7" providerId="AD" clId="Web-{723CFAFB-BB5B-4BE0-9496-EF89EFD52D72}" dt="2025-11-10T13:16:10.644" v="273" actId="14100"/>
          <ac:spMkLst>
            <pc:docMk/>
            <pc:sldMk cId="467469942" sldId="1424"/>
            <ac:spMk id="3" creationId="{C14A9B0B-5D85-772C-41A3-607E8C1D142D}"/>
          </ac:spMkLst>
        </pc:spChg>
        <pc:spChg chg="del">
          <ac:chgData name="Xiaolei Bi" userId="S::xbi@eamv.dk::4defdd0b-eb6b-464a-acc0-49fc44ef47a7" providerId="AD" clId="Web-{723CFAFB-BB5B-4BE0-9496-EF89EFD52D72}" dt="2025-11-10T13:14:12.769" v="239"/>
          <ac:spMkLst>
            <pc:docMk/>
            <pc:sldMk cId="467469942" sldId="1424"/>
            <ac:spMk id="5" creationId="{FFE48855-4F48-5EE2-9CF7-8C662A95A42C}"/>
          </ac:spMkLst>
        </pc:spChg>
        <pc:spChg chg="add del mod">
          <ac:chgData name="Xiaolei Bi" userId="S::xbi@eamv.dk::4defdd0b-eb6b-464a-acc0-49fc44ef47a7" providerId="AD" clId="Web-{723CFAFB-BB5B-4BE0-9496-EF89EFD52D72}" dt="2025-11-10T13:16:10.988" v="274"/>
          <ac:spMkLst>
            <pc:docMk/>
            <pc:sldMk cId="467469942" sldId="1424"/>
            <ac:spMk id="6" creationId="{5094C39A-023D-5F5F-F84D-868F62A1FF5C}"/>
          </ac:spMkLst>
        </pc:spChg>
        <pc:spChg chg="add del mod">
          <ac:chgData name="Xiaolei Bi" userId="S::xbi@eamv.dk::4defdd0b-eb6b-464a-acc0-49fc44ef47a7" providerId="AD" clId="Web-{723CFAFB-BB5B-4BE0-9496-EF89EFD52D72}" dt="2025-11-10T13:16:07.253" v="265"/>
          <ac:spMkLst>
            <pc:docMk/>
            <pc:sldMk cId="467469942" sldId="1424"/>
            <ac:spMk id="8" creationId="{70AECFAB-8FC0-A142-D1CD-1215D868E5BC}"/>
          </ac:spMkLst>
        </pc:spChg>
        <pc:picChg chg="add del mod">
          <ac:chgData name="Xiaolei Bi" userId="S::xbi@eamv.dk::4defdd0b-eb6b-464a-acc0-49fc44ef47a7" providerId="AD" clId="Web-{723CFAFB-BB5B-4BE0-9496-EF89EFD52D72}" dt="2025-11-10T13:16:07.284" v="266"/>
          <ac:picMkLst>
            <pc:docMk/>
            <pc:sldMk cId="467469942" sldId="1424"/>
            <ac:picMk id="4" creationId="{6B3A8E4B-8469-1108-96EE-FE70FE069AAF}"/>
          </ac:picMkLst>
        </pc:picChg>
      </pc:sldChg>
      <pc:sldChg chg="modSp">
        <pc:chgData name="Xiaolei Bi" userId="S::xbi@eamv.dk::4defdd0b-eb6b-464a-acc0-49fc44ef47a7" providerId="AD" clId="Web-{723CFAFB-BB5B-4BE0-9496-EF89EFD52D72}" dt="2025-11-10T12:51:57.985" v="38" actId="1076"/>
        <pc:sldMkLst>
          <pc:docMk/>
          <pc:sldMk cId="2328329772" sldId="1426"/>
        </pc:sldMkLst>
        <pc:spChg chg="mod">
          <ac:chgData name="Xiaolei Bi" userId="S::xbi@eamv.dk::4defdd0b-eb6b-464a-acc0-49fc44ef47a7" providerId="AD" clId="Web-{723CFAFB-BB5B-4BE0-9496-EF89EFD52D72}" dt="2025-11-10T12:51:57.985" v="38" actId="1076"/>
          <ac:spMkLst>
            <pc:docMk/>
            <pc:sldMk cId="2328329772" sldId="1426"/>
            <ac:spMk id="3" creationId="{79DC4032-E552-C6AD-BF91-C3D314D74D7B}"/>
          </ac:spMkLst>
        </pc:spChg>
      </pc:sldChg>
      <pc:sldChg chg="del">
        <pc:chgData name="Xiaolei Bi" userId="S::xbi@eamv.dk::4defdd0b-eb6b-464a-acc0-49fc44ef47a7" providerId="AD" clId="Web-{723CFAFB-BB5B-4BE0-9496-EF89EFD52D72}" dt="2025-11-10T12:55:48.923" v="59"/>
        <pc:sldMkLst>
          <pc:docMk/>
          <pc:sldMk cId="851401344" sldId="1430"/>
        </pc:sldMkLst>
      </pc:sldChg>
      <pc:sldChg chg="modSp">
        <pc:chgData name="Xiaolei Bi" userId="S::xbi@eamv.dk::4defdd0b-eb6b-464a-acc0-49fc44ef47a7" providerId="AD" clId="Web-{723CFAFB-BB5B-4BE0-9496-EF89EFD52D72}" dt="2025-11-10T12:54:08.673" v="57" actId="20577"/>
        <pc:sldMkLst>
          <pc:docMk/>
          <pc:sldMk cId="269008204" sldId="1433"/>
        </pc:sldMkLst>
        <pc:spChg chg="mod">
          <ac:chgData name="Xiaolei Bi" userId="S::xbi@eamv.dk::4defdd0b-eb6b-464a-acc0-49fc44ef47a7" providerId="AD" clId="Web-{723CFAFB-BB5B-4BE0-9496-EF89EFD52D72}" dt="2025-11-10T12:54:08.673" v="57" actId="20577"/>
          <ac:spMkLst>
            <pc:docMk/>
            <pc:sldMk cId="269008204" sldId="1433"/>
            <ac:spMk id="2" creationId="{4F70B939-C003-5C8F-C67B-944D44428031}"/>
          </ac:spMkLst>
        </pc:spChg>
      </pc:sldChg>
      <pc:sldChg chg="del">
        <pc:chgData name="Xiaolei Bi" userId="S::xbi@eamv.dk::4defdd0b-eb6b-464a-acc0-49fc44ef47a7" providerId="AD" clId="Web-{723CFAFB-BB5B-4BE0-9496-EF89EFD52D72}" dt="2025-11-10T13:13:32.581" v="230"/>
        <pc:sldMkLst>
          <pc:docMk/>
          <pc:sldMk cId="1477750224" sldId="1437"/>
        </pc:sldMkLst>
      </pc:sldChg>
      <pc:sldChg chg="modSp new">
        <pc:chgData name="Xiaolei Bi" userId="S::xbi@eamv.dk::4defdd0b-eb6b-464a-acc0-49fc44ef47a7" providerId="AD" clId="Web-{723CFAFB-BB5B-4BE0-9496-EF89EFD52D72}" dt="2025-11-10T12:51:33.469" v="37" actId="20577"/>
        <pc:sldMkLst>
          <pc:docMk/>
          <pc:sldMk cId="3189259789" sldId="1438"/>
        </pc:sldMkLst>
        <pc:spChg chg="mod">
          <ac:chgData name="Xiaolei Bi" userId="S::xbi@eamv.dk::4defdd0b-eb6b-464a-acc0-49fc44ef47a7" providerId="AD" clId="Web-{723CFAFB-BB5B-4BE0-9496-EF89EFD52D72}" dt="2025-11-10T12:51:33.469" v="37" actId="20577"/>
          <ac:spMkLst>
            <pc:docMk/>
            <pc:sldMk cId="3189259789" sldId="1438"/>
            <ac:spMk id="3" creationId="{D0504DC4-5BD3-ABEB-32A4-4ECCF55D1AF3}"/>
          </ac:spMkLst>
        </pc:spChg>
      </pc:sldChg>
      <pc:sldChg chg="modSp new">
        <pc:chgData name="Xiaolei Bi" userId="S::xbi@eamv.dk::4defdd0b-eb6b-464a-acc0-49fc44ef47a7" providerId="AD" clId="Web-{723CFAFB-BB5B-4BE0-9496-EF89EFD52D72}" dt="2025-11-10T12:51:00.610" v="35" actId="20577"/>
        <pc:sldMkLst>
          <pc:docMk/>
          <pc:sldMk cId="1734061185" sldId="1439"/>
        </pc:sldMkLst>
        <pc:spChg chg="mod">
          <ac:chgData name="Xiaolei Bi" userId="S::xbi@eamv.dk::4defdd0b-eb6b-464a-acc0-49fc44ef47a7" providerId="AD" clId="Web-{723CFAFB-BB5B-4BE0-9496-EF89EFD52D72}" dt="2025-11-10T12:50:53.297" v="31" actId="20577"/>
          <ac:spMkLst>
            <pc:docMk/>
            <pc:sldMk cId="1734061185" sldId="1439"/>
            <ac:spMk id="3" creationId="{8A9FD138-21DF-E053-6856-619075E75F77}"/>
          </ac:spMkLst>
        </pc:spChg>
        <pc:spChg chg="mod">
          <ac:chgData name="Xiaolei Bi" userId="S::xbi@eamv.dk::4defdd0b-eb6b-464a-acc0-49fc44ef47a7" providerId="AD" clId="Web-{723CFAFB-BB5B-4BE0-9496-EF89EFD52D72}" dt="2025-11-10T12:51:00.610" v="35" actId="20577"/>
          <ac:spMkLst>
            <pc:docMk/>
            <pc:sldMk cId="1734061185" sldId="1439"/>
            <ac:spMk id="4" creationId="{6EC91A48-116D-44A8-289C-64D901529EFD}"/>
          </ac:spMkLst>
        </pc:spChg>
      </pc:sldChg>
      <pc:sldChg chg="addSp modSp new">
        <pc:chgData name="Xiaolei Bi" userId="S::xbi@eamv.dk::4defdd0b-eb6b-464a-acc0-49fc44ef47a7" providerId="AD" clId="Web-{723CFAFB-BB5B-4BE0-9496-EF89EFD52D72}" dt="2025-11-10T12:56:17.173" v="68" actId="20577"/>
        <pc:sldMkLst>
          <pc:docMk/>
          <pc:sldMk cId="3724228269" sldId="1440"/>
        </pc:sldMkLst>
        <pc:spChg chg="add mod">
          <ac:chgData name="Xiaolei Bi" userId="S::xbi@eamv.dk::4defdd0b-eb6b-464a-acc0-49fc44ef47a7" providerId="AD" clId="Web-{723CFAFB-BB5B-4BE0-9496-EF89EFD52D72}" dt="2025-11-10T12:56:17.173" v="68" actId="20577"/>
          <ac:spMkLst>
            <pc:docMk/>
            <pc:sldMk cId="3724228269" sldId="1440"/>
            <ac:spMk id="2" creationId="{30C107E7-91AE-9554-CA18-9E787BFAB2AF}"/>
          </ac:spMkLst>
        </pc:spChg>
      </pc:sldChg>
      <pc:sldChg chg="addSp modSp new add del">
        <pc:chgData name="Xiaolei Bi" userId="S::xbi@eamv.dk::4defdd0b-eb6b-464a-acc0-49fc44ef47a7" providerId="AD" clId="Web-{723CFAFB-BB5B-4BE0-9496-EF89EFD52D72}" dt="2025-11-10T13:11:38.972" v="207"/>
        <pc:sldMkLst>
          <pc:docMk/>
          <pc:sldMk cId="383058596" sldId="1441"/>
        </pc:sldMkLst>
        <pc:spChg chg="mod">
          <ac:chgData name="Xiaolei Bi" userId="S::xbi@eamv.dk::4defdd0b-eb6b-464a-acc0-49fc44ef47a7" providerId="AD" clId="Web-{723CFAFB-BB5B-4BE0-9496-EF89EFD52D72}" dt="2025-11-10T13:04:25.720" v="146" actId="20577"/>
          <ac:spMkLst>
            <pc:docMk/>
            <pc:sldMk cId="383058596" sldId="1441"/>
            <ac:spMk id="2" creationId="{31158877-461B-920C-85B7-B398B58C9585}"/>
          </ac:spMkLst>
        </pc:spChg>
        <pc:spChg chg="mod">
          <ac:chgData name="Xiaolei Bi" userId="S::xbi@eamv.dk::4defdd0b-eb6b-464a-acc0-49fc44ef47a7" providerId="AD" clId="Web-{723CFAFB-BB5B-4BE0-9496-EF89EFD52D72}" dt="2025-11-10T13:04:15.736" v="138" actId="20577"/>
          <ac:spMkLst>
            <pc:docMk/>
            <pc:sldMk cId="383058596" sldId="1441"/>
            <ac:spMk id="3" creationId="{B7E06079-3BDD-639F-4EEF-34FF57CB1978}"/>
          </ac:spMkLst>
        </pc:spChg>
        <pc:spChg chg="add mod">
          <ac:chgData name="Xiaolei Bi" userId="S::xbi@eamv.dk::4defdd0b-eb6b-464a-acc0-49fc44ef47a7" providerId="AD" clId="Web-{723CFAFB-BB5B-4BE0-9496-EF89EFD52D72}" dt="2025-11-10T13:05:04.423" v="149" actId="20577"/>
          <ac:spMkLst>
            <pc:docMk/>
            <pc:sldMk cId="383058596" sldId="1441"/>
            <ac:spMk id="4" creationId="{B26F43AD-C284-0155-F765-FCA542225D7B}"/>
          </ac:spMkLst>
        </pc:spChg>
      </pc:sldChg>
    </pc:docChg>
  </pc:docChgLst>
  <pc:docChgLst>
    <pc:chgData name="Xiaolei Bi" userId="S::xbi@eamv.dk::4defdd0b-eb6b-464a-acc0-49fc44ef47a7" providerId="AD" clId="Web-{CE07E7D2-8D29-4A8D-88C7-CC704FFF1FA2}"/>
    <pc:docChg chg="modSld">
      <pc:chgData name="Xiaolei Bi" userId="S::xbi@eamv.dk::4defdd0b-eb6b-464a-acc0-49fc44ef47a7" providerId="AD" clId="Web-{CE07E7D2-8D29-4A8D-88C7-CC704FFF1FA2}" dt="2025-10-28T12:51:33.860" v="3"/>
      <pc:docMkLst>
        <pc:docMk/>
      </pc:docMkLst>
      <pc:sldChg chg="addSp delSp modSp">
        <pc:chgData name="Xiaolei Bi" userId="S::xbi@eamv.dk::4defdd0b-eb6b-464a-acc0-49fc44ef47a7" providerId="AD" clId="Web-{CE07E7D2-8D29-4A8D-88C7-CC704FFF1FA2}" dt="2025-10-28T12:51:33.860" v="3"/>
        <pc:sldMkLst>
          <pc:docMk/>
          <pc:sldMk cId="2722713620" sldId="1415"/>
        </pc:sldMkLst>
        <pc:spChg chg="add mod">
          <ac:chgData name="Xiaolei Bi" userId="S::xbi@eamv.dk::4defdd0b-eb6b-464a-acc0-49fc44ef47a7" providerId="AD" clId="Web-{CE07E7D2-8D29-4A8D-88C7-CC704FFF1FA2}" dt="2025-10-28T12:51:21.234" v="2" actId="1076"/>
          <ac:spMkLst>
            <pc:docMk/>
            <pc:sldMk cId="2722713620" sldId="1415"/>
            <ac:spMk id="4" creationId="{2CA9AE63-043E-650D-BE15-7E379C97CEDE}"/>
          </ac:spMkLst>
        </pc:spChg>
      </pc:sldChg>
    </pc:docChg>
  </pc:docChgLst>
  <pc:docChgLst>
    <pc:chgData name="Xiaolei Bi" userId="S::xbi@eamv.dk::4defdd0b-eb6b-464a-acc0-49fc44ef47a7" providerId="AD" clId="Web-{56722DE0-0C77-4BB5-934D-42CBF3181A2C}"/>
    <pc:docChg chg="addSld delSld modSld modSection">
      <pc:chgData name="Xiaolei Bi" userId="S::xbi@eamv.dk::4defdd0b-eb6b-464a-acc0-49fc44ef47a7" providerId="AD" clId="Web-{56722DE0-0C77-4BB5-934D-42CBF3181A2C}" dt="2025-11-10T13:21:46.440" v="45" actId="1076"/>
      <pc:docMkLst>
        <pc:docMk/>
      </pc:docMkLst>
      <pc:sldChg chg="addSp delSp modSp new">
        <pc:chgData name="Xiaolei Bi" userId="S::xbi@eamv.dk::4defdd0b-eb6b-464a-acc0-49fc44ef47a7" providerId="AD" clId="Web-{56722DE0-0C77-4BB5-934D-42CBF3181A2C}" dt="2025-11-10T13:21:46.440" v="45" actId="1076"/>
        <pc:sldMkLst>
          <pc:docMk/>
          <pc:sldMk cId="3233686849" sldId="1444"/>
        </pc:sldMkLst>
        <pc:spChg chg="del mod">
          <ac:chgData name="Xiaolei Bi" userId="S::xbi@eamv.dk::4defdd0b-eb6b-464a-acc0-49fc44ef47a7" providerId="AD" clId="Web-{56722DE0-0C77-4BB5-934D-42CBF3181A2C}" dt="2025-11-10T13:21:42.893" v="44"/>
          <ac:spMkLst>
            <pc:docMk/>
            <pc:sldMk cId="3233686849" sldId="1444"/>
            <ac:spMk id="2" creationId="{2F2826DB-F3E4-861D-30C2-180D0A5D4414}"/>
          </ac:spMkLst>
        </pc:spChg>
        <pc:spChg chg="mod">
          <ac:chgData name="Xiaolei Bi" userId="S::xbi@eamv.dk::4defdd0b-eb6b-464a-acc0-49fc44ef47a7" providerId="AD" clId="Web-{56722DE0-0C77-4BB5-934D-42CBF3181A2C}" dt="2025-11-10T13:21:39.393" v="42" actId="1076"/>
          <ac:spMkLst>
            <pc:docMk/>
            <pc:sldMk cId="3233686849" sldId="1444"/>
            <ac:spMk id="3" creationId="{D9E74A7D-90F7-4328-3332-8DF8DF5B33E4}"/>
          </ac:spMkLst>
        </pc:spChg>
        <pc:spChg chg="del">
          <ac:chgData name="Xiaolei Bi" userId="S::xbi@eamv.dk::4defdd0b-eb6b-464a-acc0-49fc44ef47a7" providerId="AD" clId="Web-{56722DE0-0C77-4BB5-934D-42CBF3181A2C}" dt="2025-11-10T13:21:08.876" v="24"/>
          <ac:spMkLst>
            <pc:docMk/>
            <pc:sldMk cId="3233686849" sldId="1444"/>
            <ac:spMk id="4" creationId="{CE7F64EA-5464-F075-D507-2C3C123EE9F8}"/>
          </ac:spMkLst>
        </pc:spChg>
        <pc:spChg chg="add mod">
          <ac:chgData name="Xiaolei Bi" userId="S::xbi@eamv.dk::4defdd0b-eb6b-464a-acc0-49fc44ef47a7" providerId="AD" clId="Web-{56722DE0-0C77-4BB5-934D-42CBF3181A2C}" dt="2025-11-10T13:21:46.440" v="45" actId="1076"/>
          <ac:spMkLst>
            <pc:docMk/>
            <pc:sldMk cId="3233686849" sldId="1444"/>
            <ac:spMk id="5" creationId="{8B63F715-6EF7-B8DC-1748-3E7CFB21D39A}"/>
          </ac:spMkLst>
        </pc:spChg>
      </pc:sldChg>
      <pc:sldChg chg="addSp delSp modSp new del">
        <pc:chgData name="Xiaolei Bi" userId="S::xbi@eamv.dk::4defdd0b-eb6b-464a-acc0-49fc44ef47a7" providerId="AD" clId="Web-{56722DE0-0C77-4BB5-934D-42CBF3181A2C}" dt="2025-11-10T13:21:10.486" v="25"/>
        <pc:sldMkLst>
          <pc:docMk/>
          <pc:sldMk cId="900517682" sldId="1445"/>
        </pc:sldMkLst>
        <pc:spChg chg="del mod">
          <ac:chgData name="Xiaolei Bi" userId="S::xbi@eamv.dk::4defdd0b-eb6b-464a-acc0-49fc44ef47a7" providerId="AD" clId="Web-{56722DE0-0C77-4BB5-934D-42CBF3181A2C}" dt="2025-11-10T13:20:58.407" v="16"/>
          <ac:spMkLst>
            <pc:docMk/>
            <pc:sldMk cId="900517682" sldId="1445"/>
            <ac:spMk id="2" creationId="{419B67B3-1C32-3E58-011F-5E304D35BB18}"/>
          </ac:spMkLst>
        </pc:spChg>
        <pc:spChg chg="del">
          <ac:chgData name="Xiaolei Bi" userId="S::xbi@eamv.dk::4defdd0b-eb6b-464a-acc0-49fc44ef47a7" providerId="AD" clId="Web-{56722DE0-0C77-4BB5-934D-42CBF3181A2C}" dt="2025-11-10T13:20:23.374" v="3"/>
          <ac:spMkLst>
            <pc:docMk/>
            <pc:sldMk cId="900517682" sldId="1445"/>
            <ac:spMk id="3" creationId="{BFBA94EB-F177-65B8-AE7F-4C1E763F675A}"/>
          </ac:spMkLst>
        </pc:spChg>
        <pc:spChg chg="add del mod">
          <ac:chgData name="Xiaolei Bi" userId="S::xbi@eamv.dk::4defdd0b-eb6b-464a-acc0-49fc44ef47a7" providerId="AD" clId="Web-{56722DE0-0C77-4BB5-934D-42CBF3181A2C}" dt="2025-11-10T13:21:02.892" v="20"/>
          <ac:spMkLst>
            <pc:docMk/>
            <pc:sldMk cId="900517682" sldId="1445"/>
            <ac:spMk id="5" creationId="{1836AA7E-B942-A95A-D3AC-B53EE4243E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45A70C-3A48-43A1-A90F-E5868B1EC98B}" type="datetimeFigureOut"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8BD003-981B-491A-825D-480F6E95AF8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3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7388F2F4-D552-61D9-21FB-A9340BE838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57163" y="758825"/>
            <a:ext cx="6477000" cy="36449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347D3FAE-36AF-D118-6009-AA7072AAEF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0738"/>
            <a:ext cx="4975225" cy="44037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71964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F52F75E-7E8B-18B2-7545-B58E92544A7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857250"/>
            <a:ext cx="6070600" cy="34163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B74F0E74-931E-F46D-7979-98960E106F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3913"/>
            <a:ext cx="4975225" cy="41179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35371-ACE0-7C42-A59A-EDF234485393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17345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D18CFACD-FF70-0908-DC27-6DC2FDA942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857250"/>
            <a:ext cx="6070600" cy="34163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96B0F3C0-C70B-3B69-5691-C512B72315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3913"/>
            <a:ext cx="4975225" cy="41179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68565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</a:t>
            </a:r>
          </a:p>
          <a:p>
            <a:r>
              <a:rPr lang="en-GB" dirty="0"/>
              <a:t>DESCRIBE Customers;</a:t>
            </a:r>
          </a:p>
          <a:p>
            <a:r>
              <a:rPr lang="en-GB" dirty="0"/>
              <a:t>-- </a:t>
            </a:r>
            <a:r>
              <a:rPr lang="en-GB" dirty="0" err="1"/>
              <a:t>eller</a:t>
            </a:r>
            <a:endParaRPr lang="en-GB" dirty="0"/>
          </a:p>
          <a:p>
            <a:r>
              <a:rPr lang="en-GB" dirty="0"/>
              <a:t>DESC Customers; or click the I icon by the </a:t>
            </a:r>
            <a:r>
              <a:rPr lang="en-GB" dirty="0" err="1"/>
              <a:t>db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53767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B967-CADA-4978-D5F6-36FE4560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F25EF4-7FD6-029C-E89B-3AFD02266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D016A-8965-217D-CE6D-36BE85251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</a:t>
            </a:r>
          </a:p>
          <a:p>
            <a:r>
              <a:rPr lang="en-GB" dirty="0"/>
              <a:t>DESCRIBE Customers;</a:t>
            </a:r>
          </a:p>
          <a:p>
            <a:r>
              <a:rPr lang="en-GB" dirty="0"/>
              <a:t>-- </a:t>
            </a:r>
            <a:r>
              <a:rPr lang="en-GB" dirty="0" err="1"/>
              <a:t>eller</a:t>
            </a:r>
            <a:endParaRPr lang="en-GB" dirty="0"/>
          </a:p>
          <a:p>
            <a:r>
              <a:rPr lang="en-GB" dirty="0"/>
              <a:t>DESC Customers; or click the I icon by the </a:t>
            </a:r>
            <a:r>
              <a:rPr lang="en-GB" dirty="0" err="1"/>
              <a:t>db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9000A-12D1-B86F-B372-C1A8C02AD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15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51810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in EU format </a:t>
            </a:r>
          </a:p>
          <a:p>
            <a:r>
              <a:rPr lang="en-GB" dirty="0"/>
              <a:t>select</a:t>
            </a:r>
          </a:p>
          <a:p>
            <a:r>
              <a:rPr lang="en-GB" dirty="0"/>
              <a:t>    released,</a:t>
            </a:r>
          </a:p>
          <a:p>
            <a:r>
              <a:rPr lang="en-GB" dirty="0"/>
              <a:t>    DATE_FORMAT(released, '%</a:t>
            </a:r>
            <a:r>
              <a:rPr lang="en-GB" dirty="0" err="1"/>
              <a:t>d.%m.%Y</a:t>
            </a:r>
            <a:r>
              <a:rPr lang="en-GB" dirty="0"/>
              <a:t>') AS </a:t>
            </a:r>
            <a:r>
              <a:rPr lang="en-GB" dirty="0" err="1"/>
              <a:t>release_date_EU</a:t>
            </a:r>
            <a:endParaRPr lang="en-GB" dirty="0"/>
          </a:p>
          <a:p>
            <a:r>
              <a:rPr lang="en-GB" dirty="0"/>
              <a:t>from</a:t>
            </a:r>
          </a:p>
          <a:p>
            <a:r>
              <a:rPr lang="en-GB" dirty="0"/>
              <a:t>   </a:t>
            </a:r>
            <a:r>
              <a:rPr lang="en-GB" dirty="0" err="1"/>
              <a:t>album.album</a:t>
            </a:r>
            <a:r>
              <a:rPr lang="en-GB" dirty="0"/>
              <a:t>;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51656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Datetime is for events, appointments</a:t>
            </a:r>
          </a:p>
          <a:p>
            <a:r>
              <a:rPr lang="en-US" dirty="0">
                <a:ea typeface="Calibri"/>
                <a:cs typeface="Calibri"/>
              </a:rPr>
              <a:t>Timestamp log activity</a:t>
            </a:r>
          </a:p>
          <a:p>
            <a:endParaRPr lang="en-US" dirty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315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2978A479-C0F2-45C2-1AF2-4970DACC13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noFill/>
          <a:ln/>
        </p:spPr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F8DE6B63-5B0E-33B7-5335-FEC4D1455D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436825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</a:t>
            </a:r>
            <a:r>
              <a:rPr lang="en-DK" dirty="0"/>
              <a:t>orkbench can fix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688437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https://www.w3schools.com/</a:t>
            </a:r>
            <a:r>
              <a:rPr lang="en-GB" err="1"/>
              <a:t>mysql</a:t>
            </a:r>
            <a:r>
              <a:rPr lang="en-GB"/>
              <a:t>/</a:t>
            </a:r>
            <a:r>
              <a:rPr lang="en-GB" err="1"/>
              <a:t>mysql_create_db.asp</a:t>
            </a:r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913205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</a:t>
            </a:r>
            <a:r>
              <a:rPr lang="en-DK"/>
              <a:t>int do not use space in the name field, use underscore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en-DK" smtClean="0"/>
              <a:t>29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199568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insert data into MySQL table,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you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would need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to use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SQL </a:t>
            </a:r>
            <a:r>
              <a:rPr lang="en-US" sz="1200" b="1">
                <a:solidFill>
                  <a:srgbClr val="404040"/>
                </a:solidFill>
                <a:latin typeface="Ebrima"/>
                <a:cs typeface="Ebrima"/>
              </a:rPr>
              <a:t>INSERT INTO 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command.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You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can insert data into MySQL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by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using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any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script like</a:t>
            </a:r>
            <a:r>
              <a:rPr lang="en-US" sz="1200" spc="-10">
                <a:solidFill>
                  <a:srgbClr val="404040"/>
                </a:solidFill>
                <a:latin typeface="Ebrima"/>
                <a:cs typeface="Ebrima"/>
              </a:rPr>
              <a:t> PHP.</a:t>
            </a:r>
            <a:endParaRPr lang="en-US" sz="1200">
              <a:latin typeface="Ebrima"/>
              <a:cs typeface="Ebrima"/>
            </a:endParaRPr>
          </a:p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da-DK" smtClean="0"/>
              <a:t>30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04666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940260714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background - picture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7C06F42-C713-9648-BBB9-B325632D9DB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2192000" cy="685799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96146646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ber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B773B-6B0E-2E45-8D4F-9A07E8EE1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00993" y="5342317"/>
            <a:ext cx="1988142" cy="107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750223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pl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1649394476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 anchorCtr="0"/>
          <a:lstStyle>
            <a:lvl1pPr algn="ctr">
              <a:defRPr sz="6000"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- auth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t" anchorCtr="0"/>
          <a:lstStyle>
            <a:lvl1pPr algn="ctr">
              <a:defRPr sz="6000"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4786490" y="3509963"/>
            <a:ext cx="5881510" cy="1508813"/>
          </a:xfrm>
          <a:prstGeom prst="rect">
            <a:avLst/>
          </a:prstGeom>
        </p:spPr>
        <p:txBody>
          <a:bodyPr anchor="ctr" anchorCtr="0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88A6FD1-CBF5-7E45-BC2D-75AC25EE3BC0}"/>
              </a:ext>
            </a:extLst>
          </p:cNvPr>
          <p:cNvSpPr/>
          <p:nvPr userDrawn="1"/>
        </p:nvSpPr>
        <p:spPr>
          <a:xfrm>
            <a:off x="2995453" y="3509962"/>
            <a:ext cx="1508813" cy="1508813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9121742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-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</p:spTree>
    <p:extLst>
      <p:ext uri="{BB962C8B-B14F-4D97-AF65-F5344CB8AC3E}">
        <p14:creationId xmlns:p14="http://schemas.microsoft.com/office/powerpoint/2010/main" val="1777145572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- 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8199" y="365125"/>
            <a:ext cx="6634163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199" y="1825625"/>
            <a:ext cx="6634163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708F239D-555E-0342-8CF3-423083B004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03298" y="1"/>
            <a:ext cx="3688702" cy="685799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241295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- norm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2559478917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with sub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2324101"/>
            <a:ext cx="10515600" cy="352152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38838B40-609B-7D46-B793-795B5C481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24000"/>
            <a:ext cx="10515600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 i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a-DK"/>
              <a:t>Rediger indhold</a:t>
            </a:r>
          </a:p>
        </p:txBody>
      </p:sp>
    </p:spTree>
    <p:extLst>
      <p:ext uri="{BB962C8B-B14F-4D97-AF65-F5344CB8AC3E}">
        <p14:creationId xmlns:p14="http://schemas.microsoft.com/office/powerpoint/2010/main" val="351949922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withou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</p:spTree>
    <p:extLst>
      <p:ext uri="{BB962C8B-B14F-4D97-AF65-F5344CB8AC3E}">
        <p14:creationId xmlns:p14="http://schemas.microsoft.com/office/powerpoint/2010/main" val="1569038551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117565" y="444705"/>
            <a:ext cx="9956867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891A7"/>
                </a:solidFill>
                <a:latin typeface="Ebrima"/>
                <a:cs typeface="Ebri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4502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5436A"/>
                </a:solidFill>
                <a:latin typeface="Ebrima"/>
                <a:cs typeface="Ebrima"/>
              </a:defRPr>
            </a:lvl1pPr>
          </a:lstStyle>
          <a:p>
            <a:pPr marL="93980">
              <a:spcBef>
                <a:spcPts val="175"/>
              </a:spcBef>
            </a:pPr>
            <a:fld id="{81D60167-4931-47E6-BA6A-407CBD079E47}" type="slidenum">
              <a:rPr lang="da-DK" spc="-5" smtClean="0"/>
              <a:pPr marL="93980">
                <a:spcBef>
                  <a:spcPts val="175"/>
                </a:spcBef>
              </a:pPr>
              <a:t>‹#›</a:t>
            </a:fld>
            <a:endParaRPr lang="da-DK" spc="-5"/>
          </a:p>
        </p:txBody>
      </p:sp>
    </p:spTree>
    <p:extLst>
      <p:ext uri="{BB962C8B-B14F-4D97-AF65-F5344CB8AC3E}">
        <p14:creationId xmlns:p14="http://schemas.microsoft.com/office/powerpoint/2010/main" val="1043914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79489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09519" y="-118533"/>
            <a:ext cx="11224540" cy="574453"/>
          </a:xfrm>
        </p:spPr>
        <p:txBody>
          <a:bodyPr lIns="0" tIns="0" rIns="0" bIns="0"/>
          <a:lstStyle>
            <a:lvl1pPr>
              <a:defRPr sz="3733" b="1" i="0">
                <a:solidFill>
                  <a:srgbClr val="007FA3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8725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353800" y="364490"/>
            <a:ext cx="591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verta" charset="0"/>
                <a:ea typeface="Averta" charset="0"/>
                <a:cs typeface="Averta" charset="0"/>
              </a:defRPr>
            </a:lvl1pPr>
          </a:lstStyle>
          <a:p>
            <a:fld id="{C0D86E0E-2854-FE46-B8D9-BF8AB9597912}" type="slidenum">
              <a:rPr lang="da-DK"/>
              <a:pPr/>
              <a:t>‹#›</a:t>
            </a:fld>
            <a:endParaRPr lang="da-DK"/>
          </a:p>
        </p:txBody>
      </p:sp>
      <p:sp>
        <p:nvSpPr>
          <p:cNvPr id="8" name="Pladsholder til titel 7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i masteren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8413FF-F63E-6641-ABF2-5BA3344F4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37097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55" r:id="rId3"/>
    <p:sldLayoutId id="2147483656" r:id="rId4"/>
    <p:sldLayoutId id="2147483651" r:id="rId5"/>
    <p:sldLayoutId id="2147483653" r:id="rId6"/>
    <p:sldLayoutId id="2147483650" r:id="rId7"/>
    <p:sldLayoutId id="2147483660" r:id="rId8"/>
    <p:sldLayoutId id="2147483657" r:id="rId9"/>
    <p:sldLayoutId id="2147483654" r:id="rId10"/>
    <p:sldLayoutId id="2147483652" r:id="rId11"/>
    <p:sldLayoutId id="2147483731" r:id="rId12"/>
    <p:sldLayoutId id="2147483733" r:id="rId13"/>
    <p:sldLayoutId id="2147483734" r:id="rId14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3"/>
          </a:solidFill>
          <a:latin typeface="Averta Regular" pitchFamily="2" charset="77"/>
          <a:ea typeface="Averta Regular" pitchFamily="2" charset="77"/>
          <a:cs typeface="Averta Regular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amvdk.sharepoint.com/:u:/s/DMU23HE-ProgrammingBasicX/EbDhSe84dTJOpfiVpfeF7ZUB0Jl1fZinXP3geDvjvivhqg?e=E0MAw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amvdk.sharepoint.com/:u:/s/DMU23HE-ProgrammingBasicX/EbDhSe84dTJOpfiVpfeF7ZUB0Jl1fZinXP3geDvjvivhqg?e=E0MAwP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cd/E17952_01/mysql-8.0-en/select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oracle.com/cd/E17952_01/mysql-8.0-en/keywords.html" TargetMode="External"/><Relationship Id="rId5" Type="http://schemas.openxmlformats.org/officeDocument/2006/relationships/hyperlink" Target="https://docs.oracle.com/cd/E17952_01/mysql-8.0-en/integer-types.html" TargetMode="External"/><Relationship Id="rId4" Type="http://schemas.openxmlformats.org/officeDocument/2006/relationships/hyperlink" Target="https://docs.oracle.com/cd/E17952_01/mysql-8.0-en/delete.html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eamvdk.sharepoint.com/:w:/s/DMUHE25_GrundlggendeprogrammeringDatabase/EV5Pnpi9VdpLqd1yv8PiiY0BrFibhJVCVu-V2GZXP8Oyhw?e=7hsSRk" TargetMode="Externa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>
            <a:extLst>
              <a:ext uri="{FF2B5EF4-FFF2-40B4-BE49-F238E27FC236}">
                <a16:creationId xmlns:a16="http://schemas.microsoft.com/office/drawing/2014/main" id="{A82C514A-AF56-F826-7F27-5CD8BC1798F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54251" y="4344988"/>
            <a:ext cx="7681913" cy="46196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eaLnBrk="1" hangingPunct="1">
              <a:spcBef>
                <a:spcPct val="0"/>
              </a:spcBef>
            </a:pPr>
            <a:r>
              <a:rPr lang="en-GB" altLang="en-US" b="1" dirty="0">
                <a:solidFill>
                  <a:srgbClr val="000000"/>
                </a:solidFill>
                <a:latin typeface="Times"/>
                <a:cs typeface="Arial"/>
              </a:rPr>
              <a:t>xbi@2025</a:t>
            </a:r>
            <a:endParaRPr lang="en-GB" altLang="en-US" b="1" dirty="0">
              <a:solidFill>
                <a:srgbClr val="000000"/>
              </a:solidFill>
              <a:latin typeface="Times" pitchFamily="18" charset="0"/>
            </a:endParaRPr>
          </a:p>
        </p:txBody>
      </p:sp>
      <p:sp>
        <p:nvSpPr>
          <p:cNvPr id="24581" name="Line 2">
            <a:extLst>
              <a:ext uri="{FF2B5EF4-FFF2-40B4-BE49-F238E27FC236}">
                <a16:creationId xmlns:a16="http://schemas.microsoft.com/office/drawing/2014/main" id="{EB89D6E8-EF67-4AE8-1EA8-157B72AAE3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550988" y="3429000"/>
            <a:ext cx="7974012" cy="0"/>
          </a:xfrm>
          <a:prstGeom prst="line">
            <a:avLst/>
          </a:prstGeom>
          <a:noFill/>
          <a:ln w="5080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DK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1B5B7A-589F-5F9C-08BD-FF7442B903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DK" altLang="en-DK" dirty="0">
                <a:solidFill>
                  <a:schemeClr val="bg2"/>
                </a:solidFill>
                <a:latin typeface="Arial" panose="020B0604020202020204" pitchFamily="34" charset="0"/>
              </a:rPr>
              <a:t>Det relationelle database -DataTyper</a:t>
            </a:r>
            <a:endParaRPr lang="en-DK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AA2B12F-89F3-9786-1F91-FD7DBDEAD41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9FD138-21DF-E053-6856-619075E75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99441"/>
            <a:ext cx="9144000" cy="2387600"/>
          </a:xfrm>
        </p:spPr>
        <p:txBody>
          <a:bodyPr/>
          <a:lstStyle/>
          <a:p>
            <a:r>
              <a:rPr lang="en-US" err="1">
                <a:latin typeface="Averta Regular"/>
              </a:rPr>
              <a:t>Opgave</a:t>
            </a:r>
            <a:r>
              <a:rPr lang="en-US">
                <a:latin typeface="Averta Regular"/>
              </a:rPr>
              <a:t>: </a:t>
            </a:r>
            <a:r>
              <a:rPr lang="en-US" err="1">
                <a:latin typeface="Averta Regular"/>
              </a:rPr>
              <a:t>Gennemgå</a:t>
            </a:r>
            <a:endParaRPr lang="en-US" err="1"/>
          </a:p>
          <a:p>
            <a:endParaRPr lang="en-US" dirty="0"/>
          </a:p>
          <a:p>
            <a:endParaRPr lang="en-US" dirty="0">
              <a:latin typeface="Averta Regular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EC91A48-116D-44A8-289C-64D901529E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Øvelse</a:t>
            </a:r>
            <a:r>
              <a:rPr lang="en-US" dirty="0">
                <a:latin typeface="Averta Regular"/>
                <a:cs typeface="Arial"/>
              </a:rPr>
              <a:t>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06118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BC9306F-7A53-E8BC-F5E7-3881D1A283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468EB-5033-13DD-3113-08600C798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2046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0" err="1">
                <a:latin typeface="Averta Regular"/>
              </a:rPr>
              <a:t>Fordelene</a:t>
            </a:r>
            <a:r>
              <a:rPr lang="en-US" b="0" dirty="0">
                <a:latin typeface="Averta Regular"/>
              </a:rPr>
              <a:t> </a:t>
            </a:r>
            <a:r>
              <a:rPr lang="en-US" b="0" err="1">
                <a:latin typeface="Averta Regular"/>
              </a:rPr>
              <a:t>ved</a:t>
            </a:r>
            <a:r>
              <a:rPr lang="en-US" b="0">
                <a:latin typeface="Averta Regular"/>
              </a:rPr>
              <a:t> at </a:t>
            </a:r>
            <a:r>
              <a:rPr lang="en-US" b="0" err="1">
                <a:latin typeface="Averta Regular"/>
              </a:rPr>
              <a:t>bruge</a:t>
            </a:r>
            <a:r>
              <a:rPr lang="en-US" b="0">
                <a:latin typeface="Averta Regular"/>
              </a:rPr>
              <a:t> et </a:t>
            </a:r>
            <a:r>
              <a:rPr lang="en-US">
                <a:latin typeface="Averta Regular"/>
              </a:rPr>
              <a:t>DBMS (Database Management System)</a:t>
            </a:r>
            <a:r>
              <a:rPr lang="en-US" b="0" dirty="0">
                <a:latin typeface="Averta Regular"/>
              </a:rPr>
              <a:t> </a:t>
            </a:r>
            <a:r>
              <a:rPr lang="en-US" b="0" err="1">
                <a:latin typeface="Averta Regular"/>
              </a:rPr>
              <a:t>frem</a:t>
            </a:r>
            <a:r>
              <a:rPr lang="en-US" b="0">
                <a:latin typeface="Averta Regular"/>
              </a:rPr>
              <a:t> for et Excel-ark </a:t>
            </a:r>
            <a:endParaRPr lang="en-US">
              <a:latin typeface="Averta Regular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23185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B0B331-C16F-4738-B912-E1987F46F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883861"/>
            <a:ext cx="9144000" cy="2387600"/>
          </a:xfrm>
        </p:spPr>
        <p:txBody>
          <a:bodyPr/>
          <a:lstStyle/>
          <a:p>
            <a:r>
              <a:rPr lang="en-GB" dirty="0" err="1"/>
              <a:t>Hvad</a:t>
            </a:r>
            <a:r>
              <a:rPr lang="en-GB" dirty="0"/>
              <a:t> er SQL?</a:t>
            </a:r>
            <a:endParaRPr lang="da-DK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2861F29-4798-FADE-82C9-05F1466A1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333" y="2012202"/>
            <a:ext cx="8377871" cy="1292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alt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K" altLang="en-DK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SQL = Structured Query Language.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K" altLang="en-DK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Bruges til at gemme, manipulere og hente data i relationelle databaser.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K" altLang="en-DK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Understøttes af systemer som MySQL, MS Access, Oracle m.fl.</a:t>
            </a:r>
          </a:p>
        </p:txBody>
      </p:sp>
    </p:spTree>
    <p:extLst>
      <p:ext uri="{BB962C8B-B14F-4D97-AF65-F5344CB8AC3E}">
        <p14:creationId xmlns:p14="http://schemas.microsoft.com/office/powerpoint/2010/main" val="3891802442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billede 1">
            <a:extLst>
              <a:ext uri="{FF2B5EF4-FFF2-40B4-BE49-F238E27FC236}">
                <a16:creationId xmlns:a16="http://schemas.microsoft.com/office/drawing/2014/main" id="{4EBE7D58-0299-4ADE-A4D7-B50BD44C45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491068"/>
            <a:ext cx="12192000" cy="6857999"/>
          </a:xfrm>
        </p:spPr>
        <p:txBody>
          <a:bodyPr/>
          <a:lstStyle/>
          <a:p>
            <a:endParaRPr lang="en-DK"/>
          </a:p>
        </p:txBody>
      </p:sp>
      <p:sp>
        <p:nvSpPr>
          <p:cNvPr id="6" name="object 7">
            <a:extLst>
              <a:ext uri="{FF2B5EF4-FFF2-40B4-BE49-F238E27FC236}">
                <a16:creationId xmlns:a16="http://schemas.microsoft.com/office/drawing/2014/main" id="{AD59CA99-3C41-4E1B-8F82-BFD0B7912FD8}"/>
              </a:ext>
            </a:extLst>
          </p:cNvPr>
          <p:cNvSpPr txBox="1"/>
          <p:nvPr/>
        </p:nvSpPr>
        <p:spPr>
          <a:xfrm>
            <a:off x="1200150" y="0"/>
            <a:ext cx="9467850" cy="2573020"/>
          </a:xfrm>
          <a:prstGeom prst="rect">
            <a:avLst/>
          </a:prstGeom>
        </p:spPr>
        <p:txBody>
          <a:bodyPr vert="horz" wrap="square" lIns="0" tIns="219710" rIns="0" bIns="0" rtlCol="0" anchor="t">
            <a:spAutoFit/>
          </a:bodyPr>
          <a:lstStyle/>
          <a:p>
            <a:pPr marL="12700">
              <a:spcBef>
                <a:spcPts val="1730"/>
              </a:spcBef>
            </a:pPr>
            <a:r>
              <a:rPr sz="4800" spc="-5" dirty="0">
                <a:solidFill>
                  <a:srgbClr val="FFFFFF"/>
                </a:solidFill>
                <a:latin typeface="Calibri"/>
                <a:cs typeface="Calibri"/>
              </a:rPr>
              <a:t>MySQL</a:t>
            </a:r>
            <a:r>
              <a:rPr lang="en-US" sz="4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4800" spc="-5" dirty="0" err="1">
                <a:solidFill>
                  <a:srgbClr val="FFFFFF"/>
                </a:solidFill>
                <a:latin typeface="Calibri"/>
                <a:cs typeface="Calibri"/>
              </a:rPr>
              <a:t>og</a:t>
            </a:r>
            <a:r>
              <a:rPr lang="en-US" sz="4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4800" spc="-5" dirty="0" err="1">
                <a:solidFill>
                  <a:srgbClr val="FFFFFF"/>
                </a:solidFill>
                <a:latin typeface="Calibri"/>
                <a:cs typeface="Calibri"/>
              </a:rPr>
              <a:t>WorkBench</a:t>
            </a:r>
            <a:endParaRPr sz="4800" dirty="0" err="1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30"/>
              </a:spcBef>
            </a:pPr>
            <a:r>
              <a:rPr lang="da-DK" sz="4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endParaRPr sz="3600" dirty="0">
              <a:latin typeface="Calibri"/>
              <a:cs typeface="Calibri"/>
            </a:endParaRPr>
          </a:p>
          <a:p>
            <a:pPr marL="5509260">
              <a:lnSpc>
                <a:spcPct val="100000"/>
              </a:lnSpc>
              <a:spcBef>
                <a:spcPts val="4259"/>
              </a:spcBef>
            </a:pPr>
            <a:endParaRPr sz="850" spc="-5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75A71-75BC-E6B7-E8DC-B336C580B72F}"/>
              </a:ext>
            </a:extLst>
          </p:cNvPr>
          <p:cNvSpPr txBox="1"/>
          <p:nvPr/>
        </p:nvSpPr>
        <p:spPr>
          <a:xfrm>
            <a:off x="1371601" y="5421870"/>
            <a:ext cx="6231466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DK" dirty="0">
                <a:solidFill>
                  <a:schemeClr val="bg1"/>
                </a:solidFill>
              </a:rPr>
              <a:t>https://dev.mysql.com/doc/refman/8.4/en/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1026" name="Picture 2" descr="MySQL logo and symbol, meaning, history, PNG">
            <a:extLst>
              <a:ext uri="{FF2B5EF4-FFF2-40B4-BE49-F238E27FC236}">
                <a16:creationId xmlns:a16="http://schemas.microsoft.com/office/drawing/2014/main" id="{E96D8C78-48A3-D018-FFBC-E67D8F0A9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1" y="2356936"/>
            <a:ext cx="33782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3F16EFEE-2E02-0CB5-7D99-9E9C86931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789043" y="5941047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200" dirty="0">
                <a:latin typeface="Averta Regular"/>
                <a:cs typeface="Arial"/>
              </a:rPr>
              <a:t>(der er </a:t>
            </a:r>
            <a:r>
              <a:rPr lang="en-US" sz="1200" err="1">
                <a:latin typeface="Averta Regular"/>
                <a:cs typeface="Arial"/>
              </a:rPr>
              <a:t>nogen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har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nyere</a:t>
            </a:r>
            <a:r>
              <a:rPr lang="en-US" sz="1200" dirty="0">
                <a:latin typeface="Averta Regular"/>
                <a:cs typeface="Arial"/>
              </a:rPr>
              <a:t> version)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872899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428F50B-6321-15E5-AE0F-15229F55C9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504DC4-5BD3-ABEB-32A4-4ECCF55D1A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 dirty="0">
                <a:latin typeface="Calibri"/>
              </a:rPr>
              <a:t>Er der </a:t>
            </a:r>
            <a:r>
              <a:rPr lang="en-US" b="0" err="1">
                <a:latin typeface="Calibri"/>
              </a:rPr>
              <a:t>nogen</a:t>
            </a:r>
            <a:r>
              <a:rPr lang="en-US" b="0" dirty="0">
                <a:latin typeface="Calibri"/>
              </a:rPr>
              <a:t> </a:t>
            </a:r>
            <a:r>
              <a:rPr lang="en-US" b="0" err="1">
                <a:latin typeface="Calibri"/>
              </a:rPr>
              <a:t>forskel</a:t>
            </a:r>
            <a:r>
              <a:rPr lang="en-US" b="0" dirty="0">
                <a:latin typeface="Calibri"/>
              </a:rPr>
              <a:t> </a:t>
            </a:r>
            <a:r>
              <a:rPr lang="en-US" b="0" err="1">
                <a:latin typeface="Calibri"/>
              </a:rPr>
              <a:t>mellem</a:t>
            </a:r>
            <a:r>
              <a:rPr lang="en-US" b="0" dirty="0">
                <a:latin typeface="Calibri"/>
              </a:rPr>
              <a:t> </a:t>
            </a:r>
            <a:r>
              <a:rPr lang="en-US" dirty="0">
                <a:latin typeface="Calibri"/>
              </a:rPr>
              <a:t>SQL</a:t>
            </a:r>
            <a:r>
              <a:rPr lang="en-US" b="0" dirty="0">
                <a:latin typeface="Calibri"/>
              </a:rPr>
              <a:t> </a:t>
            </a:r>
            <a:r>
              <a:rPr lang="en-US" b="0" err="1">
                <a:latin typeface="Calibri"/>
              </a:rPr>
              <a:t>og</a:t>
            </a:r>
            <a:r>
              <a:rPr lang="en-US" b="0" dirty="0">
                <a:latin typeface="Calibri"/>
              </a:rPr>
              <a:t> </a:t>
            </a:r>
            <a:r>
              <a:rPr lang="en-US" dirty="0">
                <a:latin typeface="Calibri"/>
              </a:rPr>
              <a:t>MySQL</a:t>
            </a:r>
            <a:r>
              <a:rPr lang="en-US" b="0" dirty="0">
                <a:latin typeface="Calibri"/>
              </a:rPr>
              <a:t>?</a:t>
            </a:r>
            <a:endParaRPr lang="en-US">
              <a:latin typeface="Calibri"/>
            </a:endParaRPr>
          </a:p>
          <a:p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4FAFFF0-78B6-FC52-3789-79AF16194A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59789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9E74A7D-90F7-4328-3332-8DF8DF5B33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60783" y="-282367"/>
            <a:ext cx="9144000" cy="23876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3F715-6EF7-B8DC-1748-3E7CFB21D39A}"/>
              </a:ext>
            </a:extLst>
          </p:cNvPr>
          <p:cNvSpPr txBox="1"/>
          <p:nvPr/>
        </p:nvSpPr>
        <p:spPr>
          <a:xfrm>
            <a:off x="2232991" y="2415208"/>
            <a:ext cx="6096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1 </a:t>
            </a:r>
            <a:r>
              <a:rPr lang="en-US" b="1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Datatyper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i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MySQL</a:t>
            </a:r>
            <a:r>
              <a:rPr lang="en-US" sz="1800" dirty="0">
                <a:solidFill>
                  <a:srgbClr val="424242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marL="228600" lvl="0" indent="-228600" rtl="0">
              <a:buFont typeface=""/>
              <a:buChar char="•"/>
            </a:pPr>
            <a:endParaRPr lang="en-US">
              <a:solidFill>
                <a:srgbClr val="424242"/>
              </a:solidFill>
              <a:latin typeface="Arial"/>
              <a:ea typeface="Arial"/>
              <a:cs typeface="Arial"/>
            </a:endParaRPr>
          </a:p>
          <a:p>
            <a:pPr rtl="0"/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2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 SQL-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syntaks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og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konventioner</a:t>
            </a:r>
            <a:r>
              <a:rPr lang="en-US" sz="1800" dirty="0">
                <a:solidFill>
                  <a:srgbClr val="424242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marL="228600" lvl="0" indent="-228600" rtl="0">
              <a:buFont typeface=""/>
              <a:buChar char="•"/>
            </a:pPr>
            <a:endParaRPr lang="en-US">
              <a:solidFill>
                <a:srgbClr val="424242"/>
              </a:solidFill>
              <a:latin typeface="Arial"/>
              <a:ea typeface="Arial"/>
              <a:cs typeface="Arial"/>
            </a:endParaRPr>
          </a:p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3️ 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SQL-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kommandoer</a:t>
            </a:r>
            <a:endParaRPr lang="en-US" b="1" dirty="0" err="1">
              <a:solidFill>
                <a:srgbClr val="FFFFFF"/>
              </a:solidFill>
              <a:latin typeface="Calibri"/>
              <a:ea typeface="Segoe UI"/>
              <a:cs typeface="Segoe UI"/>
            </a:endParaRPr>
          </a:p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 4  </a:t>
            </a:r>
            <a:r>
              <a:rPr lang="en-US" b="1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Opgave</a:t>
            </a:r>
            <a:endParaRPr lang="en-US" sz="1800" b="1" baseline="0" dirty="0" err="1">
              <a:solidFill>
                <a:srgbClr val="FFFFFF"/>
              </a:solidFill>
              <a:latin typeface="Calibri"/>
              <a:ea typeface="Segoe UI"/>
              <a:cs typeface="Segoe UI"/>
            </a:endParaRP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68684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267FC8EF-8AEF-6260-7600-13EA98276F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5191" y="834358"/>
            <a:ext cx="8382000" cy="699168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/>
          <a:p>
            <a:r>
              <a:rPr lang="en-GB" err="1"/>
              <a:t>Relationelle</a:t>
            </a:r>
            <a:r>
              <a:rPr lang="en-GB"/>
              <a:t> </a:t>
            </a:r>
            <a:r>
              <a:rPr lang="en-GB" err="1"/>
              <a:t>nøgler</a:t>
            </a:r>
            <a:endParaRPr lang="en-GB"/>
          </a:p>
        </p:txBody>
      </p:sp>
      <p:sp>
        <p:nvSpPr>
          <p:cNvPr id="47109" name="Slide Number Placeholder 3">
            <a:extLst>
              <a:ext uri="{FF2B5EF4-FFF2-40B4-BE49-F238E27FC236}">
                <a16:creationId xmlns:a16="http://schemas.microsoft.com/office/drawing/2014/main" id="{EC0E03C6-D405-D09E-1F5B-5BC3E3613C86}"/>
              </a:ext>
            </a:extLst>
          </p:cNvPr>
          <p:cNvSpPr txBox="1">
            <a:spLocks/>
          </p:cNvSpPr>
          <p:nvPr/>
        </p:nvSpPr>
        <p:spPr bwMode="auto">
          <a:xfrm>
            <a:off x="9977437" y="6397626"/>
            <a:ext cx="690563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8BF5848-67E1-B944-AB11-0629DFE0981E}" type="slidenum">
              <a:rPr lang="en-GB" altLang="en-US" sz="1800"/>
              <a:pPr/>
              <a:t>8</a:t>
            </a:fld>
            <a:endParaRPr lang="en-GB" altLang="en-US" sz="180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CD292CF-7A72-E222-E6DD-98B59A1AB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2649" y="2976235"/>
            <a:ext cx="9550050" cy="2072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DK" sz="2400" b="1" err="1">
                <a:latin typeface="Arial"/>
                <a:cs typeface="Arial"/>
              </a:rPr>
              <a:t>Primærnøgle</a:t>
            </a:r>
            <a:r>
              <a:rPr lang="en-DK" sz="2400">
                <a:latin typeface="Arial"/>
                <a:cs typeface="Arial"/>
              </a:rPr>
              <a:t>: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identificerer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den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enkelte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post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databasen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Vi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siger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også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, at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primærnøglen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gør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hver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post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unik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</a:t>
            </a:r>
            <a:endParaRPr lang="en-DK" sz="1867">
              <a:solidFill>
                <a:srgbClr val="000000"/>
              </a:solidFill>
              <a:latin typeface="Grandview Display"/>
              <a:ea typeface="Noto Sans"/>
              <a:cs typeface="Noto San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US" sz="1733">
              <a:solidFill>
                <a:srgbClr val="333333"/>
              </a:solidFill>
              <a:latin typeface="Noto Sans"/>
              <a:ea typeface="Noto Sans"/>
              <a:cs typeface="Noto Sans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DK" sz="2400" b="1" err="1">
                <a:latin typeface="Arial"/>
                <a:cs typeface="Arial"/>
              </a:rPr>
              <a:t>Fremmednøgle</a:t>
            </a:r>
            <a:r>
              <a:rPr lang="en-DK" sz="2400">
                <a:latin typeface="Arial"/>
                <a:cs typeface="Arial"/>
              </a:rPr>
              <a:t>: 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fremmednøgle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refererer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til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primærnøglen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anden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og</a:t>
            </a:r>
          </a:p>
          <a:p>
            <a:pPr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forbinder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data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på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tværs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af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tabeller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</a:t>
            </a:r>
            <a:endParaRPr lang="en-US"/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US" sz="2400">
              <a:latin typeface="Arial"/>
              <a:cs typeface="Arial"/>
            </a:endParaRPr>
          </a:p>
        </p:txBody>
      </p:sp>
    </p:spTree>
  </p:cSld>
  <p:clrMapOvr>
    <a:masterClrMapping/>
  </p:clrMapOvr>
  <p:transition>
    <p:wipe dir="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1712-DE37-2EA9-0902-C39286FE9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0DE20-6188-3DD5-DE0C-69F0BD7CE1C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870" y="4839752"/>
            <a:ext cx="2620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fld id="{73E7156E-175E-4DBA-9D21-B772C320F342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0186DF-B72F-F5FA-7E48-9DC921DB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57391" y="4839752"/>
            <a:ext cx="21040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7A450-1850-A8B3-812B-51C28B6B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4122" y="4839752"/>
            <a:ext cx="32190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9" name="Content Placeholder 8" descr="A black background with white lines and white text&#10;&#10;AI-generated content may be incorrect.">
            <a:extLst>
              <a:ext uri="{FF2B5EF4-FFF2-40B4-BE49-F238E27FC236}">
                <a16:creationId xmlns:a16="http://schemas.microsoft.com/office/drawing/2014/main" id="{F5925FC5-E224-8BC5-6D7B-165EAD1533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6234" y="432243"/>
            <a:ext cx="9090965" cy="2566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99596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09520" y="-38424"/>
            <a:ext cx="12192000" cy="6857999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8139604" y="1828800"/>
            <a:ext cx="0" cy="3200400"/>
          </a:xfrm>
          <a:custGeom>
            <a:avLst/>
            <a:gdLst/>
            <a:ahLst/>
            <a:cxnLst/>
            <a:rect l="l" t="t" r="r" b="b"/>
            <a:pathLst>
              <a:path h="2400300">
                <a:moveTo>
                  <a:pt x="0" y="0"/>
                </a:moveTo>
                <a:lnTo>
                  <a:pt x="1" y="2400300"/>
                </a:lnTo>
              </a:path>
            </a:pathLst>
          </a:custGeom>
          <a:ln w="190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58C1B2F-6877-40D3-9860-2D8F40675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5201" y="2108201"/>
            <a:ext cx="11224540" cy="2954655"/>
          </a:xfrm>
        </p:spPr>
        <p:txBody>
          <a:bodyPr/>
          <a:lstStyle/>
          <a:p>
            <a:r>
              <a:rPr lang="en-DK" sz="6400">
                <a:solidFill>
                  <a:schemeClr val="bg1"/>
                </a:solidFill>
              </a:rPr>
              <a:t>Data type</a:t>
            </a:r>
            <a:br>
              <a:rPr lang="en-DK" sz="6400">
                <a:solidFill>
                  <a:schemeClr val="bg1"/>
                </a:solidFill>
              </a:rPr>
            </a:br>
            <a:r>
              <a:rPr lang="en-GB" sz="6400">
                <a:solidFill>
                  <a:schemeClr val="bg1"/>
                </a:solidFill>
              </a:rPr>
              <a:t>I</a:t>
            </a:r>
            <a:r>
              <a:rPr lang="en-DK" sz="6400">
                <a:solidFill>
                  <a:schemeClr val="bg1"/>
                </a:solidFill>
              </a:rPr>
              <a:t> MySQL</a:t>
            </a:r>
            <a:br>
              <a:rPr lang="en-DK" sz="6400">
                <a:solidFill>
                  <a:schemeClr val="bg1"/>
                </a:solidFill>
              </a:rPr>
            </a:br>
            <a:endParaRPr lang="en-DK" sz="6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235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050">
            <a:extLst>
              <a:ext uri="{FF2B5EF4-FFF2-40B4-BE49-F238E27FC236}">
                <a16:creationId xmlns:a16="http://schemas.microsoft.com/office/drawing/2014/main" id="{6F1E8149-4B53-932E-40F5-4DC77659EB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57888"/>
            <a:ext cx="8382000" cy="699168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/>
          <a:p>
            <a:r>
              <a:rPr lang="en-GB" dirty="0"/>
              <a:t>Null</a:t>
            </a:r>
          </a:p>
        </p:txBody>
      </p:sp>
      <p:sp>
        <p:nvSpPr>
          <p:cNvPr id="49155" name="Rectangle 2051">
            <a:extLst>
              <a:ext uri="{FF2B5EF4-FFF2-40B4-BE49-F238E27FC236}">
                <a16:creationId xmlns:a16="http://schemas.microsoft.com/office/drawing/2014/main" id="{D806588B-9FA2-5AA1-9BE9-EEABFCCBA0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1" y="1268413"/>
            <a:ext cx="7727951" cy="5244515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t">
            <a:spAutoFit/>
          </a:bodyPr>
          <a:lstStyle/>
          <a:p>
            <a:r>
              <a:rPr lang="en-GB" dirty="0"/>
              <a:t>Null: </a:t>
            </a:r>
            <a:r>
              <a:rPr lang="en-GB" dirty="0" err="1"/>
              <a:t>Repræsenterer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værdi</a:t>
            </a:r>
            <a:r>
              <a:rPr lang="en-GB" dirty="0"/>
              <a:t>, der er </a:t>
            </a:r>
            <a:r>
              <a:rPr lang="en-GB" dirty="0" err="1"/>
              <a:t>ukendt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ingen</a:t>
            </a:r>
            <a:r>
              <a:rPr lang="en-GB" dirty="0"/>
              <a:t> </a:t>
            </a:r>
            <a:r>
              <a:rPr lang="en-GB" dirty="0" err="1"/>
              <a:t>værdi</a:t>
            </a:r>
            <a:r>
              <a:rPr lang="en-GB" dirty="0"/>
              <a:t>.</a:t>
            </a:r>
          </a:p>
          <a:p>
            <a:pPr marL="304792" lvl="1" indent="0">
              <a:buNone/>
            </a:pPr>
            <a:endParaRPr lang="en-GB" altLang="en-US" sz="2600" b="1" dirty="0"/>
          </a:p>
          <a:p>
            <a:pPr marL="304792" lvl="1" indent="0">
              <a:buNone/>
            </a:pPr>
            <a:endParaRPr lang="en-GB" altLang="en-US" sz="2600" b="1" dirty="0"/>
          </a:p>
          <a:p>
            <a:pPr marL="0" indent="0">
              <a:buNone/>
            </a:pPr>
            <a:r>
              <a:rPr lang="en-GB" b="1" dirty="0"/>
              <a:t>Tips</a:t>
            </a:r>
          </a:p>
          <a:p>
            <a:r>
              <a:rPr lang="en-GB" dirty="0"/>
              <a:t>NULL </a:t>
            </a:r>
            <a:r>
              <a:rPr lang="en-GB" dirty="0" err="1"/>
              <a:t>bruges</a:t>
            </a:r>
            <a:r>
              <a:rPr lang="en-GB" dirty="0"/>
              <a:t> </a:t>
            </a:r>
            <a:r>
              <a:rPr lang="en-GB" dirty="0" err="1"/>
              <a:t>ofte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valgfri</a:t>
            </a:r>
            <a:r>
              <a:rPr lang="en-GB" dirty="0"/>
              <a:t> </a:t>
            </a:r>
            <a:r>
              <a:rPr lang="en-GB" dirty="0" err="1"/>
              <a:t>felter</a:t>
            </a:r>
            <a:r>
              <a:rPr lang="en-GB" dirty="0"/>
              <a:t>, </a:t>
            </a:r>
            <a:r>
              <a:rPr lang="en-GB" dirty="0" err="1"/>
              <a:t>hvor</a:t>
            </a:r>
            <a:r>
              <a:rPr lang="en-GB" dirty="0"/>
              <a:t> man </a:t>
            </a:r>
            <a:r>
              <a:rPr lang="en-GB" dirty="0" err="1"/>
              <a:t>ikke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har</a:t>
            </a:r>
            <a:r>
              <a:rPr lang="en-GB" dirty="0"/>
              <a:t> data.</a:t>
            </a:r>
          </a:p>
          <a:p>
            <a:r>
              <a:rPr lang="en-GB" dirty="0" err="1"/>
              <a:t>Kolonner</a:t>
            </a:r>
            <a:r>
              <a:rPr lang="en-GB" dirty="0"/>
              <a:t>, der </a:t>
            </a:r>
            <a:r>
              <a:rPr lang="en-GB" dirty="0" err="1"/>
              <a:t>ikke</a:t>
            </a:r>
            <a:r>
              <a:rPr lang="en-GB" dirty="0"/>
              <a:t> </a:t>
            </a:r>
            <a:r>
              <a:rPr lang="en-GB" dirty="0" err="1"/>
              <a:t>må</a:t>
            </a:r>
            <a:r>
              <a:rPr lang="en-GB" dirty="0"/>
              <a:t> </a:t>
            </a:r>
            <a:r>
              <a:rPr lang="en-GB" dirty="0" err="1"/>
              <a:t>være</a:t>
            </a:r>
            <a:r>
              <a:rPr lang="en-GB" dirty="0"/>
              <a:t> </a:t>
            </a:r>
            <a:r>
              <a:rPr lang="en-GB" dirty="0" err="1"/>
              <a:t>tomme</a:t>
            </a:r>
            <a:r>
              <a:rPr lang="en-GB" dirty="0"/>
              <a:t>, </a:t>
            </a:r>
            <a:r>
              <a:rPr lang="en-GB" dirty="0" err="1"/>
              <a:t>sættes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NOT NULL (SQL).</a:t>
            </a:r>
          </a:p>
          <a:p>
            <a:pPr marL="304792" lvl="1" indent="0">
              <a:buNone/>
            </a:pPr>
            <a:endParaRPr lang="en-GB" altLang="en-US" sz="2600" b="1" dirty="0"/>
          </a:p>
        </p:txBody>
      </p:sp>
      <p:sp>
        <p:nvSpPr>
          <p:cNvPr id="49157" name="Slide Number Placeholder 3">
            <a:extLst>
              <a:ext uri="{FF2B5EF4-FFF2-40B4-BE49-F238E27FC236}">
                <a16:creationId xmlns:a16="http://schemas.microsoft.com/office/drawing/2014/main" id="{ADB69789-22FC-F86C-0014-FEE899D295D8}"/>
              </a:ext>
            </a:extLst>
          </p:cNvPr>
          <p:cNvSpPr txBox="1">
            <a:spLocks/>
          </p:cNvSpPr>
          <p:nvPr/>
        </p:nvSpPr>
        <p:spPr bwMode="auto">
          <a:xfrm>
            <a:off x="9977437" y="6397626"/>
            <a:ext cx="690563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EB28FD1-E56B-9149-AF93-C60AE1BF0174}" type="slidenum">
              <a:rPr lang="en-GB" altLang="en-US" sz="1800"/>
              <a:pPr/>
              <a:t>11</a:t>
            </a:fld>
            <a:endParaRPr lang="en-GB" altLang="en-US" sz="1800"/>
          </a:p>
        </p:txBody>
      </p:sp>
    </p:spTree>
    <p:extLst>
      <p:ext uri="{BB962C8B-B14F-4D97-AF65-F5344CB8AC3E}">
        <p14:creationId xmlns:p14="http://schemas.microsoft.com/office/powerpoint/2010/main" val="1105377950"/>
      </p:ext>
    </p:extLst>
  </p:cSld>
  <p:clrMapOvr>
    <a:masterClrMapping/>
  </p:clrMapOvr>
  <p:transition>
    <p:wipe dir="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DFD88-C06C-E914-9934-916DF823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DC4032-E552-C6AD-BF91-C3D314D74D7B}"/>
              </a:ext>
            </a:extLst>
          </p:cNvPr>
          <p:cNvSpPr txBox="1"/>
          <p:nvPr/>
        </p:nvSpPr>
        <p:spPr>
          <a:xfrm>
            <a:off x="2130753" y="3765723"/>
            <a:ext cx="5566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https://www.w3schools.com/</a:t>
            </a:r>
            <a:r>
              <a:rPr lang="en-GB" dirty="0" err="1"/>
              <a:t>mysql</a:t>
            </a:r>
            <a:r>
              <a:rPr lang="en-GB" dirty="0"/>
              <a:t>/</a:t>
            </a:r>
            <a:r>
              <a:rPr lang="en-GB" dirty="0" err="1"/>
              <a:t>mysql_datatypes.asp</a:t>
            </a:r>
            <a:endParaRPr lang="en-DK" dirty="0"/>
          </a:p>
        </p:txBody>
      </p:sp>
      <p:sp>
        <p:nvSpPr>
          <p:cNvPr id="5" name="Rectangle 2050">
            <a:extLst>
              <a:ext uri="{FF2B5EF4-FFF2-40B4-BE49-F238E27FC236}">
                <a16:creationId xmlns:a16="http://schemas.microsoft.com/office/drawing/2014/main" id="{6CE3780F-9C7B-297D-E720-A4AFA3F87539}"/>
              </a:ext>
            </a:extLst>
          </p:cNvPr>
          <p:cNvSpPr txBox="1">
            <a:spLocks noChangeArrowheads="1"/>
          </p:cNvSpPr>
          <p:nvPr/>
        </p:nvSpPr>
        <p:spPr>
          <a:xfrm>
            <a:off x="1905000" y="304086"/>
            <a:ext cx="8382000" cy="606771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733" b="1" i="0" kern="1200">
                <a:solidFill>
                  <a:srgbClr val="007FA3"/>
                </a:solidFill>
                <a:latin typeface="Arial"/>
                <a:ea typeface="Averta Regular" pitchFamily="2" charset="77"/>
                <a:cs typeface="Arial"/>
              </a:defRPr>
            </a:lvl1pPr>
          </a:lstStyle>
          <a:p>
            <a:r>
              <a:rPr lang="en-GB" dirty="0"/>
              <a:t>Data Type reference</a:t>
            </a:r>
          </a:p>
        </p:txBody>
      </p:sp>
    </p:spTree>
    <p:extLst>
      <p:ext uri="{BB962C8B-B14F-4D97-AF65-F5344CB8AC3E}">
        <p14:creationId xmlns:p14="http://schemas.microsoft.com/office/powerpoint/2010/main" val="23283297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28947" y="1994746"/>
            <a:ext cx="8298180" cy="37151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6510" marR="6350" indent="8445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 err="1">
                <a:latin typeface="Arial"/>
                <a:cs typeface="Arial"/>
              </a:rPr>
              <a:t>Table</a:t>
            </a:r>
            <a:r>
              <a:rPr lang="da-DK" sz="2400" spc="-60" dirty="0">
                <a:latin typeface="Arial"/>
                <a:cs typeface="Arial"/>
              </a:rPr>
              <a:t> city- find </a:t>
            </a:r>
            <a:r>
              <a:rPr lang="en-GB" sz="2400" dirty="0"/>
              <a:t> </a:t>
            </a:r>
            <a:r>
              <a:rPr lang="en-GB" sz="2400" dirty="0" err="1"/>
              <a:t>datatyper</a:t>
            </a:r>
            <a:r>
              <a:rPr lang="en-GB" sz="2400" dirty="0"/>
              <a:t> 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04FCED2-8DAC-C593-F694-A91F10AAF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574516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/>
              <a:t>O</a:t>
            </a:r>
            <a:r>
              <a:rPr lang="en-DK"/>
              <a:t>pen sample DB-</a:t>
            </a:r>
            <a:r>
              <a:rPr lang="en-US" b="0">
                <a:hlinkClick r:id="rId3"/>
              </a:rPr>
              <a:t>world-mysql.sql</a:t>
            </a:r>
            <a:endParaRPr lang="en-DK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C5BCE3-0F74-445C-5B26-F7C8F3BA569F}"/>
              </a:ext>
            </a:extLst>
          </p:cNvPr>
          <p:cNvSpPr txBox="1"/>
          <p:nvPr/>
        </p:nvSpPr>
        <p:spPr>
          <a:xfrm>
            <a:off x="928947" y="3244334"/>
            <a:ext cx="5566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https://www.w3schools.com/</a:t>
            </a:r>
            <a:r>
              <a:rPr lang="en-GB" dirty="0" err="1"/>
              <a:t>mysql</a:t>
            </a:r>
            <a:r>
              <a:rPr lang="en-GB" dirty="0"/>
              <a:t>/</a:t>
            </a:r>
            <a:r>
              <a:rPr lang="en-GB" dirty="0" err="1"/>
              <a:t>mysql_datatypes.asp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03444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0B939-C003-5C8F-C67B-944D44428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sz="2400" b="0" dirty="0">
                <a:solidFill>
                  <a:srgbClr val="424242"/>
                </a:solidFill>
                <a:latin typeface="Arial"/>
                <a:cs typeface="Arial"/>
              </a:rPr>
              <a:t>DB/Skema World--&gt;</a:t>
            </a:r>
            <a:r>
              <a:rPr lang="da-DK" sz="2400" b="0" dirty="0" err="1">
                <a:solidFill>
                  <a:srgbClr val="424242"/>
                </a:solidFill>
                <a:latin typeface="Arial"/>
                <a:cs typeface="Arial"/>
              </a:rPr>
              <a:t>Table</a:t>
            </a:r>
            <a:r>
              <a:rPr lang="da-DK" sz="2400" b="0" dirty="0">
                <a:solidFill>
                  <a:srgbClr val="424242"/>
                </a:solidFill>
                <a:latin typeface="Arial"/>
                <a:cs typeface="Arial"/>
              </a:rPr>
              <a:t> city- &gt;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9016D-C7E3-E003-6A1E-44623A234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CountryCode</a:t>
            </a:r>
            <a:r>
              <a:rPr lang="en-GB" dirty="0"/>
              <a:t>  (char 3)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900820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6B98-9471-AEA1-953B-72D92835A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B7630071-8904-D3F4-3E80-047EE58078D8}"/>
              </a:ext>
            </a:extLst>
          </p:cNvPr>
          <p:cNvSpPr txBox="1"/>
          <p:nvPr/>
        </p:nvSpPr>
        <p:spPr>
          <a:xfrm>
            <a:off x="928947" y="1994746"/>
            <a:ext cx="8298180" cy="11344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>
                <a:latin typeface="Arial"/>
                <a:cs typeface="Arial"/>
              </a:rPr>
              <a:t>Se </a:t>
            </a:r>
            <a:r>
              <a:rPr lang="da-DK" sz="2400" spc="-60" dirty="0" err="1">
                <a:latin typeface="Arial"/>
                <a:cs typeface="Arial"/>
              </a:rPr>
              <a:t>table</a:t>
            </a:r>
            <a:r>
              <a:rPr lang="da-DK" sz="2400" spc="-60" dirty="0">
                <a:latin typeface="Arial"/>
                <a:cs typeface="Arial"/>
              </a:rPr>
              <a:t> track</a:t>
            </a:r>
          </a:p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endParaRPr lang="da-DK" sz="2400" spc="-60" dirty="0">
              <a:latin typeface="Arial"/>
              <a:cs typeface="Arial"/>
            </a:endParaRPr>
          </a:p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 err="1">
                <a:latin typeface="Arial"/>
                <a:cs typeface="Arial"/>
              </a:rPr>
              <a:t>title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44B5E52-A325-97A9-3B2B-9A341D4BA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60939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/>
              <a:t>Albumn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603164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8571E-10E3-D58A-9CD6-34832BFE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8F757A8-DF92-D72C-A554-42E080203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304698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>
                <a:hlinkClick r:id="rId2"/>
              </a:rPr>
              <a:t>scratch.sql</a:t>
            </a:r>
            <a:br>
              <a:rPr lang="en-US" b="0" dirty="0"/>
            </a:br>
            <a:r>
              <a:rPr lang="en-US" b="0" dirty="0"/>
              <a:t>see table sale</a:t>
            </a:r>
            <a:br>
              <a:rPr lang="en-US" b="0" dirty="0"/>
            </a:br>
            <a:br>
              <a:rPr lang="en-US" b="0" dirty="0"/>
            </a:br>
            <a:br>
              <a:rPr lang="en-US" b="0" dirty="0"/>
            </a:br>
            <a:r>
              <a:rPr lang="en-US" b="0" dirty="0"/>
              <a:t>id price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286453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7308"/>
            <a:ext cx="12192000" cy="6623473"/>
            <a:chOff x="0" y="87980"/>
            <a:chExt cx="9144000" cy="4967605"/>
          </a:xfrm>
        </p:grpSpPr>
        <p:sp>
          <p:nvSpPr>
            <p:cNvPr id="3" name="object 3"/>
            <p:cNvSpPr/>
            <p:nvPr/>
          </p:nvSpPr>
          <p:spPr>
            <a:xfrm>
              <a:off x="564141" y="664456"/>
              <a:ext cx="0" cy="664845"/>
            </a:xfrm>
            <a:custGeom>
              <a:avLst/>
              <a:gdLst/>
              <a:ahLst/>
              <a:cxnLst/>
              <a:rect l="l" t="t" r="r" b="b"/>
              <a:pathLst>
                <a:path h="664844">
                  <a:moveTo>
                    <a:pt x="0" y="664547"/>
                  </a:moveTo>
                  <a:lnTo>
                    <a:pt x="0" y="0"/>
                  </a:lnTo>
                </a:path>
              </a:pathLst>
            </a:custGeom>
            <a:ln w="18459">
              <a:solidFill>
                <a:srgbClr val="1CADE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7980"/>
              <a:ext cx="9144000" cy="49675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62751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5264" y="186612"/>
            <a:ext cx="10201469" cy="667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051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EAE7B-4792-1422-93CC-B598E1F7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9F6B2F-900C-BD36-370E-AB46DFF3F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304698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 err="1"/>
              <a:t>albumn</a:t>
            </a:r>
            <a:br>
              <a:rPr lang="en-US" b="0" dirty="0"/>
            </a:br>
            <a:r>
              <a:rPr lang="en-US" b="0" dirty="0"/>
              <a:t>see table </a:t>
            </a:r>
            <a:r>
              <a:rPr lang="en-US" b="0" dirty="0" err="1"/>
              <a:t>albumn</a:t>
            </a:r>
            <a:br>
              <a:rPr lang="en-US" b="0" dirty="0"/>
            </a:br>
            <a:br>
              <a:rPr lang="en-US" b="0" dirty="0"/>
            </a:br>
            <a:br>
              <a:rPr lang="en-US" b="0" dirty="0"/>
            </a:br>
            <a:r>
              <a:rPr lang="en-US" b="0" dirty="0"/>
              <a:t>released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94484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27213"/>
            <a:ext cx="12192000" cy="680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4709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844575E7-B47B-48E7-4F55-195B5A1A57A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254251" y="1905000"/>
            <a:ext cx="7681913" cy="1524000"/>
          </a:xfrm>
        </p:spPr>
        <p:txBody>
          <a:bodyPr>
            <a:normAutofit/>
          </a:bodyPr>
          <a:lstStyle/>
          <a:p>
            <a:pPr eaLnBrk="1" hangingPunct="1">
              <a:spcBef>
                <a:spcPct val="0"/>
              </a:spcBef>
            </a:pPr>
            <a:r>
              <a:rPr lang="en-GB" altLang="en-US" dirty="0">
                <a:latin typeface="Times"/>
              </a:rPr>
              <a:t>MySQL</a:t>
            </a:r>
            <a:r>
              <a:rPr lang="en-GB" altLang="en-US" b="1" dirty="0">
                <a:latin typeface="Times"/>
              </a:rPr>
              <a:t> – </a:t>
            </a:r>
            <a:r>
              <a:rPr lang="en-GB" altLang="en-US" dirty="0">
                <a:latin typeface="Times"/>
              </a:rPr>
              <a:t>syntax</a:t>
            </a:r>
            <a:endParaRPr lang="en-GB" altLang="en-US" b="1" dirty="0">
              <a:latin typeface="Times"/>
            </a:endParaRPr>
          </a:p>
        </p:txBody>
      </p:sp>
      <p:sp>
        <p:nvSpPr>
          <p:cNvPr id="31748" name="Text Box 4">
            <a:extLst>
              <a:ext uri="{FF2B5EF4-FFF2-40B4-BE49-F238E27FC236}">
                <a16:creationId xmlns:a16="http://schemas.microsoft.com/office/drawing/2014/main" id="{37FD6D39-9062-9A8F-E5CE-27F2DA55B3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GB" altLang="en-US" sz="1200" b="0">
                <a:solidFill>
                  <a:srgbClr val="000000"/>
                </a:solidFill>
              </a:rPr>
              <a:t>Pearson Education © 2014</a:t>
            </a:r>
          </a:p>
        </p:txBody>
      </p:sp>
      <p:sp>
        <p:nvSpPr>
          <p:cNvPr id="31749" name="Line 2">
            <a:extLst>
              <a:ext uri="{FF2B5EF4-FFF2-40B4-BE49-F238E27FC236}">
                <a16:creationId xmlns:a16="http://schemas.microsoft.com/office/drawing/2014/main" id="{C43D8144-B3B9-9702-947C-7208F11A27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550988" y="3429000"/>
            <a:ext cx="7974012" cy="0"/>
          </a:xfrm>
          <a:prstGeom prst="line">
            <a:avLst/>
          </a:prstGeom>
          <a:noFill/>
          <a:ln w="5080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DK"/>
          </a:p>
        </p:txBody>
      </p:sp>
    </p:spTree>
  </p:cSld>
  <p:clrMapOvr>
    <a:masterClrMapping/>
  </p:clrMapOvr>
  <p:transition>
    <p:wipe dir="d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>
            <a:extLst>
              <a:ext uri="{FF2B5EF4-FFF2-40B4-BE49-F238E27FC236}">
                <a16:creationId xmlns:a16="http://schemas.microsoft.com/office/drawing/2014/main" id="{A57A8D83-2884-F489-1664-EAD91D8A87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000" dirty="0">
                <a:latin typeface="Averta Regular"/>
              </a:rPr>
              <a:t> </a:t>
            </a:r>
            <a:r>
              <a:rPr sz="4000" dirty="0">
                <a:latin typeface="Averta Regular"/>
              </a:rPr>
              <a:t> </a:t>
            </a:r>
            <a:r>
              <a:rPr lang="en-US" sz="4000" dirty="0">
                <a:latin typeface="Averta Regular"/>
              </a:rPr>
              <a:t>MySQL</a:t>
            </a:r>
            <a:endParaRPr sz="4000" dirty="0"/>
          </a:p>
        </p:txBody>
      </p:sp>
      <p:sp>
        <p:nvSpPr>
          <p:cNvPr id="174083" name="Rectangle 3">
            <a:extLst>
              <a:ext uri="{FF2B5EF4-FFF2-40B4-BE49-F238E27FC236}">
                <a16:creationId xmlns:a16="http://schemas.microsoft.com/office/drawing/2014/main" id="{E57F77B6-BE41-26FC-FE92-ECC5A67EF0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63750" y="1268413"/>
            <a:ext cx="81534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>
                <a:latin typeface="Averta Regular"/>
                <a:cs typeface="Arial"/>
              </a:rPr>
              <a:t>MySQL er </a:t>
            </a:r>
            <a:r>
              <a:rPr lang="en-US" dirty="0" err="1">
                <a:latin typeface="Averta Regular"/>
                <a:cs typeface="Arial"/>
              </a:rPr>
              <a:t>relativt</a:t>
            </a:r>
            <a:r>
              <a:rPr lang="en-US" dirty="0">
                <a:latin typeface="Averta Regular"/>
                <a:cs typeface="Arial"/>
              </a:rPr>
              <a:t> let at </a:t>
            </a:r>
            <a:r>
              <a:rPr lang="en-US" dirty="0" err="1">
                <a:latin typeface="Averta Regular"/>
                <a:cs typeface="Arial"/>
              </a:rPr>
              <a:t>lære</a:t>
            </a:r>
            <a:r>
              <a:rPr lang="en-US" dirty="0">
                <a:latin typeface="Averta Regular"/>
                <a:cs typeface="Arial"/>
              </a:rPr>
              <a:t>: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algn="just"/>
            <a:r>
              <a:rPr lang="en-US" dirty="0">
                <a:latin typeface="Averta Regular"/>
                <a:cs typeface="Arial"/>
              </a:rPr>
              <a:t>det er </a:t>
            </a:r>
            <a:r>
              <a:rPr lang="en-US" dirty="0" err="1">
                <a:latin typeface="Averta Regular"/>
                <a:cs typeface="Arial"/>
              </a:rPr>
              <a:t>ikke-proceduralt</a:t>
            </a:r>
            <a:r>
              <a:rPr lang="en-US" dirty="0">
                <a:latin typeface="Averta Regular"/>
                <a:cs typeface="Arial"/>
              </a:rPr>
              <a:t> – du </a:t>
            </a:r>
            <a:r>
              <a:rPr lang="en-US" dirty="0" err="1">
                <a:latin typeface="Averta Regular"/>
                <a:cs typeface="Arial"/>
              </a:rPr>
              <a:t>angiver</a:t>
            </a:r>
            <a:r>
              <a:rPr lang="en-US" dirty="0">
                <a:latin typeface="Averta Regular"/>
                <a:cs typeface="Arial"/>
              </a:rPr>
              <a:t>, </a:t>
            </a:r>
            <a:r>
              <a:rPr lang="en-US" i="1" dirty="0" err="1">
                <a:latin typeface="Averta Regular"/>
                <a:cs typeface="Arial"/>
              </a:rPr>
              <a:t>hvilken</a:t>
            </a:r>
            <a:r>
              <a:rPr lang="en-US" dirty="0">
                <a:latin typeface="Averta Regular"/>
                <a:cs typeface="Arial"/>
              </a:rPr>
              <a:t> information du </a:t>
            </a:r>
            <a:r>
              <a:rPr lang="en-US" dirty="0" err="1">
                <a:latin typeface="Averta Regular"/>
                <a:cs typeface="Arial"/>
              </a:rPr>
              <a:t>har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</a:t>
            </a:r>
            <a:r>
              <a:rPr lang="en-US" dirty="0">
                <a:latin typeface="Averta Regular"/>
                <a:cs typeface="Arial"/>
              </a:rPr>
              <a:t> for,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stedet</a:t>
            </a:r>
            <a:r>
              <a:rPr lang="en-US" dirty="0">
                <a:latin typeface="Averta Regular"/>
                <a:cs typeface="Arial"/>
              </a:rPr>
              <a:t> for </a:t>
            </a:r>
            <a:r>
              <a:rPr lang="en-US" i="1" dirty="0" err="1">
                <a:latin typeface="Averta Regular"/>
                <a:cs typeface="Arial"/>
              </a:rPr>
              <a:t>hvordan</a:t>
            </a:r>
            <a:r>
              <a:rPr lang="en-US" dirty="0">
                <a:latin typeface="Averta Regular"/>
                <a:cs typeface="Arial"/>
              </a:rPr>
              <a:t> den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hentes</a:t>
            </a:r>
            <a:r>
              <a:rPr lang="en-US" dirty="0">
                <a:latin typeface="Averta Regular"/>
                <a:cs typeface="Arial"/>
              </a:rPr>
              <a:t>.</a:t>
            </a:r>
            <a:endParaRPr lang="en-US" dirty="0"/>
          </a:p>
          <a:p>
            <a:pPr algn="just"/>
            <a:endParaRPr lang="en-US" altLang="en-US" b="1" dirty="0"/>
          </a:p>
        </p:txBody>
      </p:sp>
      <p:sp>
        <p:nvSpPr>
          <p:cNvPr id="37892" name="Text Box 4">
            <a:extLst>
              <a:ext uri="{FF2B5EF4-FFF2-40B4-BE49-F238E27FC236}">
                <a16:creationId xmlns:a16="http://schemas.microsoft.com/office/drawing/2014/main" id="{E2C7E171-B19F-6F47-43AB-B9EF8F105F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37893" name="Slide Number Placeholder 3">
            <a:extLst>
              <a:ext uri="{FF2B5EF4-FFF2-40B4-BE49-F238E27FC236}">
                <a16:creationId xmlns:a16="http://schemas.microsoft.com/office/drawing/2014/main" id="{754756C4-158A-D41B-3F46-0AC83FE18175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706A365-98A4-464B-9881-E74E40BDA9F6}" type="slidenum">
              <a:rPr lang="en-GB" altLang="en-US" sz="1800"/>
              <a:pPr/>
              <a:t>22</a:t>
            </a:fld>
            <a:endParaRPr lang="en-GB" altLang="en-US" sz="180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8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>
            <a:extLst>
              <a:ext uri="{FF2B5EF4-FFF2-40B4-BE49-F238E27FC236}">
                <a16:creationId xmlns:a16="http://schemas.microsoft.com/office/drawing/2014/main" id="{6B3CAD01-D47E-C04D-805B-AB6912562E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 eaLnBrk="1" hangingPunct="1">
              <a:defRPr/>
            </a:pPr>
            <a:r>
              <a:rPr lang="en-US" sz="4000" dirty="0" err="1">
                <a:latin typeface="Averta Regular"/>
              </a:rPr>
              <a:t>Skriv</a:t>
            </a:r>
            <a:r>
              <a:rPr sz="4000" dirty="0">
                <a:latin typeface="Averta Regular"/>
              </a:rPr>
              <a:t> </a:t>
            </a:r>
            <a:r>
              <a:rPr lang="en-US" sz="4000" dirty="0">
                <a:latin typeface="Averta Regular"/>
              </a:rPr>
              <a:t>MySQL</a:t>
            </a:r>
            <a:r>
              <a:rPr sz="4000" dirty="0">
                <a:latin typeface="Averta Regular"/>
              </a:rPr>
              <a:t> </a:t>
            </a:r>
            <a:endParaRPr sz="4000" dirty="0">
              <a:solidFill>
                <a:schemeClr val="tx1"/>
              </a:solidFill>
              <a:latin typeface="Averta Regular"/>
            </a:endParaRPr>
          </a:p>
        </p:txBody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371A5234-93BE-4D1C-2B2D-F1FB485376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0774" y="897352"/>
            <a:ext cx="82296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>
                <a:latin typeface="Averta Regular"/>
                <a:cs typeface="Arial"/>
              </a:rPr>
              <a:t>En SQL-</a:t>
            </a:r>
            <a:r>
              <a:rPr lang="en-US" err="1">
                <a:latin typeface="Averta Regular"/>
                <a:cs typeface="Arial"/>
              </a:rPr>
              <a:t>sætning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består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reserverede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brugerdefinerede</a:t>
            </a:r>
            <a:r>
              <a:rPr lang="en-US" dirty="0">
                <a:latin typeface="Averta Regular"/>
                <a:cs typeface="Arial"/>
              </a:rPr>
              <a:t> ord.</a:t>
            </a:r>
          </a:p>
          <a:p>
            <a:pPr algn="just"/>
            <a:br>
              <a:rPr lang="en-US" dirty="0"/>
            </a:br>
            <a:endParaRPr lang="en-US" dirty="0"/>
          </a:p>
          <a:p>
            <a:pPr algn="just">
              <a:buClr>
                <a:srgbClr val="C80046"/>
              </a:buClr>
            </a:pPr>
            <a:r>
              <a:rPr lang="en-US" dirty="0">
                <a:latin typeface="Averta Regular"/>
                <a:cs typeface="Arial"/>
              </a:rPr>
              <a:t>'Keywords' </a:t>
            </a:r>
            <a:r>
              <a:rPr lang="en-US" dirty="0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er </a:t>
            </a:r>
            <a:r>
              <a:rPr lang="en-US" dirty="0" err="1">
                <a:latin typeface="Averta Regular"/>
                <a:cs typeface="Arial"/>
              </a:rPr>
              <a:t>en</a:t>
            </a:r>
            <a:r>
              <a:rPr lang="en-US" dirty="0">
                <a:latin typeface="Averta Regular"/>
                <a:cs typeface="Arial"/>
              </a:rPr>
              <a:t> fast del </a:t>
            </a:r>
            <a:r>
              <a:rPr lang="en-US" dirty="0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SQL </a:t>
            </a:r>
            <a:r>
              <a:rPr lang="en-US" dirty="0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staves </a:t>
            </a:r>
            <a:r>
              <a:rPr lang="en-US" dirty="0" err="1">
                <a:latin typeface="Averta Regular"/>
                <a:cs typeface="Arial"/>
              </a:rPr>
              <a:t>nøjagtigt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som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foreskrevet</a:t>
            </a:r>
            <a:r>
              <a:rPr lang="en-US" dirty="0">
                <a:latin typeface="Averta Regular"/>
                <a:cs typeface="Arial"/>
              </a:rPr>
              <a:t>.--such as </a:t>
            </a:r>
            <a:r>
              <a:rPr lang="en-US" dirty="0">
                <a:latin typeface="Consolas"/>
                <a:cs typeface="Arial"/>
                <a:hlinkClick r:id="rId3"/>
              </a:rPr>
              <a:t>SELECT</a:t>
            </a:r>
            <a:r>
              <a:rPr lang="en-US" dirty="0">
                <a:latin typeface="Averta Regular"/>
                <a:cs typeface="Arial"/>
              </a:rPr>
              <a:t>, </a:t>
            </a:r>
            <a:r>
              <a:rPr lang="en-US" dirty="0">
                <a:latin typeface="Consolas"/>
                <a:cs typeface="Arial"/>
                <a:hlinkClick r:id="rId4"/>
              </a:rPr>
              <a:t>DELETE</a:t>
            </a:r>
            <a:r>
              <a:rPr lang="en-US" dirty="0">
                <a:latin typeface="Averta Regular"/>
                <a:cs typeface="Arial"/>
              </a:rPr>
              <a:t>, or </a:t>
            </a:r>
            <a:r>
              <a:rPr lang="en-US" dirty="0">
                <a:latin typeface="Consolas"/>
                <a:cs typeface="Arial"/>
                <a:hlinkClick r:id="rId5"/>
              </a:rPr>
              <a:t>BIGINT</a:t>
            </a:r>
            <a:endParaRPr lang="en-US" dirty="0"/>
          </a:p>
          <a:p>
            <a:pPr algn="just">
              <a:buClr>
                <a:srgbClr val="C80046"/>
              </a:buClr>
            </a:pPr>
            <a:endParaRPr lang="en-US" altLang="en-US" b="1" dirty="0">
              <a:latin typeface="Averta Regular"/>
              <a:cs typeface="Arial"/>
            </a:endParaRPr>
          </a:p>
        </p:txBody>
      </p:sp>
      <p:sp>
        <p:nvSpPr>
          <p:cNvPr id="46085" name="Slide Number Placeholder 3">
            <a:extLst>
              <a:ext uri="{FF2B5EF4-FFF2-40B4-BE49-F238E27FC236}">
                <a16:creationId xmlns:a16="http://schemas.microsoft.com/office/drawing/2014/main" id="{FDCE0E43-9CB4-136D-0F2D-E81F3E3163D0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EEF7153-F2C0-1F45-ADA3-2DA7F99A1950}" type="slidenum">
              <a:rPr lang="en-GB" altLang="en-US" sz="1800"/>
              <a:pPr/>
              <a:t>23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F1A62F-C51A-96A6-9568-18EAFC5D763C}"/>
              </a:ext>
            </a:extLst>
          </p:cNvPr>
          <p:cNvSpPr txBox="1"/>
          <p:nvPr/>
        </p:nvSpPr>
        <p:spPr>
          <a:xfrm>
            <a:off x="3637722" y="5383696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Kilder</a:t>
            </a:r>
            <a:r>
              <a:rPr lang="en-US" dirty="0"/>
              <a:t>: </a:t>
            </a:r>
            <a:r>
              <a:rPr lang="en-US" dirty="0">
                <a:hlinkClick r:id="rId6"/>
              </a:rPr>
              <a:t>https://docs.oracle.com/cd/E17952_01/mysql-8.0-en/keywords.html</a:t>
            </a:r>
            <a:endParaRPr lang="en-US"/>
          </a:p>
          <a:p>
            <a:endParaRPr lang="en-US" dirty="0">
              <a:ea typeface="Calibri"/>
              <a:cs typeface="Calibri"/>
            </a:endParaRPr>
          </a:p>
          <a:p>
            <a:pPr algn="ctr"/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675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58877-461B-920C-85B7-B398B58C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verta Regular"/>
              </a:rPr>
              <a:t>Reserveret</a:t>
            </a:r>
            <a:r>
              <a:rPr lang="en-US" dirty="0">
                <a:latin typeface="Averta Regular"/>
              </a:rPr>
              <a:t>  Ord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06079-3BDD-639F-4EEF-34FF57CB1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Hvis</a:t>
            </a:r>
            <a:r>
              <a:rPr lang="en-US" dirty="0">
                <a:latin typeface="Averta Regular"/>
                <a:cs typeface="Arial"/>
              </a:rPr>
              <a:t> du </a:t>
            </a:r>
            <a:r>
              <a:rPr lang="en-US" dirty="0" err="1">
                <a:latin typeface="Averta Regular"/>
                <a:cs typeface="Arial"/>
              </a:rPr>
              <a:t>har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en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brugerdefineret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tabel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eller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kolonne</a:t>
            </a:r>
            <a:r>
              <a:rPr lang="en-US" dirty="0">
                <a:latin typeface="Averta Regular"/>
                <a:cs typeface="Arial"/>
              </a:rPr>
              <a:t>, der </a:t>
            </a:r>
            <a:r>
              <a:rPr lang="en-US" dirty="0" err="1">
                <a:latin typeface="Averta Regular"/>
                <a:cs typeface="Arial"/>
              </a:rPr>
              <a:t>indeholder</a:t>
            </a:r>
            <a:r>
              <a:rPr lang="en-US" dirty="0">
                <a:latin typeface="Averta Regular"/>
                <a:cs typeface="Arial"/>
              </a:rPr>
              <a:t> et </a:t>
            </a:r>
            <a:r>
              <a:rPr lang="en-US" b="1" dirty="0" err="1">
                <a:latin typeface="Averta Regular"/>
                <a:cs typeface="Arial"/>
              </a:rPr>
              <a:t>reserveret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SQL, </a:t>
            </a:r>
            <a:r>
              <a:rPr lang="en-US" dirty="0" err="1">
                <a:latin typeface="Averta Regular"/>
                <a:cs typeface="Arial"/>
              </a:rPr>
              <a:t>kan</a:t>
            </a:r>
            <a:r>
              <a:rPr lang="en-US" dirty="0">
                <a:latin typeface="Averta Regular"/>
                <a:cs typeface="Arial"/>
              </a:rPr>
              <a:t> du </a:t>
            </a:r>
            <a:r>
              <a:rPr lang="en-US" dirty="0" err="1">
                <a:latin typeface="Averta Regular"/>
                <a:cs typeface="Arial"/>
              </a:rPr>
              <a:t>stadig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bruge</a:t>
            </a:r>
            <a:r>
              <a:rPr lang="en-US" dirty="0">
                <a:latin typeface="Averta Regular"/>
                <a:cs typeface="Arial"/>
              </a:rPr>
              <a:t> det, men du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sætte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navnet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i</a:t>
            </a:r>
            <a:r>
              <a:rPr lang="en-US" b="1" dirty="0">
                <a:latin typeface="Averta Regular"/>
                <a:cs typeface="Arial"/>
              </a:rPr>
              <a:t> backticks</a:t>
            </a:r>
            <a:r>
              <a:rPr lang="en-US" dirty="0">
                <a:latin typeface="Averta Regular"/>
                <a:cs typeface="Arial"/>
              </a:rPr>
              <a:t> (`)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MySQL.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F43AD-C284-0155-F765-FCA542225D7B}"/>
              </a:ext>
            </a:extLst>
          </p:cNvPr>
          <p:cNvSpPr txBox="1"/>
          <p:nvPr/>
        </p:nvSpPr>
        <p:spPr>
          <a:xfrm>
            <a:off x="3048000" y="3429000"/>
            <a:ext cx="6096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CREATE TABLE </a:t>
            </a:r>
            <a:r>
              <a:rPr lang="en-US" dirty="0">
                <a:highlight>
                  <a:srgbClr val="FFFF00"/>
                </a:highlight>
              </a:rPr>
              <a:t>`order`</a:t>
            </a:r>
            <a:r>
              <a:rPr lang="en-US" dirty="0"/>
              <a:t> ( `id` INT PRIMARY KEY, `customer` VARCHAR(100), `amount` DECIMAL(10,2) );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8596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>
            <a:extLst>
              <a:ext uri="{FF2B5EF4-FFF2-40B4-BE49-F238E27FC236}">
                <a16:creationId xmlns:a16="http://schemas.microsoft.com/office/drawing/2014/main" id="{FED440FA-F450-8A3F-490E-967DBD1500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72051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900" dirty="0" err="1">
                <a:latin typeface="Averta Regular"/>
              </a:rPr>
              <a:t>Navngivningskonvention</a:t>
            </a:r>
            <a:r>
              <a:rPr lang="en-US" sz="4900" dirty="0">
                <a:latin typeface="Averta Regular"/>
              </a:rPr>
              <a:t>:</a:t>
            </a:r>
          </a:p>
          <a:p>
            <a:pPr algn="just">
              <a:defRPr/>
            </a:pPr>
            <a:endParaRPr lang="en-US" sz="4000" dirty="0"/>
          </a:p>
        </p:txBody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53D126D5-1234-BF7F-5227-3F1AEDE447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0" y="1268413"/>
            <a:ext cx="80772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 eaLnBrk="1" hangingPunct="1">
              <a:buNone/>
            </a:pPr>
            <a:endParaRPr lang="en-US" altLang="en-US" b="1" dirty="0"/>
          </a:p>
          <a:p>
            <a:pPr algn="just" eaLnBrk="1" hangingPunct="1">
              <a:lnSpc>
                <a:spcPct val="0"/>
              </a:lnSpc>
            </a:pPr>
            <a:endParaRPr lang="en-US" altLang="en-US" b="1" dirty="0"/>
          </a:p>
          <a:p>
            <a:pPr algn="just" eaLnBrk="1" hangingPunct="1">
              <a:buFont typeface="Monotype Sorts" pitchFamily="2" charset="2"/>
              <a:buNone/>
            </a:pPr>
            <a:endParaRPr lang="en-US" altLang="en-US" sz="2600" b="1" dirty="0"/>
          </a:p>
          <a:p>
            <a:pPr algn="just" eaLnBrk="1" hangingPunct="1">
              <a:buFont typeface="Monotype Sorts" pitchFamily="2" charset="2"/>
              <a:buNone/>
            </a:pPr>
            <a:r>
              <a:rPr lang="en-US" altLang="en-US" sz="2600" b="1" dirty="0"/>
              <a:t> </a:t>
            </a:r>
          </a:p>
        </p:txBody>
      </p:sp>
      <p:sp>
        <p:nvSpPr>
          <p:cNvPr id="48132" name="Text Box 4">
            <a:extLst>
              <a:ext uri="{FF2B5EF4-FFF2-40B4-BE49-F238E27FC236}">
                <a16:creationId xmlns:a16="http://schemas.microsoft.com/office/drawing/2014/main" id="{C31DD96B-6FFE-F8AB-155C-C872A73FF0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48133" name="Slide Number Placeholder 3">
            <a:extLst>
              <a:ext uri="{FF2B5EF4-FFF2-40B4-BE49-F238E27FC236}">
                <a16:creationId xmlns:a16="http://schemas.microsoft.com/office/drawing/2014/main" id="{A24AC9AE-F02A-04AB-9644-ED4A8481E222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C4AB17E-2684-F747-9ED5-4E51FE33EB67}" type="slidenum">
              <a:rPr lang="en-GB" altLang="en-US" sz="1800"/>
              <a:pPr/>
              <a:t>25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F81B43-FEE6-C367-DE0E-C847012A6268}"/>
              </a:ext>
            </a:extLst>
          </p:cNvPr>
          <p:cNvSpPr txBox="1"/>
          <p:nvPr/>
        </p:nvSpPr>
        <p:spPr>
          <a:xfrm>
            <a:off x="3048000" y="2130287"/>
            <a:ext cx="6096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Store bogstaver</a:t>
            </a:r>
            <a:r>
              <a:rPr lang="en-US"/>
              <a:t> repræsenterer </a:t>
            </a:r>
            <a:r>
              <a:rPr lang="en-US" b="1"/>
              <a:t>reserverede ord</a:t>
            </a:r>
          </a:p>
          <a:p>
            <a:pPr marL="228600" indent="-228600">
              <a:buFont typeface=""/>
              <a:buChar char="•"/>
            </a:pPr>
            <a:r>
              <a:rPr lang="en-US" i="1"/>
              <a:t>(f.eks. SELECT, INSERT, WHERE)</a:t>
            </a:r>
          </a:p>
          <a:p>
            <a:pPr marL="228600" indent="-228600">
              <a:buFont typeface=""/>
              <a:buChar char="•"/>
            </a:pPr>
            <a:r>
              <a:rPr lang="en-US" b="1"/>
              <a:t>Små bogstaver</a:t>
            </a:r>
            <a:r>
              <a:rPr lang="en-US"/>
              <a:t> repræsenterer </a:t>
            </a:r>
            <a:r>
              <a:rPr lang="en-US" b="1"/>
              <a:t>brugerdefinerede ord</a:t>
            </a:r>
          </a:p>
          <a:p>
            <a:pPr marL="228600" indent="-228600">
              <a:buFont typeface=""/>
              <a:buChar char="•"/>
            </a:pPr>
            <a:r>
              <a:rPr lang="en-US" i="1"/>
              <a:t>(f.eks. tabelnavne og kolonnenavne: kunde, ordre, pris)</a:t>
            </a:r>
          </a:p>
          <a:p>
            <a:endParaRPr lang="en-US"/>
          </a:p>
          <a:p>
            <a:pPr algn="ctr"/>
            <a:endParaRPr lang="en-US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035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58" name="Rectangle 1026">
            <a:extLst>
              <a:ext uri="{FF2B5EF4-FFF2-40B4-BE49-F238E27FC236}">
                <a16:creationId xmlns:a16="http://schemas.microsoft.com/office/drawing/2014/main" id="{C5D8E67B-427F-D67F-DA6C-FB2601D98C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000" dirty="0">
                <a:latin typeface="Averta Regular"/>
              </a:rPr>
              <a:t>SQL Literals</a:t>
            </a:r>
            <a:endParaRPr lang="en-US" dirty="0">
              <a:latin typeface="Averta Regular"/>
            </a:endParaRPr>
          </a:p>
          <a:p>
            <a:pPr algn="just">
              <a:defRPr/>
            </a:pPr>
            <a:endParaRPr sz="4000" dirty="0"/>
          </a:p>
        </p:txBody>
      </p:sp>
      <p:sp>
        <p:nvSpPr>
          <p:cNvPr id="403459" name="Rectangle 1027">
            <a:extLst>
              <a:ext uri="{FF2B5EF4-FFF2-40B4-BE49-F238E27FC236}">
                <a16:creationId xmlns:a16="http://schemas.microsoft.com/office/drawing/2014/main" id="{37DF2015-CEC8-9855-6FC1-291CBF762A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61122" y="1132854"/>
            <a:ext cx="5400261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endParaRPr lang="en-US" altLang="en-US" b="1" dirty="0"/>
          </a:p>
          <a:p>
            <a:pPr algn="just" eaLnBrk="1" hangingPunct="1">
              <a:lnSpc>
                <a:spcPct val="70000"/>
              </a:lnSpc>
            </a:pPr>
            <a:endParaRPr lang="en-US" altLang="en-US" b="1" dirty="0"/>
          </a:p>
          <a:p>
            <a:pPr algn="just"/>
            <a:r>
              <a:rPr lang="en-US" dirty="0">
                <a:latin typeface="Averta Regular"/>
                <a:cs typeface="Arial"/>
              </a:rPr>
              <a:t>Ikke-</a:t>
            </a:r>
            <a:r>
              <a:rPr lang="en-US" err="1">
                <a:latin typeface="Averta Regular"/>
                <a:cs typeface="Arial"/>
              </a:rPr>
              <a:t>numeriske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literaler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være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omgivet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enkeltanførselstegn</a:t>
            </a:r>
            <a:endParaRPr lang="en-US" dirty="0">
              <a:latin typeface="Averta Regular"/>
              <a:cs typeface="Arial"/>
            </a:endParaRPr>
          </a:p>
          <a:p>
            <a:pPr marL="0" indent="0" algn="just">
              <a:buNone/>
            </a:pPr>
            <a:r>
              <a:rPr lang="en-US" i="1" dirty="0">
                <a:latin typeface="Averta Regular"/>
                <a:cs typeface="Arial"/>
              </a:rPr>
              <a:t>(</a:t>
            </a:r>
            <a:r>
              <a:rPr lang="en-US" i="1" err="1">
                <a:latin typeface="Averta Regular"/>
                <a:cs typeface="Arial"/>
              </a:rPr>
              <a:t>f.eks</a:t>
            </a:r>
            <a:r>
              <a:rPr lang="en-US" i="1" dirty="0">
                <a:latin typeface="Averta Regular"/>
                <a:cs typeface="Arial"/>
              </a:rPr>
              <a:t>. ‘London’)</a:t>
            </a:r>
            <a:endParaRPr lang="en-US"/>
          </a:p>
          <a:p>
            <a:pPr algn="just"/>
            <a:r>
              <a:rPr lang="en-US" err="1">
                <a:latin typeface="Averta Regular"/>
                <a:cs typeface="Arial"/>
              </a:rPr>
              <a:t>Numeriske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literaler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må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b="1" err="1">
                <a:latin typeface="Averta Regular"/>
                <a:cs typeface="Arial"/>
              </a:rPr>
              <a:t>ikke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være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omgivet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endParaRPr lang="en-US" dirty="0"/>
          </a:p>
          <a:p>
            <a:pPr algn="just"/>
            <a:endParaRPr lang="en-US" altLang="en-US" b="1" dirty="0">
              <a:highlight>
                <a:srgbClr val="FFFF00"/>
              </a:highlight>
              <a:latin typeface="Averta Regular"/>
              <a:cs typeface="Arial"/>
            </a:endParaRPr>
          </a:p>
        </p:txBody>
      </p:sp>
      <p:sp>
        <p:nvSpPr>
          <p:cNvPr id="49156" name="Text Box 1028">
            <a:extLst>
              <a:ext uri="{FF2B5EF4-FFF2-40B4-BE49-F238E27FC236}">
                <a16:creationId xmlns:a16="http://schemas.microsoft.com/office/drawing/2014/main" id="{C5FE17A4-71E5-7DB3-4BA0-2EA80181DD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49157" name="Slide Number Placeholder 3">
            <a:extLst>
              <a:ext uri="{FF2B5EF4-FFF2-40B4-BE49-F238E27FC236}">
                <a16:creationId xmlns:a16="http://schemas.microsoft.com/office/drawing/2014/main" id="{7F9608D5-85ED-B2E8-5FEE-2833544006A2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768AD4A-244F-1249-A686-3D3373DD545C}" type="slidenum">
              <a:rPr lang="en-GB" altLang="en-US" sz="1800"/>
              <a:pPr/>
              <a:t>26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750B39-49E7-0E64-B6FD-1B1E07EFC897}"/>
              </a:ext>
            </a:extLst>
          </p:cNvPr>
          <p:cNvSpPr txBox="1"/>
          <p:nvPr/>
        </p:nvSpPr>
        <p:spPr>
          <a:xfrm>
            <a:off x="7507357" y="2176670"/>
            <a:ext cx="2769705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-- Non-numeric literal (string) SELECT * FROM </a:t>
            </a:r>
            <a:r>
              <a:rPr lang="en-US" dirty="0" err="1"/>
              <a:t>kunder</a:t>
            </a:r>
            <a:r>
              <a:rPr lang="en-US" dirty="0"/>
              <a:t> WHERE by = 'London';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 Numeric literal SELECT * FROM </a:t>
            </a:r>
            <a:r>
              <a:rPr lang="en-US" dirty="0" err="1"/>
              <a:t>ordre</a:t>
            </a:r>
            <a:r>
              <a:rPr lang="en-US" dirty="0"/>
              <a:t> WHERE </a:t>
            </a:r>
            <a:r>
              <a:rPr lang="en-US" dirty="0" err="1"/>
              <a:t>beløb</a:t>
            </a:r>
            <a:r>
              <a:rPr lang="en-US" dirty="0"/>
              <a:t> &gt; 650;</a:t>
            </a:r>
          </a:p>
          <a:p>
            <a:pPr algn="ctr"/>
            <a:endParaRPr lang="en-US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3459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C107E7-91AE-9554-CA18-9E787BFAB2AF}"/>
              </a:ext>
            </a:extLst>
          </p:cNvPr>
          <p:cNvSpPr txBox="1"/>
          <p:nvPr/>
        </p:nvSpPr>
        <p:spPr>
          <a:xfrm>
            <a:off x="3048000" y="3429000"/>
            <a:ext cx="6096000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4400" b="1" dirty="0">
                <a:solidFill>
                  <a:srgbClr val="510034"/>
                </a:solidFill>
                <a:latin typeface="Averta Regular"/>
              </a:rPr>
              <a:t>SQL </a:t>
            </a:r>
            <a:r>
              <a:rPr lang="en-GB" sz="4400" b="1" dirty="0" err="1">
                <a:solidFill>
                  <a:srgbClr val="510034"/>
                </a:solidFill>
                <a:latin typeface="Averta Regular"/>
              </a:rPr>
              <a:t>HandsON</a:t>
            </a:r>
            <a:endParaRPr lang="en-US" dirty="0" err="1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282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4FA4A-DF50-A44D-BD34-D8EF5516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/>
              <a:t>Create DB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BF4E6-C368-7640-AE41-7CEDBEFDF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S</a:t>
            </a:r>
            <a:r>
              <a:rPr lang="en-DK"/>
              <a:t>yntax</a:t>
            </a:r>
          </a:p>
          <a:p>
            <a:r>
              <a:rPr lang="en-GB"/>
              <a:t>CREATE DATABASE </a:t>
            </a:r>
            <a:r>
              <a:rPr lang="en-GB" i="1" err="1"/>
              <a:t>databasename</a:t>
            </a:r>
            <a:r>
              <a:rPr lang="en-GB"/>
              <a:t>;</a:t>
            </a:r>
          </a:p>
          <a:p>
            <a:br>
              <a:rPr lang="en-GB"/>
            </a:br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0EC118-01E0-502E-DEFF-17E66B0689EA}"/>
              </a:ext>
            </a:extLst>
          </p:cNvPr>
          <p:cNvSpPr txBox="1"/>
          <p:nvPr/>
        </p:nvSpPr>
        <p:spPr>
          <a:xfrm>
            <a:off x="3048000" y="3429000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CREATE DATABASE sales1;</a:t>
            </a:r>
            <a:endParaRPr lang="en-US" dirty="0">
              <a:ea typeface="Calibri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01368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CD80-979D-1A43-AD98-5EFFA57EF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/>
              <a:t>Create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808C0-4A47-B847-9738-0F9A744FA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/>
              <a:t>CREATE TABLE kunder ( </a:t>
            </a:r>
            <a:br>
              <a:rPr lang="da-DK"/>
            </a:br>
            <a:r>
              <a:rPr lang="da-DK" err="1"/>
              <a:t>kundenr</a:t>
            </a:r>
            <a:r>
              <a:rPr lang="da-DK"/>
              <a:t> INT </a:t>
            </a:r>
            <a:r>
              <a:rPr lang="da-DK">
                <a:solidFill>
                  <a:schemeClr val="accent1"/>
                </a:solidFill>
              </a:rPr>
              <a:t>AUTO_INCREMENT PRIMARY KEY</a:t>
            </a:r>
            <a:r>
              <a:rPr lang="da-DK"/>
              <a:t>, </a:t>
            </a:r>
            <a:br>
              <a:rPr lang="da-DK"/>
            </a:br>
            <a:r>
              <a:rPr lang="da-DK"/>
              <a:t>navn VARCHAR(50), </a:t>
            </a:r>
            <a:br>
              <a:rPr lang="da-DK"/>
            </a:br>
            <a:r>
              <a:rPr lang="da-DK"/>
              <a:t>gade VARCHAR(30), </a:t>
            </a:r>
            <a:br>
              <a:rPr lang="da-DK"/>
            </a:br>
            <a:r>
              <a:rPr lang="da-DK" err="1"/>
              <a:t>postnr</a:t>
            </a:r>
            <a:r>
              <a:rPr lang="da-DK"/>
              <a:t> INT(4), </a:t>
            </a:r>
            <a:br>
              <a:rPr lang="da-DK"/>
            </a:br>
            <a:r>
              <a:rPr lang="da-DK" err="1"/>
              <a:t>email</a:t>
            </a:r>
            <a:r>
              <a:rPr lang="da-DK"/>
              <a:t> VARCHAR(50), </a:t>
            </a:r>
            <a:br>
              <a:rPr lang="da-DK"/>
            </a:br>
            <a:r>
              <a:rPr lang="da-DK"/>
              <a:t>mobil INT(8) </a:t>
            </a:r>
            <a:br>
              <a:rPr lang="da-DK"/>
            </a:br>
            <a:r>
              <a:rPr lang="da-DK"/>
              <a:t>); 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97433390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0F43D041-BA30-42E2-A0BA-0AB4C17AA0BA}"/>
              </a:ext>
            </a:extLst>
          </p:cNvPr>
          <p:cNvSpPr txBox="1">
            <a:spLocks/>
          </p:cNvSpPr>
          <p:nvPr/>
        </p:nvSpPr>
        <p:spPr>
          <a:xfrm>
            <a:off x="1215704" y="663405"/>
            <a:ext cx="4990465" cy="936795"/>
          </a:xfrm>
          <a:prstGeom prst="rect">
            <a:avLst/>
          </a:prstGeom>
        </p:spPr>
        <p:txBody>
          <a:bodyPr vert="horz" wrap="square" lIns="0" tIns="13335" rIns="0" bIns="0" rtlCol="0" anchor="b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accent3"/>
                </a:solidFill>
                <a:latin typeface="Averta Regular" pitchFamily="2" charset="77"/>
                <a:ea typeface="Averta Regular" pitchFamily="2" charset="77"/>
                <a:cs typeface="Averta Regular" pitchFamily="2" charset="77"/>
              </a:defRPr>
            </a:lvl1pPr>
          </a:lstStyle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a-DK"/>
              <a:t>INSERT</a:t>
            </a: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662B7192-807A-41FD-A5FA-2F8630686DE6}"/>
              </a:ext>
            </a:extLst>
          </p:cNvPr>
          <p:cNvSpPr txBox="1"/>
          <p:nvPr/>
        </p:nvSpPr>
        <p:spPr>
          <a:xfrm>
            <a:off x="1618336" y="1387245"/>
            <a:ext cx="7704455" cy="3737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1800" b="1">
                <a:solidFill>
                  <a:srgbClr val="404040"/>
                </a:solidFill>
                <a:latin typeface="Ebrima"/>
                <a:cs typeface="Ebrima"/>
              </a:rPr>
              <a:t>Syntax:</a:t>
            </a:r>
            <a:endParaRPr sz="1800">
              <a:latin typeface="Ebrima"/>
              <a:cs typeface="Ebrima"/>
            </a:endParaRPr>
          </a:p>
          <a:p>
            <a:pPr marL="12700" marR="454025">
              <a:lnSpc>
                <a:spcPct val="150000"/>
              </a:lnSpc>
            </a:pP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Here is generic SQL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syntax of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INTO command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data into  MySQL</a:t>
            </a:r>
            <a:r>
              <a:rPr sz="1800" spc="-15">
                <a:solidFill>
                  <a:srgbClr val="404040"/>
                </a:solidFill>
                <a:latin typeface="Ebrima"/>
                <a:cs typeface="Ebrima"/>
              </a:rPr>
              <a:t>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table:</a:t>
            </a:r>
            <a:endParaRPr sz="1800">
              <a:latin typeface="Ebrima"/>
              <a:cs typeface="Ebrima"/>
            </a:endParaRPr>
          </a:p>
          <a:p>
            <a:pPr marL="12700" marR="1290320">
              <a:lnSpc>
                <a:spcPct val="100000"/>
              </a:lnSpc>
              <a:spcBef>
                <a:spcPts val="335"/>
              </a:spcBef>
            </a:pP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INSERT INTO table_name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(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field1, field2,...fieldN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) 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VALUES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(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value1, value2,...valueN</a:t>
            </a:r>
            <a:r>
              <a:rPr sz="1800" b="1" spc="-4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Times New Roman"/>
              <a:cs typeface="Times New Roman"/>
            </a:endParaRPr>
          </a:p>
          <a:p>
            <a:pPr marL="12700" marR="222885">
              <a:lnSpc>
                <a:spcPct val="150000"/>
              </a:lnSpc>
            </a:pP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</a:t>
            </a:r>
            <a:r>
              <a:rPr sz="1800" spc="-5">
                <a:solidFill>
                  <a:schemeClr val="accent1"/>
                </a:solidFill>
                <a:latin typeface="Ebrima"/>
                <a:cs typeface="Ebrima"/>
              </a:rPr>
              <a:t>string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 data types, it is required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keep all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the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values in single quote,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for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example:-</a:t>
            </a:r>
            <a:r>
              <a:rPr sz="1800" spc="-35">
                <a:solidFill>
                  <a:srgbClr val="404040"/>
                </a:solidFill>
                <a:latin typeface="Ebrima"/>
                <a:cs typeface="Ebrima"/>
              </a:rPr>
              <a:t> </a:t>
            </a:r>
            <a:r>
              <a:rPr lang="da-DK" sz="3200" b="1" spc="-5">
                <a:solidFill>
                  <a:srgbClr val="404040"/>
                </a:solidFill>
                <a:latin typeface="Ebrima"/>
                <a:cs typeface="Ebrima"/>
              </a:rPr>
              <a:t>'</a:t>
            </a:r>
            <a:r>
              <a:rPr sz="3200" b="1" spc="-5">
                <a:solidFill>
                  <a:srgbClr val="404040"/>
                </a:solidFill>
                <a:latin typeface="Ebrima"/>
                <a:cs typeface="Ebrima"/>
              </a:rPr>
              <a:t>value</a:t>
            </a:r>
            <a:r>
              <a:rPr lang="da-DK" sz="3200" b="1" spc="-5">
                <a:solidFill>
                  <a:srgbClr val="404040"/>
                </a:solidFill>
                <a:latin typeface="Ebrima"/>
                <a:cs typeface="Ebrima"/>
              </a:rPr>
              <a:t>'</a:t>
            </a:r>
            <a:endParaRPr sz="3200">
              <a:latin typeface="Ebrima"/>
              <a:cs typeface="Ebrima"/>
            </a:endParaRPr>
          </a:p>
        </p:txBody>
      </p:sp>
    </p:spTree>
    <p:extLst>
      <p:ext uri="{BB962C8B-B14F-4D97-AF65-F5344CB8AC3E}">
        <p14:creationId xmlns:p14="http://schemas.microsoft.com/office/powerpoint/2010/main" val="74802101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C37B57-1E90-2967-C6E9-E02227C400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INSERT INTO </a:t>
            </a:r>
            <a:r>
              <a:rPr lang="en-US" sz="1800" b="1" err="1">
                <a:solidFill>
                  <a:srgbClr val="006FC0"/>
                </a:solidFill>
                <a:latin typeface="Averta Regular"/>
                <a:cs typeface="Arial"/>
              </a:rPr>
              <a:t>table_name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 ( field1, field2,...</a:t>
            </a:r>
            <a:r>
              <a:rPr lang="en-US" sz="1800" b="1" err="1">
                <a:solidFill>
                  <a:srgbClr val="006FC0"/>
                </a:solidFill>
                <a:latin typeface="Averta Regular"/>
                <a:cs typeface="Arial"/>
              </a:rPr>
              <a:t>fieldN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 )  VALUES ( value1, value2,...</a:t>
            </a:r>
            <a:r>
              <a:rPr lang="en-US" sz="1800" b="1" dirty="0">
                <a:solidFill>
                  <a:srgbClr val="FF0000"/>
                </a:solidFill>
                <a:latin typeface="Averta Regular"/>
                <a:cs typeface="Arial"/>
              </a:rPr>
              <a:t>NULL 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);</a:t>
            </a:r>
            <a:endParaRPr lang="en-US" sz="1800" b="1" dirty="0">
              <a:solidFill>
                <a:srgbClr val="006FC0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AEE8FC-253B-8D14-76A0-901D525894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verta Regular"/>
              </a:rPr>
              <a:t>Null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33099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37D62-5223-DC4B-9814-BD3AC2BAF7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K"/>
              <a:t>How to see the result?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D68D7F-FB99-B64C-A124-D5E43056E0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50601725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F3D3-5E59-1C4E-9EFF-1565359601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/>
          </a:bodyPr>
          <a:lstStyle/>
          <a:p>
            <a:r>
              <a:rPr lang="en-GB" b="0" dirty="0">
                <a:latin typeface="Averta Regular"/>
              </a:rPr>
              <a:t> SELECT </a:t>
            </a:r>
            <a:r>
              <a:rPr lang="en-GB" b="0" dirty="0">
                <a:solidFill>
                  <a:srgbClr val="FF0000"/>
                </a:solidFill>
                <a:latin typeface="Averta Regular"/>
              </a:rPr>
              <a:t>*</a:t>
            </a:r>
            <a:r>
              <a:rPr lang="en-GB" b="0" dirty="0">
                <a:latin typeface="Averta Regular"/>
              </a:rPr>
              <a:t> FROM </a:t>
            </a:r>
            <a:r>
              <a:rPr lang="en-GB" b="0" dirty="0" err="1">
                <a:latin typeface="Averta Regular"/>
              </a:rPr>
              <a:t>kunder</a:t>
            </a:r>
            <a:r>
              <a:rPr lang="en-GB" b="0" dirty="0">
                <a:latin typeface="Averta Regular"/>
              </a:rPr>
              <a:t>;</a:t>
            </a:r>
            <a:br>
              <a:rPr lang="en-GB" b="0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13504473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62000" y="826791"/>
            <a:ext cx="0" cy="9144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685450"/>
                </a:moveTo>
                <a:lnTo>
                  <a:pt x="0" y="0"/>
                </a:lnTo>
              </a:path>
            </a:pathLst>
          </a:custGeom>
          <a:ln w="19040">
            <a:solidFill>
              <a:srgbClr val="1CADE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05C871C-A5D2-4EF5-6E16-016B3C56D3CB}"/>
              </a:ext>
            </a:extLst>
          </p:cNvPr>
          <p:cNvSpPr txBox="1">
            <a:spLocks/>
          </p:cNvSpPr>
          <p:nvPr/>
        </p:nvSpPr>
        <p:spPr>
          <a:xfrm>
            <a:off x="-109519" y="-118533"/>
            <a:ext cx="11224540" cy="1839820"/>
          </a:xfrm>
          <a:prstGeom prst="rect">
            <a:avLst/>
          </a:prstGeom>
        </p:spPr>
        <p:txBody>
          <a:bodyPr vert="horz" wrap="square" lIns="0" tIns="999067" rIns="0" bIns="0" rtlCol="0" anchor="t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840105">
              <a:spcBef>
                <a:spcPts val="133"/>
              </a:spcBef>
            </a:pPr>
            <a:r>
              <a:rPr lang="da-DK" sz="5050" dirty="0"/>
              <a:t> øvelse-</a:t>
            </a:r>
            <a:r>
              <a:rPr lang="en-GB" sz="5400" dirty="0"/>
              <a:t>   database</a:t>
            </a:r>
            <a:r>
              <a:rPr lang="da-DK" sz="5050" dirty="0"/>
              <a:t> </a:t>
            </a:r>
            <a:endParaRPr lang="en-US" sz="5050" dirty="0">
              <a:cs typeface="Calibri Light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1FA6C56-334D-2007-2BC2-F0DAAE0DD1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195" y="2344235"/>
            <a:ext cx="724198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alt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/>
            </a:endParaRP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I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betragte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skoledatabase</a:t>
            </a:r>
            <a:r>
              <a:rPr lang="en-US" dirty="0">
                <a:ea typeface="+mn-lt"/>
                <a:cs typeface="+mn-lt"/>
              </a:rPr>
              <a:t> med </a:t>
            </a:r>
            <a:r>
              <a:rPr lang="en-US" dirty="0" err="1">
                <a:ea typeface="+mn-lt"/>
                <a:cs typeface="+mn-lt"/>
              </a:rPr>
              <a:t>tre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tabeller</a:t>
            </a:r>
            <a:r>
              <a:rPr lang="en-US" dirty="0">
                <a:ea typeface="+mn-lt"/>
                <a:cs typeface="+mn-lt"/>
              </a:rPr>
              <a:t> for </a:t>
            </a:r>
            <a:r>
              <a:rPr lang="en-US" dirty="0" err="1">
                <a:ea typeface="+mn-lt"/>
                <a:cs typeface="+mn-lt"/>
              </a:rPr>
              <a:t>K</a:t>
            </a:r>
            <a:r>
              <a:rPr lang="en-US" i="1" dirty="0" err="1">
                <a:ea typeface="+mn-lt"/>
                <a:cs typeface="+mn-lt"/>
              </a:rPr>
              <a:t>ursus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i="1" dirty="0" err="1">
                <a:ea typeface="+mn-lt"/>
                <a:cs typeface="+mn-lt"/>
              </a:rPr>
              <a:t>Elever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i="1" dirty="0" err="1">
                <a:ea typeface="+mn-lt"/>
                <a:cs typeface="+mn-lt"/>
              </a:rPr>
              <a:t>Lærere</a:t>
            </a:r>
            <a:r>
              <a:rPr lang="en-US" dirty="0">
                <a:ea typeface="+mn-lt"/>
                <a:cs typeface="+mn-lt"/>
              </a:rPr>
              <a:t>.</a:t>
            </a:r>
            <a:endParaRPr lang="en-DK" dirty="0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28600" indent="-228600">
              <a:buFont typeface="Arial,Sans-Serif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Hvilke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nøglefelter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skal</a:t>
            </a:r>
            <a:r>
              <a:rPr lang="en-US" dirty="0">
                <a:latin typeface="Calibri"/>
                <a:ea typeface="Calibri"/>
                <a:cs typeface="Calibri"/>
              </a:rPr>
              <a:t> der </a:t>
            </a:r>
            <a:r>
              <a:rPr lang="en-US" dirty="0" err="1">
                <a:latin typeface="Calibri"/>
                <a:ea typeface="Calibri"/>
                <a:cs typeface="Calibri"/>
              </a:rPr>
              <a:t>være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latin typeface="Calibri"/>
                <a:ea typeface="Calibri"/>
                <a:cs typeface="Calibri"/>
              </a:rPr>
              <a:t> de </a:t>
            </a:r>
            <a:r>
              <a:rPr lang="en-US" dirty="0" err="1">
                <a:latin typeface="Calibri"/>
                <a:ea typeface="Calibri"/>
                <a:cs typeface="Calibri"/>
              </a:rPr>
              <a:t>enkelte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tabeller</a:t>
            </a:r>
            <a:r>
              <a:rPr lang="en-US" dirty="0">
                <a:latin typeface="Calibri"/>
                <a:ea typeface="Calibri"/>
                <a:cs typeface="Calibri"/>
              </a:rPr>
              <a:t>? </a:t>
            </a:r>
          </a:p>
          <a:p>
            <a:pPr marL="228600" indent="-228600">
              <a:buFont typeface="Arial,Sans-Serif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Hvilken</a:t>
            </a:r>
            <a:r>
              <a:rPr lang="en-US" dirty="0">
                <a:latin typeface="Calibri"/>
                <a:ea typeface="Calibri"/>
                <a:cs typeface="Calibri"/>
              </a:rPr>
              <a:t> datatype </a:t>
            </a:r>
            <a:r>
              <a:rPr lang="en-US" dirty="0" err="1"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latin typeface="Calibri"/>
                <a:ea typeface="Calibri"/>
                <a:cs typeface="Calibri"/>
              </a:rPr>
              <a:t> de </a:t>
            </a:r>
            <a:r>
              <a:rPr lang="en-US" dirty="0" err="1">
                <a:latin typeface="Calibri"/>
                <a:ea typeface="Calibri"/>
                <a:cs typeface="Calibri"/>
              </a:rPr>
              <a:t>enkelte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tabeller</a:t>
            </a:r>
            <a:r>
              <a:rPr lang="en-US" dirty="0">
                <a:latin typeface="Calibri"/>
                <a:ea typeface="Calibri"/>
                <a:cs typeface="Calibri"/>
              </a:rPr>
              <a:t> ?</a:t>
            </a:r>
          </a:p>
          <a:p>
            <a:pPr marL="285750" indent="-285750" algn="ctr">
              <a:buFont typeface="Arial"/>
              <a:buChar char="•"/>
            </a:pPr>
            <a:endParaRPr lang="en-US" dirty="0">
              <a:latin typeface="Calibri"/>
              <a:ea typeface="Calibri"/>
              <a:cs typeface="Calibri"/>
            </a:endParaRPr>
          </a:p>
          <a:p>
            <a:endParaRPr lang="en-US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 sz="1800" b="0" i="0" u="none" strike="noStrike" cap="none" normalizeH="0" baseline="0" dirty="0">
              <a:ln>
                <a:noFill/>
              </a:ln>
              <a:effectLst/>
              <a:latin typeface="Calibri"/>
              <a:ea typeface="Calibri"/>
              <a:cs typeface="Calibri"/>
            </a:endParaRPr>
          </a:p>
          <a:p>
            <a:pPr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DK" dirty="0">
              <a:latin typeface="Arial" panose="020B0604020202020204" pitchFamily="34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580401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35FFF1D-0FAB-D45F-4888-ECBDCB4F60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SchoolDB</a:t>
            </a:r>
            <a:r>
              <a:rPr lang="en-US" dirty="0">
                <a:latin typeface="Averta Regular"/>
                <a:cs typeface="Arial"/>
              </a:rPr>
              <a:t> challenge </a:t>
            </a:r>
            <a:r>
              <a:rPr lang="en-US" dirty="0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ekstra</a:t>
            </a:r>
            <a:r>
              <a:rPr lang="en-US" dirty="0">
                <a:latin typeface="Averta Regular"/>
                <a:cs typeface="Arial"/>
              </a:rPr>
              <a:t> challenge (topic </a:t>
            </a:r>
            <a:r>
              <a:rPr lang="en-US" dirty="0" err="1">
                <a:latin typeface="Averta Regular"/>
                <a:cs typeface="Arial"/>
              </a:rPr>
              <a:t>til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undersøge</a:t>
            </a:r>
            <a:r>
              <a:rPr lang="en-US" dirty="0">
                <a:latin typeface="Averta Regular"/>
                <a:cs typeface="Arial"/>
              </a:rPr>
              <a:t>)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9AE63-043E-650D-BE15-7E379C97CEDE}"/>
              </a:ext>
            </a:extLst>
          </p:cNvPr>
          <p:cNvSpPr txBox="1"/>
          <p:nvPr/>
        </p:nvSpPr>
        <p:spPr>
          <a:xfrm>
            <a:off x="5400524" y="4777619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2"/>
              </a:rPr>
              <a:t>Uge46.docx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13620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B0D407-2BEC-01BF-5EE0-0F84F56677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8748" y="368508"/>
            <a:ext cx="9144000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en-US" sz="2800" dirty="0">
                <a:latin typeface="Averta Regular"/>
                <a:cs typeface="Arial"/>
              </a:rPr>
              <a:t>❓ Quiz: Test din </a:t>
            </a:r>
            <a:r>
              <a:rPr lang="en-US" sz="2800" dirty="0" err="1">
                <a:latin typeface="Averta Regular"/>
                <a:cs typeface="Arial"/>
              </a:rPr>
              <a:t>viden</a:t>
            </a:r>
            <a:r>
              <a:rPr lang="en-US" sz="2800" dirty="0">
                <a:latin typeface="Averta Regular"/>
                <a:cs typeface="Arial"/>
              </a:rPr>
              <a:t> om </a:t>
            </a:r>
            <a:r>
              <a:rPr lang="en-US" sz="2800" dirty="0" err="1">
                <a:latin typeface="Averta Regular"/>
                <a:cs typeface="Arial"/>
              </a:rPr>
              <a:t>databaser</a:t>
            </a:r>
            <a:endParaRPr lang="en-US" sz="2800" dirty="0"/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er </a:t>
            </a:r>
            <a:r>
              <a:rPr lang="en-US" sz="1200" b="1" err="1">
                <a:latin typeface="Averta Regular"/>
                <a:cs typeface="Arial"/>
              </a:rPr>
              <a:t>forskellen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på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primærnøgle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og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fremmednøgle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De </a:t>
            </a:r>
            <a:r>
              <a:rPr lang="en-US" sz="1200" err="1">
                <a:latin typeface="Averta Regular"/>
                <a:cs typeface="Arial"/>
              </a:rPr>
              <a:t>bruges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til</a:t>
            </a:r>
            <a:r>
              <a:rPr lang="en-US" sz="1200" dirty="0">
                <a:latin typeface="Averta Regular"/>
                <a:cs typeface="Arial"/>
              </a:rPr>
              <a:t> at </a:t>
            </a:r>
            <a:r>
              <a:rPr lang="en-US" sz="1200" err="1">
                <a:latin typeface="Averta Regular"/>
                <a:cs typeface="Arial"/>
              </a:rPr>
              <a:t>sortere</a:t>
            </a:r>
            <a:r>
              <a:rPr lang="en-US" sz="1200" dirty="0">
                <a:latin typeface="Averta Regular"/>
                <a:cs typeface="Arial"/>
              </a:rPr>
              <a:t> data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</a:t>
            </a:r>
            <a:r>
              <a:rPr lang="en-US" sz="1200" dirty="0" err="1">
                <a:latin typeface="Averta Regular"/>
                <a:cs typeface="Arial"/>
              </a:rPr>
              <a:t>Primærnøglen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identificerer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en</a:t>
            </a:r>
            <a:r>
              <a:rPr lang="en-US" sz="1200" dirty="0">
                <a:latin typeface="Averta Regular"/>
                <a:cs typeface="Arial"/>
              </a:rPr>
              <a:t> post, </a:t>
            </a:r>
            <a:r>
              <a:rPr lang="en-US" sz="1200" dirty="0" err="1">
                <a:latin typeface="Averta Regular"/>
                <a:cs typeface="Arial"/>
              </a:rPr>
              <a:t>fremmednøglen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skaber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relationer</a:t>
            </a:r>
            <a:r>
              <a:rPr lang="en-US" sz="1200" dirty="0">
                <a:latin typeface="Averta Regular"/>
                <a:cs typeface="Arial"/>
              </a:rPr>
              <a:t>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De er </a:t>
            </a:r>
            <a:r>
              <a:rPr lang="en-US" sz="1200" err="1">
                <a:latin typeface="Averta Regular"/>
                <a:cs typeface="Arial"/>
              </a:rPr>
              <a:t>begge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valgfri</a:t>
            </a:r>
            <a:endParaRPr lang="en-US" sz="1200" err="1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Hvilken</a:t>
            </a:r>
            <a:r>
              <a:rPr lang="en-US" sz="1200" b="1" dirty="0">
                <a:latin typeface="Averta Regular"/>
                <a:cs typeface="Arial"/>
              </a:rPr>
              <a:t> datatype </a:t>
            </a:r>
            <a:r>
              <a:rPr lang="en-US" sz="1200" b="1" err="1">
                <a:latin typeface="Averta Regular"/>
                <a:cs typeface="Arial"/>
              </a:rPr>
              <a:t>bruges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til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tekst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i</a:t>
            </a:r>
            <a:r>
              <a:rPr lang="en-US" sz="1200" b="1" dirty="0">
                <a:latin typeface="Averta Regular"/>
                <a:cs typeface="Arial"/>
              </a:rPr>
              <a:t> MySQL?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INT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VARCHAR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DATE</a:t>
            </a:r>
            <a:endParaRPr lang="en-US" sz="1200" dirty="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betyder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dirty="0">
                <a:latin typeface="Consolas"/>
                <a:cs typeface="Arial"/>
              </a:rPr>
              <a:t>NULL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i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database?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En tom </a:t>
            </a:r>
            <a:r>
              <a:rPr lang="en-US" sz="1200" err="1">
                <a:latin typeface="Averta Regular"/>
                <a:cs typeface="Arial"/>
              </a:rPr>
              <a:t>streng</a:t>
            </a:r>
            <a:endParaRPr lang="en-US" sz="120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En </a:t>
            </a:r>
            <a:r>
              <a:rPr lang="en-US" sz="1200" dirty="0" err="1">
                <a:latin typeface="Averta Regular"/>
                <a:cs typeface="Arial"/>
              </a:rPr>
              <a:t>ukendt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eller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manglende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værdi</a:t>
            </a:r>
            <a:r>
              <a:rPr lang="en-US" sz="1200" dirty="0">
                <a:latin typeface="Averta Regular"/>
                <a:cs typeface="Arial"/>
              </a:rPr>
              <a:t>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En </a:t>
            </a:r>
            <a:r>
              <a:rPr lang="en-US" sz="1200" err="1">
                <a:latin typeface="Averta Regular"/>
                <a:cs typeface="Arial"/>
              </a:rPr>
              <a:t>fejl</a:t>
            </a:r>
            <a:endParaRPr lang="en-US" sz="120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Hvordan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skriver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SQL-</a:t>
            </a:r>
            <a:r>
              <a:rPr lang="en-US" sz="1200" b="1" err="1">
                <a:latin typeface="Averta Regular"/>
                <a:cs typeface="Arial"/>
              </a:rPr>
              <a:t>sætning</a:t>
            </a:r>
            <a:r>
              <a:rPr lang="en-US" sz="1200" b="1" dirty="0">
                <a:latin typeface="Averta Regular"/>
                <a:cs typeface="Arial"/>
              </a:rPr>
              <a:t> for at </a:t>
            </a:r>
            <a:r>
              <a:rPr lang="en-US" sz="1200" b="1" err="1">
                <a:latin typeface="Averta Regular"/>
                <a:cs typeface="Arial"/>
              </a:rPr>
              <a:t>hente</a:t>
            </a:r>
            <a:r>
              <a:rPr lang="en-US" sz="1200" b="1" dirty="0">
                <a:latin typeface="Averta Regular"/>
                <a:cs typeface="Arial"/>
              </a:rPr>
              <a:t> alle </a:t>
            </a:r>
            <a:r>
              <a:rPr lang="en-US" sz="1200" b="1" err="1">
                <a:latin typeface="Averta Regular"/>
                <a:cs typeface="Arial"/>
              </a:rPr>
              <a:t>rækker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fra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tabel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SELECT ALL FROM table;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GET * FROM table;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SELECT * FROM table; </a:t>
            </a:r>
            <a:endParaRPr lang="en-US" sz="1200" dirty="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skal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gøre</a:t>
            </a:r>
            <a:r>
              <a:rPr lang="en-US" sz="1200" b="1" dirty="0">
                <a:latin typeface="Averta Regular"/>
                <a:cs typeface="Arial"/>
              </a:rPr>
              <a:t>, </a:t>
            </a:r>
            <a:r>
              <a:rPr lang="en-US" sz="1200" b="1" err="1">
                <a:latin typeface="Averta Regular"/>
                <a:cs typeface="Arial"/>
              </a:rPr>
              <a:t>hvis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vil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bruge</a:t>
            </a:r>
            <a:r>
              <a:rPr lang="en-US" sz="1200" b="1" dirty="0">
                <a:latin typeface="Averta Regular"/>
                <a:cs typeface="Arial"/>
              </a:rPr>
              <a:t> et </a:t>
            </a:r>
            <a:r>
              <a:rPr lang="en-US" sz="1200" b="1" err="1">
                <a:latin typeface="Averta Regular"/>
                <a:cs typeface="Arial"/>
              </a:rPr>
              <a:t>reserveret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ord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som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tabelnavn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</a:t>
            </a:r>
            <a:r>
              <a:rPr lang="en-US" sz="1200" err="1">
                <a:latin typeface="Averta Regular"/>
                <a:cs typeface="Arial"/>
              </a:rPr>
              <a:t>Undgå</a:t>
            </a:r>
            <a:r>
              <a:rPr lang="en-US" sz="1200" dirty="0">
                <a:latin typeface="Averta Regular"/>
                <a:cs typeface="Arial"/>
              </a:rPr>
              <a:t> det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</a:t>
            </a:r>
            <a:r>
              <a:rPr lang="en-US" sz="1200" dirty="0" err="1">
                <a:latin typeface="Averta Regular"/>
                <a:cs typeface="Arial"/>
              </a:rPr>
              <a:t>Sætte</a:t>
            </a:r>
            <a:r>
              <a:rPr lang="en-US" sz="1200" dirty="0">
                <a:latin typeface="Averta Regular"/>
                <a:cs typeface="Arial"/>
              </a:rPr>
              <a:t> det </a:t>
            </a:r>
            <a:r>
              <a:rPr lang="en-US" sz="1200" dirty="0" err="1">
                <a:latin typeface="Averta Regular"/>
                <a:cs typeface="Arial"/>
              </a:rPr>
              <a:t>i</a:t>
            </a:r>
            <a:r>
              <a:rPr lang="en-US" sz="1200" dirty="0">
                <a:latin typeface="Averta Regular"/>
                <a:cs typeface="Arial"/>
              </a:rPr>
              <a:t> backticks (`)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</a:t>
            </a:r>
            <a:r>
              <a:rPr lang="en-US" sz="1200" err="1">
                <a:latin typeface="Averta Regular"/>
                <a:cs typeface="Arial"/>
              </a:rPr>
              <a:t>Skrive</a:t>
            </a:r>
            <a:r>
              <a:rPr lang="en-US" sz="1200" dirty="0">
                <a:latin typeface="Averta Regular"/>
                <a:cs typeface="Arial"/>
              </a:rPr>
              <a:t> det med </a:t>
            </a:r>
            <a:r>
              <a:rPr lang="en-US" sz="1200" err="1">
                <a:latin typeface="Averta Regular"/>
                <a:cs typeface="Arial"/>
              </a:rPr>
              <a:t>små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bogstaver</a:t>
            </a:r>
            <a:endParaRPr lang="en-US" sz="1200" err="1">
              <a:cs typeface="Arial"/>
            </a:endParaRPr>
          </a:p>
          <a:p>
            <a:pPr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3638574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Standard">
  <a:themeElements>
    <a:clrScheme name="nvcl2018">
      <a:dk1>
        <a:srgbClr val="424242"/>
      </a:dk1>
      <a:lt1>
        <a:srgbClr val="FFFFFF"/>
      </a:lt1>
      <a:dk2>
        <a:srgbClr val="797979"/>
      </a:dk2>
      <a:lt2>
        <a:srgbClr val="E7E6E6"/>
      </a:lt2>
      <a:accent1>
        <a:srgbClr val="C80046"/>
      </a:accent1>
      <a:accent2>
        <a:srgbClr val="7C0434"/>
      </a:accent2>
      <a:accent3>
        <a:srgbClr val="510034"/>
      </a:accent3>
      <a:accent4>
        <a:srgbClr val="75BC7F"/>
      </a:accent4>
      <a:accent5>
        <a:srgbClr val="C80046"/>
      </a:accent5>
      <a:accent6>
        <a:srgbClr val="7C0434"/>
      </a:accent6>
      <a:hlink>
        <a:srgbClr val="510034"/>
      </a:hlink>
      <a:folHlink>
        <a:srgbClr val="75BC7F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1e1e11fa94fdc738600f7826f5a7e6f4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e296f118f8d18671f4199f5f20af3def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5F6E89-A6EE-4FF0-9215-649C3DD3E427}">
  <ds:schemaRefs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324ab4a6-501d-4b19-a031-862034374e5f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CBC2475F-EF06-49E8-8BDB-98152C5F3F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913A9E3-8CA1-4F72-AEAC-29AE752FF4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188</TotalTime>
  <Words>1111</Words>
  <Application>Microsoft Office PowerPoint</Application>
  <PresentationFormat>Widescreen</PresentationFormat>
  <Paragraphs>178</Paragraphs>
  <Slides>36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Standard</vt:lpstr>
      <vt:lpstr>Det relationelle database -DataTyper</vt:lpstr>
      <vt:lpstr>Opgave: Gennemgå  </vt:lpstr>
      <vt:lpstr>Fordelene ved at bruge et DBMS (Database Management System) frem for et Excel-ark  </vt:lpstr>
      <vt:lpstr>Hvad er SQL?</vt:lpstr>
      <vt:lpstr>PowerPoint Presentation</vt:lpstr>
      <vt:lpstr>Er der nogen forskel mellem SQL og MySQL? </vt:lpstr>
      <vt:lpstr>Agenda</vt:lpstr>
      <vt:lpstr>Relationelle nøgler</vt:lpstr>
      <vt:lpstr>PowerPoint Presentation</vt:lpstr>
      <vt:lpstr>Data type I MySQL </vt:lpstr>
      <vt:lpstr>Null</vt:lpstr>
      <vt:lpstr> </vt:lpstr>
      <vt:lpstr>Open sample DB-world-mysql.sql</vt:lpstr>
      <vt:lpstr>DB/Skema World--&gt;Table city- &gt;</vt:lpstr>
      <vt:lpstr>Open sample DB-Albumn</vt:lpstr>
      <vt:lpstr>Open sample DB-scratch.sql see table sale   id price</vt:lpstr>
      <vt:lpstr>PowerPoint Presentation</vt:lpstr>
      <vt:lpstr>PowerPoint Presentation</vt:lpstr>
      <vt:lpstr>Open sample DB-albumn see table albumn   released</vt:lpstr>
      <vt:lpstr>PowerPoint Presentation</vt:lpstr>
      <vt:lpstr>MySQL – syntax</vt:lpstr>
      <vt:lpstr>  MySQL</vt:lpstr>
      <vt:lpstr>Skriv MySQL </vt:lpstr>
      <vt:lpstr>Reserveret  Ord</vt:lpstr>
      <vt:lpstr>Navngivningskonvention: </vt:lpstr>
      <vt:lpstr>SQL Literals </vt:lpstr>
      <vt:lpstr>PowerPoint Presentation</vt:lpstr>
      <vt:lpstr>Create DB  </vt:lpstr>
      <vt:lpstr>Create TABLE</vt:lpstr>
      <vt:lpstr>PowerPoint Presentation</vt:lpstr>
      <vt:lpstr>Null</vt:lpstr>
      <vt:lpstr>How to see the result?</vt:lpstr>
      <vt:lpstr> SELECT * FROM kunder;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Xiaolei Bi</cp:lastModifiedBy>
  <cp:revision>329</cp:revision>
  <dcterms:created xsi:type="dcterms:W3CDTF">2023-10-25T10:09:38Z</dcterms:created>
  <dcterms:modified xsi:type="dcterms:W3CDTF">2025-11-10T13:31:50Z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0x010100E57D341C545B0A44A26A103333756E90</vt:lpwstr>
  </property>
</Properties>
</file>