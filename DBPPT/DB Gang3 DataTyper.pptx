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sldIdLst>
    <p:sldId id="256" r:id="rId5"/>
    <p:sldId id="260" r:id="rId6"/>
    <p:sldId id="1439" r:id="rId7"/>
    <p:sldId id="1442" r:id="rId8"/>
    <p:sldId id="257" r:id="rId9"/>
    <p:sldId id="258" r:id="rId10"/>
    <p:sldId id="1445" r:id="rId11"/>
    <p:sldId id="1446" r:id="rId12"/>
    <p:sldId id="261" r:id="rId13"/>
    <p:sldId id="262" r:id="rId14"/>
    <p:sldId id="263" r:id="rId15"/>
    <p:sldId id="267" r:id="rId16"/>
    <p:sldId id="369" r:id="rId17"/>
    <p:sldId id="291" r:id="rId18"/>
    <p:sldId id="269" r:id="rId19"/>
    <p:sldId id="287" r:id="rId20"/>
    <p:sldId id="1433" r:id="rId21"/>
    <p:sldId id="1435" r:id="rId22"/>
    <p:sldId id="477" r:id="rId23"/>
    <p:sldId id="283" r:id="rId24"/>
    <p:sldId id="282" r:id="rId25"/>
    <p:sldId id="1436" r:id="rId26"/>
    <p:sldId id="284" r:id="rId27"/>
    <p:sldId id="467" r:id="rId28"/>
    <p:sldId id="325" r:id="rId29"/>
    <p:sldId id="314" r:id="rId30"/>
    <p:sldId id="1441" r:id="rId31"/>
    <p:sldId id="323" r:id="rId32"/>
    <p:sldId id="466" r:id="rId33"/>
    <p:sldId id="1440" r:id="rId34"/>
    <p:sldId id="1417" r:id="rId35"/>
    <p:sldId id="1418" r:id="rId36"/>
    <p:sldId id="1419" r:id="rId37"/>
    <p:sldId id="1420" r:id="rId38"/>
    <p:sldId id="1421" r:id="rId39"/>
    <p:sldId id="1422" r:id="rId40"/>
    <p:sldId id="280" r:id="rId41"/>
    <p:sldId id="1415" r:id="rId42"/>
    <p:sldId id="144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99F1A8-4477-4A65-B9BB-7695F3C0B41A}">
          <p14:sldIdLst>
            <p14:sldId id="256"/>
            <p14:sldId id="260"/>
            <p14:sldId id="1439"/>
            <p14:sldId id="1442"/>
            <p14:sldId id="257"/>
            <p14:sldId id="258"/>
            <p14:sldId id="1445"/>
            <p14:sldId id="1446"/>
            <p14:sldId id="261"/>
            <p14:sldId id="262"/>
            <p14:sldId id="263"/>
            <p14:sldId id="267"/>
            <p14:sldId id="369"/>
          </p14:sldIdLst>
        </p14:section>
        <p14:section name="datatyper" id="{222F8FF9-B6CB-4550-B675-3FAFB44D452B}">
          <p14:sldIdLst>
            <p14:sldId id="291"/>
            <p14:sldId id="269"/>
            <p14:sldId id="287"/>
            <p14:sldId id="1433"/>
            <p14:sldId id="1435"/>
            <p14:sldId id="477"/>
            <p14:sldId id="283"/>
            <p14:sldId id="282"/>
            <p14:sldId id="1436"/>
            <p14:sldId id="284"/>
          </p14:sldIdLst>
        </p14:section>
        <p14:section name="syntax" id="{5996C127-607B-4ECF-AC7A-08EAA579734C}">
          <p14:sldIdLst>
            <p14:sldId id="467"/>
            <p14:sldId id="325"/>
            <p14:sldId id="314"/>
            <p14:sldId id="1441"/>
            <p14:sldId id="323"/>
            <p14:sldId id="466"/>
          </p14:sldIdLst>
        </p14:section>
        <p14:section name="handsON" id="{069AFDB9-1015-422D-9770-672C25CBC692}">
          <p14:sldIdLst>
            <p14:sldId id="1440"/>
            <p14:sldId id="1417"/>
            <p14:sldId id="1418"/>
            <p14:sldId id="1419"/>
            <p14:sldId id="1420"/>
            <p14:sldId id="1421"/>
            <p14:sldId id="1422"/>
          </p14:sldIdLst>
        </p14:section>
        <p14:section name="gruppe arbejde" id="{2B876E4D-21FD-4885-8156-48A10787B055}">
          <p14:sldIdLst>
            <p14:sldId id="280"/>
            <p14:sldId id="1415"/>
          </p14:sldIdLst>
        </p14:section>
        <p14:section name="opsumering" id="{3413E4F8-35AA-42E4-84BA-F052BC13A9FE}">
          <p14:sldIdLst>
            <p14:sldId id="14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722DE0-0C77-4BB5-934D-42CBF3181A2C}" v="64" dt="2025-11-10T13:21:46.440"/>
    <p1510:client id="{6CFDCD50-7D5D-4151-9619-71C8ECC6B35C}" v="31" dt="2025-11-10T13:31:49.235"/>
    <p1510:client id="{723CFAFB-BB5B-4BE0-9496-EF89EFD52D72}" v="329" dt="2025-11-10T13:16:10.988"/>
    <p1510:client id="{BEFB407F-1B02-4EDB-BEF2-DF06A3DDA9FC}" v="30" dt="2025-11-10T13:24:46.079"/>
    <p1510:client id="{E6EC80B5-AC20-4E78-8FCB-27C2C935BBC0}" v="46" dt="2025-11-10T13:18:33.7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70"/>
    <p:restoredTop sz="75279"/>
  </p:normalViewPr>
  <p:slideViewPr>
    <p:cSldViewPr snapToGrid="0">
      <p:cViewPr>
        <p:scale>
          <a:sx n="87" d="100"/>
          <a:sy n="87" d="100"/>
        </p:scale>
        <p:origin x="776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lei Bi" userId="S::xbi@eamv.dk::4defdd0b-eb6b-464a-acc0-49fc44ef47a7" providerId="AD" clId="Web-{B59F2BD1-4B2B-430A-A16A-869A9CB04DFD}"/>
    <pc:docChg chg="modSld">
      <pc:chgData name="Xiaolei Bi" userId="S::xbi@eamv.dk::4defdd0b-eb6b-464a-acc0-49fc44ef47a7" providerId="AD" clId="Web-{B59F2BD1-4B2B-430A-A16A-869A9CB04DFD}" dt="2025-10-28T12:45:48.605" v="5" actId="20577"/>
      <pc:docMkLst>
        <pc:docMk/>
      </pc:docMkLst>
    </pc:docChg>
  </pc:docChgLst>
  <pc:docChgLst>
    <pc:chgData name="Xiaolei Bi" userId="S::xbi@eamv.dk::4defdd0b-eb6b-464a-acc0-49fc44ef47a7" providerId="AD" clId="Web-{BEFB407F-1B02-4EDB-BEF2-DF06A3DDA9FC}"/>
    <pc:docChg chg="modSld addSection modSection">
      <pc:chgData name="Xiaolei Bi" userId="S::xbi@eamv.dk::4defdd0b-eb6b-464a-acc0-49fc44ef47a7" providerId="AD" clId="Web-{BEFB407F-1B02-4EDB-BEF2-DF06A3DDA9FC}" dt="2025-11-10T13:24:46.079" v="24"/>
      <pc:docMkLst>
        <pc:docMk/>
      </pc:docMkLst>
      <pc:sldChg chg="delSp modSp">
        <pc:chgData name="Xiaolei Bi" userId="S::xbi@eamv.dk::4defdd0b-eb6b-464a-acc0-49fc44ef47a7" providerId="AD" clId="Web-{BEFB407F-1B02-4EDB-BEF2-DF06A3DDA9FC}" dt="2025-11-10T13:23:45.689" v="16" actId="1076"/>
        <pc:sldMkLst>
          <pc:docMk/>
          <pc:sldMk cId="1343638574" sldId="1443"/>
        </pc:sldMkLst>
        <pc:spChg chg="del">
          <ac:chgData name="Xiaolei Bi" userId="S::xbi@eamv.dk::4defdd0b-eb6b-464a-acc0-49fc44ef47a7" providerId="AD" clId="Web-{BEFB407F-1B02-4EDB-BEF2-DF06A3DDA9FC}" dt="2025-11-10T13:22:22.392" v="0"/>
          <ac:spMkLst>
            <pc:docMk/>
            <pc:sldMk cId="1343638574" sldId="1443"/>
            <ac:spMk id="2" creationId="{39DDC9ED-1B55-B413-2A08-C6559AF6D49E}"/>
          </ac:spMkLst>
        </pc:spChg>
        <pc:spChg chg="mod">
          <ac:chgData name="Xiaolei Bi" userId="S::xbi@eamv.dk::4defdd0b-eb6b-464a-acc0-49fc44ef47a7" providerId="AD" clId="Web-{BEFB407F-1B02-4EDB-BEF2-DF06A3DDA9FC}" dt="2025-11-10T13:23:45.689" v="16" actId="1076"/>
          <ac:spMkLst>
            <pc:docMk/>
            <pc:sldMk cId="1343638574" sldId="1443"/>
            <ac:spMk id="3" creationId="{6EB0D407-2BEC-01BF-5EE0-0F84F5667716}"/>
          </ac:spMkLst>
        </pc:spChg>
      </pc:sldChg>
    </pc:docChg>
  </pc:docChgLst>
  <pc:docChgLst>
    <pc:chgData name="Xiaolei Bi" userId="S::xbi@eamv.dk::4defdd0b-eb6b-464a-acc0-49fc44ef47a7" providerId="AD" clId="Web-{8480AEBD-868A-42A0-83C2-28886E45AED6}"/>
    <pc:docChg chg="addSld delSld modSld">
      <pc:chgData name="Xiaolei Bi" userId="S::xbi@eamv.dk::4defdd0b-eb6b-464a-acc0-49fc44ef47a7" providerId="AD" clId="Web-{8480AEBD-868A-42A0-83C2-28886E45AED6}" dt="2025-10-28T09:23:16.852" v="4" actId="20577"/>
      <pc:docMkLst>
        <pc:docMk/>
      </pc:docMkLst>
      <pc:sldChg chg="modSp">
        <pc:chgData name="Xiaolei Bi" userId="S::xbi@eamv.dk::4defdd0b-eb6b-464a-acc0-49fc44ef47a7" providerId="AD" clId="Web-{8480AEBD-868A-42A0-83C2-28886E45AED6}" dt="2025-10-28T09:23:16.852" v="4" actId="20577"/>
        <pc:sldMkLst>
          <pc:docMk/>
          <pc:sldMk cId="2722713620" sldId="1415"/>
        </pc:sldMkLst>
        <pc:spChg chg="mod">
          <ac:chgData name="Xiaolei Bi" userId="S::xbi@eamv.dk::4defdd0b-eb6b-464a-acc0-49fc44ef47a7" providerId="AD" clId="Web-{8480AEBD-868A-42A0-83C2-28886E45AED6}" dt="2025-10-28T09:23:16.852" v="4" actId="20577"/>
          <ac:spMkLst>
            <pc:docMk/>
            <pc:sldMk cId="2722713620" sldId="1415"/>
            <ac:spMk id="3" creationId="{A35FFF1D-0FAB-D45F-4888-ECBDCB4F6025}"/>
          </ac:spMkLst>
        </pc:spChg>
      </pc:sldChg>
    </pc:docChg>
  </pc:docChgLst>
  <pc:docChgLst>
    <pc:chgData name="Xiaolei Bi" userId="S::xbi@eamv.dk::4defdd0b-eb6b-464a-acc0-49fc44ef47a7" providerId="AD" clId="Web-{E6EC80B5-AC20-4E78-8FCB-27C2C935BBC0}"/>
    <pc:docChg chg="addSld delSld modSld modSection">
      <pc:chgData name="Xiaolei Bi" userId="S::xbi@eamv.dk::4defdd0b-eb6b-464a-acc0-49fc44ef47a7" providerId="AD" clId="Web-{E6EC80B5-AC20-4E78-8FCB-27C2C935BBC0}" dt="2025-11-10T13:18:33.779" v="34"/>
      <pc:docMkLst>
        <pc:docMk/>
      </pc:docMkLst>
      <pc:sldChg chg="modSp">
        <pc:chgData name="Xiaolei Bi" userId="S::xbi@eamv.dk::4defdd0b-eb6b-464a-acc0-49fc44ef47a7" providerId="AD" clId="Web-{E6EC80B5-AC20-4E78-8FCB-27C2C935BBC0}" dt="2025-11-10T13:17:14.272" v="15" actId="20577"/>
        <pc:sldMkLst>
          <pc:docMk/>
          <pc:sldMk cId="4158040157" sldId="280"/>
        </pc:sldMkLst>
        <pc:spChg chg="mod">
          <ac:chgData name="Xiaolei Bi" userId="S::xbi@eamv.dk::4defdd0b-eb6b-464a-acc0-49fc44ef47a7" providerId="AD" clId="Web-{E6EC80B5-AC20-4E78-8FCB-27C2C935BBC0}" dt="2025-11-10T13:17:14.272" v="15" actId="20577"/>
          <ac:spMkLst>
            <pc:docMk/>
            <pc:sldMk cId="4158040157" sldId="280"/>
            <ac:spMk id="5" creationId="{E1FA6C56-334D-2007-2BC2-F0DAAE0DD1AB}"/>
          </ac:spMkLst>
        </pc:spChg>
      </pc:sldChg>
      <pc:sldChg chg="modSp">
        <pc:chgData name="Xiaolei Bi" userId="S::xbi@eamv.dk::4defdd0b-eb6b-464a-acc0-49fc44ef47a7" providerId="AD" clId="Web-{E6EC80B5-AC20-4E78-8FCB-27C2C935BBC0}" dt="2025-11-10T13:17:24.320" v="26" actId="20577"/>
        <pc:sldMkLst>
          <pc:docMk/>
          <pc:sldMk cId="2722713620" sldId="1415"/>
        </pc:sldMkLst>
        <pc:spChg chg="mod">
          <ac:chgData name="Xiaolei Bi" userId="S::xbi@eamv.dk::4defdd0b-eb6b-464a-acc0-49fc44ef47a7" providerId="AD" clId="Web-{E6EC80B5-AC20-4E78-8FCB-27C2C935BBC0}" dt="2025-11-10T13:17:24.320" v="26" actId="20577"/>
          <ac:spMkLst>
            <pc:docMk/>
            <pc:sldMk cId="2722713620" sldId="1415"/>
            <ac:spMk id="3" creationId="{A35FFF1D-0FAB-D45F-4888-ECBDCB4F6025}"/>
          </ac:spMkLst>
        </pc:spChg>
      </pc:sldChg>
      <pc:sldChg chg="del">
        <pc:chgData name="Xiaolei Bi" userId="S::xbi@eamv.dk::4defdd0b-eb6b-464a-acc0-49fc44ef47a7" providerId="AD" clId="Web-{E6EC80B5-AC20-4E78-8FCB-27C2C935BBC0}" dt="2025-11-10T13:16:25.347" v="0"/>
        <pc:sldMkLst>
          <pc:docMk/>
          <pc:sldMk cId="467469942" sldId="1424"/>
        </pc:sldMkLst>
      </pc:sldChg>
      <pc:sldChg chg="delSp modSp new">
        <pc:chgData name="Xiaolei Bi" userId="S::xbi@eamv.dk::4defdd0b-eb6b-464a-acc0-49fc44ef47a7" providerId="AD" clId="Web-{E6EC80B5-AC20-4E78-8FCB-27C2C935BBC0}" dt="2025-11-10T13:18:26.107" v="33"/>
        <pc:sldMkLst>
          <pc:docMk/>
          <pc:sldMk cId="1417231856" sldId="1442"/>
        </pc:sldMkLst>
        <pc:spChg chg="mod">
          <ac:chgData name="Xiaolei Bi" userId="S::xbi@eamv.dk::4defdd0b-eb6b-464a-acc0-49fc44ef47a7" providerId="AD" clId="Web-{E6EC80B5-AC20-4E78-8FCB-27C2C935BBC0}" dt="2025-11-10T13:18:20.372" v="32" actId="1076"/>
          <ac:spMkLst>
            <pc:docMk/>
            <pc:sldMk cId="1417231856" sldId="1442"/>
            <ac:spMk id="3" creationId="{0D2468EB-5033-13DD-3113-08600C798105}"/>
          </ac:spMkLst>
        </pc:spChg>
        <pc:spChg chg="del">
          <ac:chgData name="Xiaolei Bi" userId="S::xbi@eamv.dk::4defdd0b-eb6b-464a-acc0-49fc44ef47a7" providerId="AD" clId="Web-{E6EC80B5-AC20-4E78-8FCB-27C2C935BBC0}" dt="2025-11-10T13:18:26.107" v="33"/>
          <ac:spMkLst>
            <pc:docMk/>
            <pc:sldMk cId="1417231856" sldId="1442"/>
            <ac:spMk id="4" creationId="{4E77D18C-F0A0-B63F-8769-38544F8E1826}"/>
          </ac:spMkLst>
        </pc:spChg>
      </pc:sldChg>
      <pc:sldChg chg="new">
        <pc:chgData name="Xiaolei Bi" userId="S::xbi@eamv.dk::4defdd0b-eb6b-464a-acc0-49fc44ef47a7" providerId="AD" clId="Web-{E6EC80B5-AC20-4E78-8FCB-27C2C935BBC0}" dt="2025-11-10T13:18:33.779" v="34"/>
        <pc:sldMkLst>
          <pc:docMk/>
          <pc:sldMk cId="1343638574" sldId="1443"/>
        </pc:sldMkLst>
      </pc:sldChg>
    </pc:docChg>
  </pc:docChgLst>
  <pc:docChgLst>
    <pc:chgData name="Xiaolei Bi" userId="S::xbi@eamv.dk::4defdd0b-eb6b-464a-acc0-49fc44ef47a7" providerId="AD" clId="Web-{6CFDCD50-7D5D-4151-9619-71C8ECC6B35C}"/>
    <pc:docChg chg="modSld">
      <pc:chgData name="Xiaolei Bi" userId="S::xbi@eamv.dk::4defdd0b-eb6b-464a-acc0-49fc44ef47a7" providerId="AD" clId="Web-{6CFDCD50-7D5D-4151-9619-71C8ECC6B35C}" dt="2025-11-10T13:31:49.235" v="28" actId="1076"/>
      <pc:docMkLst>
        <pc:docMk/>
      </pc:docMkLst>
      <pc:sldChg chg="modSp">
        <pc:chgData name="Xiaolei Bi" userId="S::xbi@eamv.dk::4defdd0b-eb6b-464a-acc0-49fc44ef47a7" providerId="AD" clId="Web-{6CFDCD50-7D5D-4151-9619-71C8ECC6B35C}" dt="2025-11-10T13:30:59.450" v="23" actId="20577"/>
        <pc:sldMkLst>
          <pc:docMk/>
          <pc:sldMk cId="2722713620" sldId="1415"/>
        </pc:sldMkLst>
        <pc:spChg chg="mod">
          <ac:chgData name="Xiaolei Bi" userId="S::xbi@eamv.dk::4defdd0b-eb6b-464a-acc0-49fc44ef47a7" providerId="AD" clId="Web-{6CFDCD50-7D5D-4151-9619-71C8ECC6B35C}" dt="2025-11-10T13:30:59.450" v="23" actId="20577"/>
          <ac:spMkLst>
            <pc:docMk/>
            <pc:sldMk cId="2722713620" sldId="1415"/>
            <ac:spMk id="3" creationId="{A35FFF1D-0FAB-D45F-4888-ECBDCB4F6025}"/>
          </ac:spMkLst>
        </pc:spChg>
      </pc:sldChg>
      <pc:sldChg chg="modSp">
        <pc:chgData name="Xiaolei Bi" userId="S::xbi@eamv.dk::4defdd0b-eb6b-464a-acc0-49fc44ef47a7" providerId="AD" clId="Web-{6CFDCD50-7D5D-4151-9619-71C8ECC6B35C}" dt="2025-11-10T13:31:49.235" v="28" actId="1076"/>
        <pc:sldMkLst>
          <pc:docMk/>
          <pc:sldMk cId="1734061185" sldId="1439"/>
        </pc:sldMkLst>
        <pc:spChg chg="mod">
          <ac:chgData name="Xiaolei Bi" userId="S::xbi@eamv.dk::4defdd0b-eb6b-464a-acc0-49fc44ef47a7" providerId="AD" clId="Web-{6CFDCD50-7D5D-4151-9619-71C8ECC6B35C}" dt="2025-11-10T13:31:49.235" v="28" actId="1076"/>
          <ac:spMkLst>
            <pc:docMk/>
            <pc:sldMk cId="1734061185" sldId="1439"/>
            <ac:spMk id="3" creationId="{8A9FD138-21DF-E053-6856-619075E75F77}"/>
          </ac:spMkLst>
        </pc:spChg>
      </pc:sldChg>
    </pc:docChg>
  </pc:docChgLst>
  <pc:docChgLst>
    <pc:chgData name="Xiaolei Bi" userId="4defdd0b-eb6b-464a-acc0-49fc44ef47a7" providerId="ADAL" clId="{40592D2A-8CFB-5A39-8926-DA2684D6A22C}"/>
    <pc:docChg chg="undo custSel addSld delSld modSld">
      <pc:chgData name="Xiaolei Bi" userId="4defdd0b-eb6b-464a-acc0-49fc44ef47a7" providerId="ADAL" clId="{40592D2A-8CFB-5A39-8926-DA2684D6A22C}" dt="2025-10-22T12:57:14.824" v="213" actId="1076"/>
      <pc:docMkLst>
        <pc:docMk/>
      </pc:docMkLst>
      <pc:sldChg chg="addSp delSp modSp mod">
        <pc:chgData name="Xiaolei Bi" userId="4defdd0b-eb6b-464a-acc0-49fc44ef47a7" providerId="ADAL" clId="{40592D2A-8CFB-5A39-8926-DA2684D6A22C}" dt="2025-10-21T09:20:23.309" v="34" actId="207"/>
        <pc:sldMkLst>
          <pc:docMk/>
          <pc:sldMk cId="3891802442" sldId="260"/>
        </pc:sldMkLst>
        <pc:spChg chg="mod">
          <ac:chgData name="Xiaolei Bi" userId="4defdd0b-eb6b-464a-acc0-49fc44ef47a7" providerId="ADAL" clId="{40592D2A-8CFB-5A39-8926-DA2684D6A22C}" dt="2025-10-21T09:19:51.221" v="27"/>
          <ac:spMkLst>
            <pc:docMk/>
            <pc:sldMk cId="3891802442" sldId="260"/>
            <ac:spMk id="2" creationId="{C0B0B331-C16F-4738-B912-E1987F46FF9E}"/>
          </ac:spMkLst>
        </pc:spChg>
        <pc:spChg chg="add mod">
          <ac:chgData name="Xiaolei Bi" userId="4defdd0b-eb6b-464a-acc0-49fc44ef47a7" providerId="ADAL" clId="{40592D2A-8CFB-5A39-8926-DA2684D6A22C}" dt="2025-10-21T09:20:23.309" v="34" actId="207"/>
          <ac:spMkLst>
            <pc:docMk/>
            <pc:sldMk cId="3891802442" sldId="260"/>
            <ac:spMk id="6" creationId="{12861F29-4798-FADE-82C9-05F1466A1870}"/>
          </ac:spMkLst>
        </pc:spChg>
      </pc:sldChg>
      <pc:sldChg chg="modNotesTx">
        <pc:chgData name="Xiaolei Bi" userId="4defdd0b-eb6b-464a-acc0-49fc44ef47a7" providerId="ADAL" clId="{40592D2A-8CFB-5A39-8926-DA2684D6A22C}" dt="2025-10-22T12:30:14.272" v="178" actId="20577"/>
        <pc:sldMkLst>
          <pc:docMk/>
          <pc:sldMk cId="4093470994" sldId="284"/>
        </pc:sldMkLst>
      </pc:sldChg>
      <pc:sldChg chg="addSp delSp modSp mod">
        <pc:chgData name="Xiaolei Bi" userId="4defdd0b-eb6b-464a-acc0-49fc44ef47a7" providerId="ADAL" clId="{40592D2A-8CFB-5A39-8926-DA2684D6A22C}" dt="2025-10-21T09:22:35.163" v="69"/>
        <pc:sldMkLst>
          <pc:docMk/>
          <pc:sldMk cId="3103444059" sldId="287"/>
        </pc:sldMkLst>
        <pc:spChg chg="mod">
          <ac:chgData name="Xiaolei Bi" userId="4defdd0b-eb6b-464a-acc0-49fc44ef47a7" providerId="ADAL" clId="{40592D2A-8CFB-5A39-8926-DA2684D6A22C}" dt="2025-10-21T09:22:17.122" v="47" actId="1076"/>
          <ac:spMkLst>
            <pc:docMk/>
            <pc:sldMk cId="3103444059" sldId="287"/>
            <ac:spMk id="2" creationId="{6FC5BCE3-0F74-445C-5B26-F7C8F3BA569F}"/>
          </ac:spMkLst>
        </pc:spChg>
        <pc:spChg chg="add del mod">
          <ac:chgData name="Xiaolei Bi" userId="4defdd0b-eb6b-464a-acc0-49fc44ef47a7" providerId="ADAL" clId="{40592D2A-8CFB-5A39-8926-DA2684D6A22C}" dt="2025-10-21T09:22:31.974" v="67" actId="20577"/>
          <ac:spMkLst>
            <pc:docMk/>
            <pc:sldMk cId="3103444059" sldId="287"/>
            <ac:spMk id="3" creationId="{00000000-0000-0000-0000-000000000000}"/>
          </ac:spMkLst>
        </pc:spChg>
      </pc:sldChg>
      <pc:sldChg chg="addSp delSp modSp mod modNotes">
        <pc:chgData name="Xiaolei Bi" userId="4defdd0b-eb6b-464a-acc0-49fc44ef47a7" providerId="ADAL" clId="{40592D2A-8CFB-5A39-8926-DA2684D6A22C}" dt="2025-10-22T12:26:15.585" v="141" actId="207"/>
        <pc:sldMkLst>
          <pc:docMk/>
          <pc:sldMk cId="0" sldId="368"/>
        </pc:sldMkLst>
        <pc:spChg chg="add mod">
          <ac:chgData name="Xiaolei Bi" userId="4defdd0b-eb6b-464a-acc0-49fc44ef47a7" providerId="ADAL" clId="{40592D2A-8CFB-5A39-8926-DA2684D6A22C}" dt="2025-10-22T12:26:15.585" v="141" actId="207"/>
          <ac:spMkLst>
            <pc:docMk/>
            <pc:sldMk cId="0" sldId="368"/>
            <ac:spMk id="4" creationId="{5D1B5B7A-589F-5F9C-08BD-FF7442B90392}"/>
          </ac:spMkLst>
        </pc:spChg>
      </pc:sldChg>
    </pc:docChg>
  </pc:docChgLst>
  <pc:docChgLst>
    <pc:chgData name="Xiaolei Bi" userId="S::xbi@eamv.dk::4defdd0b-eb6b-464a-acc0-49fc44ef47a7" providerId="AD" clId="Web-{E383CFFC-08EE-4801-A1C6-5F66DF092516}"/>
    <pc:docChg chg="addSld modSld">
      <pc:chgData name="Xiaolei Bi" userId="S::xbi@eamv.dk::4defdd0b-eb6b-464a-acc0-49fc44ef47a7" providerId="AD" clId="Web-{E383CFFC-08EE-4801-A1C6-5F66DF092516}" dt="2025-10-22T12:52:13.449" v="43"/>
      <pc:docMkLst>
        <pc:docMk/>
      </pc:docMkLst>
    </pc:docChg>
  </pc:docChgLst>
  <pc:docChgLst>
    <pc:chgData name="Xiaolei Bi" userId="S::xbi@eamv.dk::4defdd0b-eb6b-464a-acc0-49fc44ef47a7" providerId="AD" clId="Web-{EB06289A-8DE9-4458-AA7E-DE6F61AA4758}"/>
    <pc:docChg chg="addSld delSld modSld">
      <pc:chgData name="Xiaolei Bi" userId="S::xbi@eamv.dk::4defdd0b-eb6b-464a-acc0-49fc44ef47a7" providerId="AD" clId="Web-{EB06289A-8DE9-4458-AA7E-DE6F61AA4758}" dt="2025-10-15T11:16:35.332" v="79" actId="20577"/>
      <pc:docMkLst>
        <pc:docMk/>
      </pc:docMkLst>
      <pc:sldChg chg="modSp">
        <pc:chgData name="Xiaolei Bi" userId="S::xbi@eamv.dk::4defdd0b-eb6b-464a-acc0-49fc44ef47a7" providerId="AD" clId="Web-{EB06289A-8DE9-4458-AA7E-DE6F61AA4758}" dt="2025-10-15T11:16:35.332" v="79" actId="20577"/>
        <pc:sldMkLst>
          <pc:docMk/>
          <pc:sldMk cId="0" sldId="368"/>
        </pc:sldMkLst>
        <pc:spChg chg="mod">
          <ac:chgData name="Xiaolei Bi" userId="S::xbi@eamv.dk::4defdd0b-eb6b-464a-acc0-49fc44ef47a7" providerId="AD" clId="Web-{EB06289A-8DE9-4458-AA7E-DE6F61AA4758}" dt="2025-10-15T11:16:35.332" v="79" actId="20577"/>
          <ac:spMkLst>
            <pc:docMk/>
            <pc:sldMk cId="0" sldId="368"/>
            <ac:spMk id="24579" creationId="{A82C514A-AF56-F826-7F27-5CD8BC1798F8}"/>
          </ac:spMkLst>
        </pc:spChg>
      </pc:sldChg>
      <pc:sldChg chg="modSp new">
        <pc:chgData name="Xiaolei Bi" userId="S::xbi@eamv.dk::4defdd0b-eb6b-464a-acc0-49fc44ef47a7" providerId="AD" clId="Web-{EB06289A-8DE9-4458-AA7E-DE6F61AA4758}" dt="2025-10-15T11:14:03.813" v="65" actId="20577"/>
        <pc:sldMkLst>
          <pc:docMk/>
          <pc:sldMk cId="2722713620" sldId="1415"/>
        </pc:sldMkLst>
        <pc:spChg chg="mod">
          <ac:chgData name="Xiaolei Bi" userId="S::xbi@eamv.dk::4defdd0b-eb6b-464a-acc0-49fc44ef47a7" providerId="AD" clId="Web-{EB06289A-8DE9-4458-AA7E-DE6F61AA4758}" dt="2025-10-15T11:14:03.813" v="65" actId="20577"/>
          <ac:spMkLst>
            <pc:docMk/>
            <pc:sldMk cId="2722713620" sldId="1415"/>
            <ac:spMk id="3" creationId="{A35FFF1D-0FAB-D45F-4888-ECBDCB4F6025}"/>
          </ac:spMkLst>
        </pc:spChg>
      </pc:sldChg>
      <pc:sldChg chg="add">
        <pc:chgData name="Xiaolei Bi" userId="S::xbi@eamv.dk::4defdd0b-eb6b-464a-acc0-49fc44ef47a7" providerId="AD" clId="Web-{EB06289A-8DE9-4458-AA7E-DE6F61AA4758}" dt="2025-10-15T11:14:33.876" v="67"/>
        <pc:sldMkLst>
          <pc:docMk/>
          <pc:sldMk cId="3882201368" sldId="1417"/>
        </pc:sldMkLst>
      </pc:sldChg>
      <pc:sldChg chg="add">
        <pc:chgData name="Xiaolei Bi" userId="S::xbi@eamv.dk::4defdd0b-eb6b-464a-acc0-49fc44ef47a7" providerId="AD" clId="Web-{EB06289A-8DE9-4458-AA7E-DE6F61AA4758}" dt="2025-10-15T11:14:33.923" v="68"/>
        <pc:sldMkLst>
          <pc:docMk/>
          <pc:sldMk cId="1297433390" sldId="1418"/>
        </pc:sldMkLst>
      </pc:sldChg>
      <pc:sldChg chg="add">
        <pc:chgData name="Xiaolei Bi" userId="S::xbi@eamv.dk::4defdd0b-eb6b-464a-acc0-49fc44ef47a7" providerId="AD" clId="Web-{EB06289A-8DE9-4458-AA7E-DE6F61AA4758}" dt="2025-10-15T11:14:33.970" v="69"/>
        <pc:sldMkLst>
          <pc:docMk/>
          <pc:sldMk cId="74802101" sldId="1419"/>
        </pc:sldMkLst>
      </pc:sldChg>
      <pc:sldChg chg="add">
        <pc:chgData name="Xiaolei Bi" userId="S::xbi@eamv.dk::4defdd0b-eb6b-464a-acc0-49fc44ef47a7" providerId="AD" clId="Web-{EB06289A-8DE9-4458-AA7E-DE6F61AA4758}" dt="2025-10-15T11:14:33.986" v="70"/>
        <pc:sldMkLst>
          <pc:docMk/>
          <pc:sldMk cId="860330995" sldId="1420"/>
        </pc:sldMkLst>
      </pc:sldChg>
      <pc:sldChg chg="add">
        <pc:chgData name="Xiaolei Bi" userId="S::xbi@eamv.dk::4defdd0b-eb6b-464a-acc0-49fc44ef47a7" providerId="AD" clId="Web-{EB06289A-8DE9-4458-AA7E-DE6F61AA4758}" dt="2025-10-15T11:14:34.017" v="71"/>
        <pc:sldMkLst>
          <pc:docMk/>
          <pc:sldMk cId="550601725" sldId="1421"/>
        </pc:sldMkLst>
      </pc:sldChg>
      <pc:sldChg chg="add">
        <pc:chgData name="Xiaolei Bi" userId="S::xbi@eamv.dk::4defdd0b-eb6b-464a-acc0-49fc44ef47a7" providerId="AD" clId="Web-{EB06289A-8DE9-4458-AA7E-DE6F61AA4758}" dt="2025-10-15T11:14:34.048" v="72"/>
        <pc:sldMkLst>
          <pc:docMk/>
          <pc:sldMk cId="1813504473" sldId="1422"/>
        </pc:sldMkLst>
      </pc:sldChg>
    </pc:docChg>
  </pc:docChgLst>
  <pc:docChgLst>
    <pc:chgData name="Xiaolei Bi" userId="S::xbi@eamv.dk::4defdd0b-eb6b-464a-acc0-49fc44ef47a7" providerId="AD" clId="Web-{091F72A1-AE46-4A9C-951C-358278C96F92}"/>
    <pc:docChg chg="addSld delSld modSld">
      <pc:chgData name="Xiaolei Bi" userId="S::xbi@eamv.dk::4defdd0b-eb6b-464a-acc0-49fc44ef47a7" providerId="AD" clId="Web-{091F72A1-AE46-4A9C-951C-358278C96F92}" dt="2025-10-28T12:50:41.671" v="16" actId="1076"/>
      <pc:docMkLst>
        <pc:docMk/>
      </pc:docMkLst>
    </pc:docChg>
  </pc:docChgLst>
  <pc:docChgLst>
    <pc:chgData name="Xiaolei Bi" userId="S::xbi@eamv.dk::4defdd0b-eb6b-464a-acc0-49fc44ef47a7" providerId="AD" clId="Web-{E50400C4-4FF7-41CE-BAA4-F35D4EF985DC}"/>
    <pc:docChg chg="addSld modSld">
      <pc:chgData name="Xiaolei Bi" userId="S::xbi@eamv.dk::4defdd0b-eb6b-464a-acc0-49fc44ef47a7" providerId="AD" clId="Web-{E50400C4-4FF7-41CE-BAA4-F35D4EF985DC}" dt="2025-10-22T12:00:57.648" v="13" actId="1076"/>
      <pc:docMkLst>
        <pc:docMk/>
      </pc:docMkLst>
      <pc:sldChg chg="addSp delSp modSp new">
        <pc:chgData name="Xiaolei Bi" userId="S::xbi@eamv.dk::4defdd0b-eb6b-464a-acc0-49fc44ef47a7" providerId="AD" clId="Web-{E50400C4-4FF7-41CE-BAA4-F35D4EF985DC}" dt="2025-10-22T12:00:57.648" v="13" actId="1076"/>
        <pc:sldMkLst>
          <pc:docMk/>
          <pc:sldMk cId="2328329772" sldId="1426"/>
        </pc:sldMkLst>
        <pc:spChg chg="mod">
          <ac:chgData name="Xiaolei Bi" userId="S::xbi@eamv.dk::4defdd0b-eb6b-464a-acc0-49fc44ef47a7" providerId="AD" clId="Web-{E50400C4-4FF7-41CE-BAA4-F35D4EF985DC}" dt="2025-10-22T12:00:54.211" v="12" actId="20577"/>
          <ac:spMkLst>
            <pc:docMk/>
            <pc:sldMk cId="2328329772" sldId="1426"/>
            <ac:spMk id="2" creationId="{9F9DFD88-C06C-E914-9934-916DF823A437}"/>
          </ac:spMkLst>
        </pc:spChg>
      </pc:sldChg>
    </pc:docChg>
  </pc:docChgLst>
  <pc:docChgLst>
    <pc:chgData name="Xiaolei Bi" userId="S::xbi@eamv.dk::4defdd0b-eb6b-464a-acc0-49fc44ef47a7" providerId="AD" clId="Web-{EAD5E945-BCE9-459F-B308-86F9A0C13984}"/>
    <pc:docChg chg="addSld modSld sldOrd">
      <pc:chgData name="Xiaolei Bi" userId="S::xbi@eamv.dk::4defdd0b-eb6b-464a-acc0-49fc44ef47a7" providerId="AD" clId="Web-{EAD5E945-BCE9-459F-B308-86F9A0C13984}" dt="2025-10-22T12:13:57.727" v="66"/>
      <pc:docMkLst>
        <pc:docMk/>
      </pc:docMkLst>
      <pc:sldChg chg="modNotes">
        <pc:chgData name="Xiaolei Bi" userId="S::xbi@eamv.dk::4defdd0b-eb6b-464a-acc0-49fc44ef47a7" providerId="AD" clId="Web-{EAD5E945-BCE9-459F-B308-86F9A0C13984}" dt="2025-10-22T12:13:57.727" v="66"/>
        <pc:sldMkLst>
          <pc:docMk/>
          <pc:sldMk cId="4093470994" sldId="284"/>
        </pc:sldMkLst>
      </pc:sldChg>
    </pc:docChg>
  </pc:docChgLst>
  <pc:docChgLst>
    <pc:chgData name="Xiaolei Bi" userId="S::xbi@eamv.dk::4defdd0b-eb6b-464a-acc0-49fc44ef47a7" providerId="AD" clId="Web-{22C17BD8-18F2-461E-ACEA-4A5ED34F5F56}"/>
    <pc:docChg chg="addSld modSld">
      <pc:chgData name="Xiaolei Bi" userId="S::xbi@eamv.dk::4defdd0b-eb6b-464a-acc0-49fc44ef47a7" providerId="AD" clId="Web-{22C17BD8-18F2-461E-ACEA-4A5ED34F5F56}" dt="2025-10-22T11:43:05.371" v="7" actId="1076"/>
      <pc:docMkLst>
        <pc:docMk/>
      </pc:docMkLst>
    </pc:docChg>
  </pc:docChgLst>
  <pc:docChgLst>
    <pc:chgData name="Xiaolei Bi" userId="S::xbi@eamv.dk::4defdd0b-eb6b-464a-acc0-49fc44ef47a7" providerId="AD" clId="Web-{DB46AF3C-AED0-4117-ACEC-4B0C3107E3A9}"/>
    <pc:docChg chg="addSld modSld">
      <pc:chgData name="Xiaolei Bi" userId="S::xbi@eamv.dk::4defdd0b-eb6b-464a-acc0-49fc44ef47a7" providerId="AD" clId="Web-{DB46AF3C-AED0-4117-ACEC-4B0C3107E3A9}" dt="2025-10-15T12:25:13.812" v="1"/>
      <pc:docMkLst>
        <pc:docMk/>
      </pc:docMkLst>
    </pc:docChg>
  </pc:docChgLst>
  <pc:docChgLst>
    <pc:chgData name="Xiaolei Bi" userId="S::xbi@eamv.dk::4defdd0b-eb6b-464a-acc0-49fc44ef47a7" providerId="AD" clId="Web-{84F09ED4-9568-47F6-9919-26C1BD1793A3}"/>
    <pc:docChg chg="addSld delSld modSld">
      <pc:chgData name="Xiaolei Bi" userId="S::xbi@eamv.dk::4defdd0b-eb6b-464a-acc0-49fc44ef47a7" providerId="AD" clId="Web-{84F09ED4-9568-47F6-9919-26C1BD1793A3}" dt="2025-10-15T10:38:42.858" v="29"/>
      <pc:docMkLst>
        <pc:docMk/>
      </pc:docMkLst>
    </pc:docChg>
  </pc:docChgLst>
  <pc:docChgLst>
    <pc:chgData name="Xiaolei Bi" userId="S::xbi@eamv.dk::4defdd0b-eb6b-464a-acc0-49fc44ef47a7" providerId="AD" clId="Web-{723CFAFB-BB5B-4BE0-9496-EF89EFD52D72}"/>
    <pc:docChg chg="addSld delSld modSld sldOrd addSection modSection">
      <pc:chgData name="Xiaolei Bi" userId="S::xbi@eamv.dk::4defdd0b-eb6b-464a-acc0-49fc44ef47a7" providerId="AD" clId="Web-{723CFAFB-BB5B-4BE0-9496-EF89EFD52D72}" dt="2025-11-10T13:16:10.988" v="274"/>
      <pc:docMkLst>
        <pc:docMk/>
      </pc:docMkLst>
      <pc:sldChg chg="addSp delSp modSp">
        <pc:chgData name="Xiaolei Bi" userId="S::xbi@eamv.dk::4defdd0b-eb6b-464a-acc0-49fc44ef47a7" providerId="AD" clId="Web-{723CFAFB-BB5B-4BE0-9496-EF89EFD52D72}" dt="2025-11-10T12:49:38.016" v="23" actId="20577"/>
        <pc:sldMkLst>
          <pc:docMk/>
          <pc:sldMk cId="48728990" sldId="259"/>
        </pc:sldMkLst>
        <pc:spChg chg="del">
          <ac:chgData name="Xiaolei Bi" userId="S::xbi@eamv.dk::4defdd0b-eb6b-464a-acc0-49fc44ef47a7" providerId="AD" clId="Web-{723CFAFB-BB5B-4BE0-9496-EF89EFD52D72}" dt="2025-11-10T12:48:43.156" v="0"/>
          <ac:spMkLst>
            <pc:docMk/>
            <pc:sldMk cId="48728990" sldId="259"/>
            <ac:spMk id="4" creationId="{586C7FD4-792D-4583-AD80-F243F6719A0F}"/>
          </ac:spMkLst>
        </pc:spChg>
        <pc:spChg chg="add mod">
          <ac:chgData name="Xiaolei Bi" userId="S::xbi@eamv.dk::4defdd0b-eb6b-464a-acc0-49fc44ef47a7" providerId="AD" clId="Web-{723CFAFB-BB5B-4BE0-9496-EF89EFD52D72}" dt="2025-11-10T12:49:22.265" v="17" actId="20577"/>
          <ac:spMkLst>
            <pc:docMk/>
            <pc:sldMk cId="48728990" sldId="259"/>
            <ac:spMk id="5" creationId="{3F16EFEE-2E02-0CB5-7D99-9E9C86931D58}"/>
          </ac:spMkLst>
        </pc:spChg>
        <pc:spChg chg="mod">
          <ac:chgData name="Xiaolei Bi" userId="S::xbi@eamv.dk::4defdd0b-eb6b-464a-acc0-49fc44ef47a7" providerId="AD" clId="Web-{723CFAFB-BB5B-4BE0-9496-EF89EFD52D72}" dt="2025-11-10T12:49:38.016" v="23" actId="20577"/>
          <ac:spMkLst>
            <pc:docMk/>
            <pc:sldMk cId="48728990" sldId="259"/>
            <ac:spMk id="6" creationId="{AD59CA99-3C41-4E1B-8F82-BFD0B7912FD8}"/>
          </ac:spMkLst>
        </pc:spChg>
        <pc:spChg chg="mod">
          <ac:chgData name="Xiaolei Bi" userId="S::xbi@eamv.dk::4defdd0b-eb6b-464a-acc0-49fc44ef47a7" providerId="AD" clId="Web-{723CFAFB-BB5B-4BE0-9496-EF89EFD52D72}" dt="2025-11-10T12:48:50.468" v="2" actId="20577"/>
          <ac:spMkLst>
            <pc:docMk/>
            <pc:sldMk cId="48728990" sldId="259"/>
            <ac:spMk id="8" creationId="{B5A75A71-75BC-E6B7-E8DC-B336C580B72F}"/>
          </ac:spMkLst>
        </pc:spChg>
      </pc:sldChg>
      <pc:sldChg chg="modSp">
        <pc:chgData name="Xiaolei Bi" userId="S::xbi@eamv.dk::4defdd0b-eb6b-464a-acc0-49fc44ef47a7" providerId="AD" clId="Web-{723CFAFB-BB5B-4BE0-9496-EF89EFD52D72}" dt="2025-11-10T12:49:27.469" v="18" actId="1076"/>
        <pc:sldMkLst>
          <pc:docMk/>
          <pc:sldMk cId="0" sldId="267"/>
        </pc:sldMkLst>
        <pc:spChg chg="mod">
          <ac:chgData name="Xiaolei Bi" userId="S::xbi@eamv.dk::4defdd0b-eb6b-464a-acc0-49fc44ef47a7" providerId="AD" clId="Web-{723CFAFB-BB5B-4BE0-9496-EF89EFD52D72}" dt="2025-11-10T12:49:27.469" v="18" actId="1076"/>
          <ac:spMkLst>
            <pc:docMk/>
            <pc:sldMk cId="0" sldId="267"/>
            <ac:spMk id="25602" creationId="{267FC8EF-8AEF-6260-7600-13EA98276F3F}"/>
          </ac:spMkLst>
        </pc:spChg>
      </pc:sldChg>
      <pc:sldChg chg="modSp">
        <pc:chgData name="Xiaolei Bi" userId="S::xbi@eamv.dk::4defdd0b-eb6b-464a-acc0-49fc44ef47a7" providerId="AD" clId="Web-{723CFAFB-BB5B-4BE0-9496-EF89EFD52D72}" dt="2025-11-10T13:14:47.894" v="242" actId="20577"/>
        <pc:sldMkLst>
          <pc:docMk/>
          <pc:sldMk cId="4158040157" sldId="280"/>
        </pc:sldMkLst>
        <pc:spChg chg="mod">
          <ac:chgData name="Xiaolei Bi" userId="S::xbi@eamv.dk::4defdd0b-eb6b-464a-acc0-49fc44ef47a7" providerId="AD" clId="Web-{723CFAFB-BB5B-4BE0-9496-EF89EFD52D72}" dt="2025-11-10T13:14:47.894" v="242" actId="20577"/>
          <ac:spMkLst>
            <pc:docMk/>
            <pc:sldMk cId="4158040157" sldId="280"/>
            <ac:spMk id="5" creationId="{E1FA6C56-334D-2007-2BC2-F0DAAE0DD1AB}"/>
          </ac:spMkLst>
        </pc:spChg>
      </pc:sldChg>
      <pc:sldChg chg="modSp">
        <pc:chgData name="Xiaolei Bi" userId="S::xbi@eamv.dk::4defdd0b-eb6b-464a-acc0-49fc44ef47a7" providerId="AD" clId="Web-{723CFAFB-BB5B-4BE0-9496-EF89EFD52D72}" dt="2025-11-10T12:52:34.876" v="40" actId="20577"/>
        <pc:sldMkLst>
          <pc:docMk/>
          <pc:sldMk cId="3103444059" sldId="287"/>
        </pc:sldMkLst>
        <pc:spChg chg="mod">
          <ac:chgData name="Xiaolei Bi" userId="S::xbi@eamv.dk::4defdd0b-eb6b-464a-acc0-49fc44ef47a7" providerId="AD" clId="Web-{723CFAFB-BB5B-4BE0-9496-EF89EFD52D72}" dt="2025-11-10T12:52:34.876" v="40" actId="20577"/>
          <ac:spMkLst>
            <pc:docMk/>
            <pc:sldMk cId="3103444059" sldId="287"/>
            <ac:spMk id="3" creationId="{00000000-0000-0000-0000-000000000000}"/>
          </ac:spMkLst>
        </pc:spChg>
      </pc:sldChg>
      <pc:sldChg chg="addSp delSp modSp add del">
        <pc:chgData name="Xiaolei Bi" userId="S::xbi@eamv.dk::4defdd0b-eb6b-464a-acc0-49fc44ef47a7" providerId="AD" clId="Web-{723CFAFB-BB5B-4BE0-9496-EF89EFD52D72}" dt="2025-11-10T13:11:38.925" v="206"/>
        <pc:sldMkLst>
          <pc:docMk/>
          <pc:sldMk cId="0" sldId="314"/>
        </pc:sldMkLst>
        <pc:spChg chg="add mod">
          <ac:chgData name="Xiaolei Bi" userId="S::xbi@eamv.dk::4defdd0b-eb6b-464a-acc0-49fc44ef47a7" providerId="AD" clId="Web-{723CFAFB-BB5B-4BE0-9496-EF89EFD52D72}" dt="2025-11-10T12:59:21.235" v="95" actId="20577"/>
          <ac:spMkLst>
            <pc:docMk/>
            <pc:sldMk cId="0" sldId="314"/>
            <ac:spMk id="2" creationId="{2EF1A62F-C51A-96A6-9568-18EAFC5D763C}"/>
          </ac:spMkLst>
        </pc:spChg>
        <pc:spChg chg="del">
          <ac:chgData name="Xiaolei Bi" userId="S::xbi@eamv.dk::4defdd0b-eb6b-464a-acc0-49fc44ef47a7" providerId="AD" clId="Web-{723CFAFB-BB5B-4BE0-9496-EF89EFD52D72}" dt="2025-11-10T12:59:23.251" v="96"/>
          <ac:spMkLst>
            <pc:docMk/>
            <pc:sldMk cId="0" sldId="314"/>
            <ac:spMk id="46084" creationId="{3E5399A1-67B9-37B7-1E98-DD9535544747}"/>
          </ac:spMkLst>
        </pc:spChg>
        <pc:spChg chg="mod">
          <ac:chgData name="Xiaolei Bi" userId="S::xbi@eamv.dk::4defdd0b-eb6b-464a-acc0-49fc44ef47a7" providerId="AD" clId="Web-{723CFAFB-BB5B-4BE0-9496-EF89EFD52D72}" dt="2025-11-10T13:01:27.532" v="116" actId="20577"/>
          <ac:spMkLst>
            <pc:docMk/>
            <pc:sldMk cId="0" sldId="314"/>
            <ac:spMk id="156674" creationId="{6B3CAD01-D47E-C04D-805B-AB6912562EBF}"/>
          </ac:spMkLst>
        </pc:spChg>
        <pc:spChg chg="mod">
          <ac:chgData name="Xiaolei Bi" userId="S::xbi@eamv.dk::4defdd0b-eb6b-464a-acc0-49fc44ef47a7" providerId="AD" clId="Web-{723CFAFB-BB5B-4BE0-9496-EF89EFD52D72}" dt="2025-11-10T13:04:12.251" v="136" actId="20577"/>
          <ac:spMkLst>
            <pc:docMk/>
            <pc:sldMk cId="0" sldId="314"/>
            <ac:spMk id="156675" creationId="{371A5234-93BE-4D1C-2B2D-F1FB4853760C}"/>
          </ac:spMkLst>
        </pc:spChg>
      </pc:sldChg>
      <pc:sldChg chg="addSp modSp add del">
        <pc:chgData name="Xiaolei Bi" userId="S::xbi@eamv.dk::4defdd0b-eb6b-464a-acc0-49fc44ef47a7" providerId="AD" clId="Web-{723CFAFB-BB5B-4BE0-9496-EF89EFD52D72}" dt="2025-11-10T13:11:39.003" v="208"/>
        <pc:sldMkLst>
          <pc:docMk/>
          <pc:sldMk cId="0" sldId="323"/>
        </pc:sldMkLst>
        <pc:spChg chg="add mod">
          <ac:chgData name="Xiaolei Bi" userId="S::xbi@eamv.dk::4defdd0b-eb6b-464a-acc0-49fc44ef47a7" providerId="AD" clId="Web-{723CFAFB-BB5B-4BE0-9496-EF89EFD52D72}" dt="2025-11-10T13:08:08.330" v="165" actId="1076"/>
          <ac:spMkLst>
            <pc:docMk/>
            <pc:sldMk cId="0" sldId="323"/>
            <ac:spMk id="2" creationId="{4EF81B43-FEE6-C367-DE0E-C847012A6268}"/>
          </ac:spMkLst>
        </pc:spChg>
        <pc:spChg chg="mod">
          <ac:chgData name="Xiaolei Bi" userId="S::xbi@eamv.dk::4defdd0b-eb6b-464a-acc0-49fc44ef47a7" providerId="AD" clId="Web-{723CFAFB-BB5B-4BE0-9496-EF89EFD52D72}" dt="2025-11-10T13:08:18.502" v="166"/>
          <ac:spMkLst>
            <pc:docMk/>
            <pc:sldMk cId="0" sldId="323"/>
            <ac:spMk id="172034" creationId="{FED440FA-F450-8A3F-490E-967DBD150063}"/>
          </ac:spMkLst>
        </pc:spChg>
        <pc:spChg chg="mod">
          <ac:chgData name="Xiaolei Bi" userId="S::xbi@eamv.dk::4defdd0b-eb6b-464a-acc0-49fc44ef47a7" providerId="AD" clId="Web-{723CFAFB-BB5B-4BE0-9496-EF89EFD52D72}" dt="2025-11-10T13:06:48.330" v="155" actId="20577"/>
          <ac:spMkLst>
            <pc:docMk/>
            <pc:sldMk cId="0" sldId="323"/>
            <ac:spMk id="172035" creationId="{53D126D5-1234-BF7F-5227-3F1AEDE4470F}"/>
          </ac:spMkLst>
        </pc:spChg>
      </pc:sldChg>
      <pc:sldChg chg="modSp add del">
        <pc:chgData name="Xiaolei Bi" userId="S::xbi@eamv.dk::4defdd0b-eb6b-464a-acc0-49fc44ef47a7" providerId="AD" clId="Web-{723CFAFB-BB5B-4BE0-9496-EF89EFD52D72}" dt="2025-11-10T13:11:38.847" v="205"/>
        <pc:sldMkLst>
          <pc:docMk/>
          <pc:sldMk cId="0" sldId="325"/>
        </pc:sldMkLst>
        <pc:spChg chg="mod">
          <ac:chgData name="Xiaolei Bi" userId="S::xbi@eamv.dk::4defdd0b-eb6b-464a-acc0-49fc44ef47a7" providerId="AD" clId="Web-{723CFAFB-BB5B-4BE0-9496-EF89EFD52D72}" dt="2025-11-10T13:01:02.454" v="108" actId="20577"/>
          <ac:spMkLst>
            <pc:docMk/>
            <pc:sldMk cId="0" sldId="325"/>
            <ac:spMk id="174082" creationId="{A57A8D83-2884-F489-1664-EAD91D8A872D}"/>
          </ac:spMkLst>
        </pc:spChg>
        <pc:spChg chg="mod">
          <ac:chgData name="Xiaolei Bi" userId="S::xbi@eamv.dk::4defdd0b-eb6b-464a-acc0-49fc44ef47a7" providerId="AD" clId="Web-{723CFAFB-BB5B-4BE0-9496-EF89EFD52D72}" dt="2025-11-10T13:01:19.470" v="112" actId="20577"/>
          <ac:spMkLst>
            <pc:docMk/>
            <pc:sldMk cId="0" sldId="325"/>
            <ac:spMk id="174083" creationId="{E57F77B6-BE41-26FC-FE92-ECC5A67EF0DE}"/>
          </ac:spMkLst>
        </pc:spChg>
      </pc:sldChg>
      <pc:sldChg chg="modSp">
        <pc:chgData name="Xiaolei Bi" userId="S::xbi@eamv.dk::4defdd0b-eb6b-464a-acc0-49fc44ef47a7" providerId="AD" clId="Web-{723CFAFB-BB5B-4BE0-9496-EF89EFD52D72}" dt="2025-11-10T12:49:53.359" v="24" actId="1076"/>
        <pc:sldMkLst>
          <pc:docMk/>
          <pc:sldMk cId="1438199596" sldId="369"/>
        </pc:sldMkLst>
        <pc:picChg chg="mod">
          <ac:chgData name="Xiaolei Bi" userId="S::xbi@eamv.dk::4defdd0b-eb6b-464a-acc0-49fc44ef47a7" providerId="AD" clId="Web-{723CFAFB-BB5B-4BE0-9496-EF89EFD52D72}" dt="2025-11-10T12:49:53.359" v="24" actId="1076"/>
          <ac:picMkLst>
            <pc:docMk/>
            <pc:sldMk cId="1438199596" sldId="369"/>
            <ac:picMk id="9" creationId="{F5925FC5-E224-8BC5-6D7B-165EAD153312}"/>
          </ac:picMkLst>
        </pc:picChg>
      </pc:sldChg>
      <pc:sldChg chg="addSp modSp add del">
        <pc:chgData name="Xiaolei Bi" userId="S::xbi@eamv.dk::4defdd0b-eb6b-464a-acc0-49fc44ef47a7" providerId="AD" clId="Web-{723CFAFB-BB5B-4BE0-9496-EF89EFD52D72}" dt="2025-11-10T13:11:39.065" v="209"/>
        <pc:sldMkLst>
          <pc:docMk/>
          <pc:sldMk cId="0" sldId="466"/>
        </pc:sldMkLst>
        <pc:spChg chg="add mod">
          <ac:chgData name="Xiaolei Bi" userId="S::xbi@eamv.dk::4defdd0b-eb6b-464a-acc0-49fc44ef47a7" providerId="AD" clId="Web-{723CFAFB-BB5B-4BE0-9496-EF89EFD52D72}" dt="2025-11-10T13:11:22.518" v="195" actId="20577"/>
          <ac:spMkLst>
            <pc:docMk/>
            <pc:sldMk cId="0" sldId="466"/>
            <ac:spMk id="2" creationId="{BC750B39-49E7-0E64-B6FD-1B1E07EFC897}"/>
          </ac:spMkLst>
        </pc:spChg>
        <pc:spChg chg="mod">
          <ac:chgData name="Xiaolei Bi" userId="S::xbi@eamv.dk::4defdd0b-eb6b-464a-acc0-49fc44ef47a7" providerId="AD" clId="Web-{723CFAFB-BB5B-4BE0-9496-EF89EFD52D72}" dt="2025-11-10T13:09:24.206" v="168" actId="20577"/>
          <ac:spMkLst>
            <pc:docMk/>
            <pc:sldMk cId="0" sldId="466"/>
            <ac:spMk id="403458" creationId="{C5D8E67B-427F-D67F-DA6C-FB2601D98C31}"/>
          </ac:spMkLst>
        </pc:spChg>
        <pc:spChg chg="mod">
          <ac:chgData name="Xiaolei Bi" userId="S::xbi@eamv.dk::4defdd0b-eb6b-464a-acc0-49fc44ef47a7" providerId="AD" clId="Web-{723CFAFB-BB5B-4BE0-9496-EF89EFD52D72}" dt="2025-11-10T13:11:27.143" v="197" actId="20577"/>
          <ac:spMkLst>
            <pc:docMk/>
            <pc:sldMk cId="0" sldId="466"/>
            <ac:spMk id="403459" creationId="{37DF2015-CEC8-9855-6FC1-291CBF762A55}"/>
          </ac:spMkLst>
        </pc:spChg>
      </pc:sldChg>
      <pc:sldChg chg="modSp add del">
        <pc:chgData name="Xiaolei Bi" userId="S::xbi@eamv.dk::4defdd0b-eb6b-464a-acc0-49fc44ef47a7" providerId="AD" clId="Web-{723CFAFB-BB5B-4BE0-9496-EF89EFD52D72}" dt="2025-11-10T13:11:38.800" v="204"/>
        <pc:sldMkLst>
          <pc:docMk/>
          <pc:sldMk cId="0" sldId="467"/>
        </pc:sldMkLst>
        <pc:spChg chg="mod">
          <ac:chgData name="Xiaolei Bi" userId="S::xbi@eamv.dk::4defdd0b-eb6b-464a-acc0-49fc44ef47a7" providerId="AD" clId="Web-{723CFAFB-BB5B-4BE0-9496-EF89EFD52D72}" dt="2025-11-10T12:58:57.657" v="84" actId="20577"/>
          <ac:spMkLst>
            <pc:docMk/>
            <pc:sldMk cId="0" sldId="467"/>
            <ac:spMk id="22530" creationId="{844575E7-B47B-48E7-4F55-195B5A1A57A8}"/>
          </ac:spMkLst>
        </pc:spChg>
      </pc:sldChg>
      <pc:sldChg chg="del">
        <pc:chgData name="Xiaolei Bi" userId="S::xbi@eamv.dk::4defdd0b-eb6b-464a-acc0-49fc44ef47a7" providerId="AD" clId="Web-{723CFAFB-BB5B-4BE0-9496-EF89EFD52D72}" dt="2025-11-10T13:13:31.378" v="228"/>
        <pc:sldMkLst>
          <pc:docMk/>
          <pc:sldMk cId="3832208420" sldId="479"/>
        </pc:sldMkLst>
      </pc:sldChg>
      <pc:sldChg chg="del">
        <pc:chgData name="Xiaolei Bi" userId="S::xbi@eamv.dk::4defdd0b-eb6b-464a-acc0-49fc44ef47a7" providerId="AD" clId="Web-{723CFAFB-BB5B-4BE0-9496-EF89EFD52D72}" dt="2025-11-10T13:13:36.456" v="232"/>
        <pc:sldMkLst>
          <pc:docMk/>
          <pc:sldMk cId="3210907725" sldId="1338"/>
        </pc:sldMkLst>
      </pc:sldChg>
      <pc:sldChg chg="del">
        <pc:chgData name="Xiaolei Bi" userId="S::xbi@eamv.dk::4defdd0b-eb6b-464a-acc0-49fc44ef47a7" providerId="AD" clId="Web-{723CFAFB-BB5B-4BE0-9496-EF89EFD52D72}" dt="2025-11-10T13:13:31.941" v="229"/>
        <pc:sldMkLst>
          <pc:docMk/>
          <pc:sldMk cId="1992087812" sldId="1376"/>
        </pc:sldMkLst>
      </pc:sldChg>
      <pc:sldChg chg="del">
        <pc:chgData name="Xiaolei Bi" userId="S::xbi@eamv.dk::4defdd0b-eb6b-464a-acc0-49fc44ef47a7" providerId="AD" clId="Web-{723CFAFB-BB5B-4BE0-9496-EF89EFD52D72}" dt="2025-11-10T13:13:33.878" v="231"/>
        <pc:sldMkLst>
          <pc:docMk/>
          <pc:sldMk cId="2189579271" sldId="1377"/>
        </pc:sldMkLst>
      </pc:sldChg>
      <pc:sldChg chg="del">
        <pc:chgData name="Xiaolei Bi" userId="S::xbi@eamv.dk::4defdd0b-eb6b-464a-acc0-49fc44ef47a7" providerId="AD" clId="Web-{723CFAFB-BB5B-4BE0-9496-EF89EFD52D72}" dt="2025-11-10T13:13:38.519" v="234"/>
        <pc:sldMkLst>
          <pc:docMk/>
          <pc:sldMk cId="2554658344" sldId="1379"/>
        </pc:sldMkLst>
      </pc:sldChg>
      <pc:sldChg chg="del">
        <pc:chgData name="Xiaolei Bi" userId="S::xbi@eamv.dk::4defdd0b-eb6b-464a-acc0-49fc44ef47a7" providerId="AD" clId="Web-{723CFAFB-BB5B-4BE0-9496-EF89EFD52D72}" dt="2025-11-10T13:13:42.894" v="235"/>
        <pc:sldMkLst>
          <pc:docMk/>
          <pc:sldMk cId="1141745869" sldId="1380"/>
        </pc:sldMkLst>
      </pc:sldChg>
      <pc:sldChg chg="del">
        <pc:chgData name="Xiaolei Bi" userId="S::xbi@eamv.dk::4defdd0b-eb6b-464a-acc0-49fc44ef47a7" providerId="AD" clId="Web-{723CFAFB-BB5B-4BE0-9496-EF89EFD52D72}" dt="2025-11-10T13:13:37.144" v="233"/>
        <pc:sldMkLst>
          <pc:docMk/>
          <pc:sldMk cId="397924092" sldId="1414"/>
        </pc:sldMkLst>
      </pc:sldChg>
      <pc:sldChg chg="delSp modSp ord">
        <pc:chgData name="Xiaolei Bi" userId="S::xbi@eamv.dk::4defdd0b-eb6b-464a-acc0-49fc44ef47a7" providerId="AD" clId="Web-{723CFAFB-BB5B-4BE0-9496-EF89EFD52D72}" dt="2025-11-10T13:14:29.081" v="240"/>
        <pc:sldMkLst>
          <pc:docMk/>
          <pc:sldMk cId="2722713620" sldId="1415"/>
        </pc:sldMkLst>
        <pc:spChg chg="mod">
          <ac:chgData name="Xiaolei Bi" userId="S::xbi@eamv.dk::4defdd0b-eb6b-464a-acc0-49fc44ef47a7" providerId="AD" clId="Web-{723CFAFB-BB5B-4BE0-9496-EF89EFD52D72}" dt="2025-11-10T13:14:11.034" v="238" actId="20577"/>
          <ac:spMkLst>
            <pc:docMk/>
            <pc:sldMk cId="2722713620" sldId="1415"/>
            <ac:spMk id="3" creationId="{A35FFF1D-0FAB-D45F-4888-ECBDCB4F6025}"/>
          </ac:spMkLst>
        </pc:spChg>
        <pc:spChg chg="del">
          <ac:chgData name="Xiaolei Bi" userId="S::xbi@eamv.dk::4defdd0b-eb6b-464a-acc0-49fc44ef47a7" providerId="AD" clId="Web-{723CFAFB-BB5B-4BE0-9496-EF89EFD52D72}" dt="2025-11-10T13:14:04.753" v="236"/>
          <ac:spMkLst>
            <pc:docMk/>
            <pc:sldMk cId="2722713620" sldId="1415"/>
            <ac:spMk id="6" creationId="{19BBD6A3-0F51-BB24-B25D-DD8449DAC951}"/>
          </ac:spMkLst>
        </pc:spChg>
      </pc:sldChg>
      <pc:sldChg chg="addSp modSp">
        <pc:chgData name="Xiaolei Bi" userId="S::xbi@eamv.dk::4defdd0b-eb6b-464a-acc0-49fc44ef47a7" providerId="AD" clId="Web-{723CFAFB-BB5B-4BE0-9496-EF89EFD52D72}" dt="2025-11-10T13:12:21.159" v="222" actId="20577"/>
        <pc:sldMkLst>
          <pc:docMk/>
          <pc:sldMk cId="3882201368" sldId="1417"/>
        </pc:sldMkLst>
        <pc:spChg chg="add mod">
          <ac:chgData name="Xiaolei Bi" userId="S::xbi@eamv.dk::4defdd0b-eb6b-464a-acc0-49fc44ef47a7" providerId="AD" clId="Web-{723CFAFB-BB5B-4BE0-9496-EF89EFD52D72}" dt="2025-11-10T13:12:21.159" v="222" actId="20577"/>
          <ac:spMkLst>
            <pc:docMk/>
            <pc:sldMk cId="3882201368" sldId="1417"/>
            <ac:spMk id="4" creationId="{C20EC118-01E0-502E-DEFF-17E66B0689EA}"/>
          </ac:spMkLst>
        </pc:spChg>
      </pc:sldChg>
      <pc:sldChg chg="delSp modSp">
        <pc:chgData name="Xiaolei Bi" userId="S::xbi@eamv.dk::4defdd0b-eb6b-464a-acc0-49fc44ef47a7" providerId="AD" clId="Web-{723CFAFB-BB5B-4BE0-9496-EF89EFD52D72}" dt="2025-11-10T13:13:16.784" v="227" actId="20577"/>
        <pc:sldMkLst>
          <pc:docMk/>
          <pc:sldMk cId="1813504473" sldId="1422"/>
        </pc:sldMkLst>
        <pc:spChg chg="mod">
          <ac:chgData name="Xiaolei Bi" userId="S::xbi@eamv.dk::4defdd0b-eb6b-464a-acc0-49fc44ef47a7" providerId="AD" clId="Web-{723CFAFB-BB5B-4BE0-9496-EF89EFD52D72}" dt="2025-11-10T13:13:16.784" v="227" actId="20577"/>
          <ac:spMkLst>
            <pc:docMk/>
            <pc:sldMk cId="1813504473" sldId="1422"/>
            <ac:spMk id="2" creationId="{B66EF3D3-5E59-1C4E-9EFF-156535960179}"/>
          </ac:spMkLst>
        </pc:spChg>
        <pc:spChg chg="del mod">
          <ac:chgData name="Xiaolei Bi" userId="S::xbi@eamv.dk::4defdd0b-eb6b-464a-acc0-49fc44ef47a7" providerId="AD" clId="Web-{723CFAFB-BB5B-4BE0-9496-EF89EFD52D72}" dt="2025-11-10T13:13:04.425" v="226"/>
          <ac:spMkLst>
            <pc:docMk/>
            <pc:sldMk cId="1813504473" sldId="1422"/>
            <ac:spMk id="3" creationId="{3F9DDC12-57E2-B84A-BB1C-8F893138D274}"/>
          </ac:spMkLst>
        </pc:spChg>
      </pc:sldChg>
      <pc:sldChg chg="del">
        <pc:chgData name="Xiaolei Bi" userId="S::xbi@eamv.dk::4defdd0b-eb6b-464a-acc0-49fc44ef47a7" providerId="AD" clId="Web-{723CFAFB-BB5B-4BE0-9496-EF89EFD52D72}" dt="2025-11-10T12:55:45.798" v="58"/>
        <pc:sldMkLst>
          <pc:docMk/>
          <pc:sldMk cId="2714357111" sldId="1423"/>
        </pc:sldMkLst>
      </pc:sldChg>
      <pc:sldChg chg="addSp delSp modSp">
        <pc:chgData name="Xiaolei Bi" userId="S::xbi@eamv.dk::4defdd0b-eb6b-464a-acc0-49fc44ef47a7" providerId="AD" clId="Web-{723CFAFB-BB5B-4BE0-9496-EF89EFD52D72}" dt="2025-11-10T13:16:10.988" v="274"/>
        <pc:sldMkLst>
          <pc:docMk/>
          <pc:sldMk cId="467469942" sldId="1424"/>
        </pc:sldMkLst>
        <pc:spChg chg="add del">
          <ac:chgData name="Xiaolei Bi" userId="S::xbi@eamv.dk::4defdd0b-eb6b-464a-acc0-49fc44ef47a7" providerId="AD" clId="Web-{723CFAFB-BB5B-4BE0-9496-EF89EFD52D72}" dt="2025-11-10T13:16:07.847" v="270"/>
          <ac:spMkLst>
            <pc:docMk/>
            <pc:sldMk cId="467469942" sldId="1424"/>
            <ac:spMk id="2" creationId="{B80E519C-AD4E-5F7C-2CEB-4B42BF180A97}"/>
          </ac:spMkLst>
        </pc:spChg>
        <pc:spChg chg="add del mod">
          <ac:chgData name="Xiaolei Bi" userId="S::xbi@eamv.dk::4defdd0b-eb6b-464a-acc0-49fc44ef47a7" providerId="AD" clId="Web-{723CFAFB-BB5B-4BE0-9496-EF89EFD52D72}" dt="2025-11-10T13:16:10.644" v="273" actId="14100"/>
          <ac:spMkLst>
            <pc:docMk/>
            <pc:sldMk cId="467469942" sldId="1424"/>
            <ac:spMk id="3" creationId="{C14A9B0B-5D85-772C-41A3-607E8C1D142D}"/>
          </ac:spMkLst>
        </pc:spChg>
        <pc:spChg chg="del">
          <ac:chgData name="Xiaolei Bi" userId="S::xbi@eamv.dk::4defdd0b-eb6b-464a-acc0-49fc44ef47a7" providerId="AD" clId="Web-{723CFAFB-BB5B-4BE0-9496-EF89EFD52D72}" dt="2025-11-10T13:14:12.769" v="239"/>
          <ac:spMkLst>
            <pc:docMk/>
            <pc:sldMk cId="467469942" sldId="1424"/>
            <ac:spMk id="5" creationId="{FFE48855-4F48-5EE2-9CF7-8C662A95A42C}"/>
          </ac:spMkLst>
        </pc:spChg>
        <pc:spChg chg="add del mod">
          <ac:chgData name="Xiaolei Bi" userId="S::xbi@eamv.dk::4defdd0b-eb6b-464a-acc0-49fc44ef47a7" providerId="AD" clId="Web-{723CFAFB-BB5B-4BE0-9496-EF89EFD52D72}" dt="2025-11-10T13:16:10.988" v="274"/>
          <ac:spMkLst>
            <pc:docMk/>
            <pc:sldMk cId="467469942" sldId="1424"/>
            <ac:spMk id="6" creationId="{5094C39A-023D-5F5F-F84D-868F62A1FF5C}"/>
          </ac:spMkLst>
        </pc:spChg>
        <pc:spChg chg="add del mod">
          <ac:chgData name="Xiaolei Bi" userId="S::xbi@eamv.dk::4defdd0b-eb6b-464a-acc0-49fc44ef47a7" providerId="AD" clId="Web-{723CFAFB-BB5B-4BE0-9496-EF89EFD52D72}" dt="2025-11-10T13:16:07.253" v="265"/>
          <ac:spMkLst>
            <pc:docMk/>
            <pc:sldMk cId="467469942" sldId="1424"/>
            <ac:spMk id="8" creationId="{70AECFAB-8FC0-A142-D1CD-1215D868E5BC}"/>
          </ac:spMkLst>
        </pc:spChg>
        <pc:picChg chg="add del mod">
          <ac:chgData name="Xiaolei Bi" userId="S::xbi@eamv.dk::4defdd0b-eb6b-464a-acc0-49fc44ef47a7" providerId="AD" clId="Web-{723CFAFB-BB5B-4BE0-9496-EF89EFD52D72}" dt="2025-11-10T13:16:07.284" v="266"/>
          <ac:picMkLst>
            <pc:docMk/>
            <pc:sldMk cId="467469942" sldId="1424"/>
            <ac:picMk id="4" creationId="{6B3A8E4B-8469-1108-96EE-FE70FE069AAF}"/>
          </ac:picMkLst>
        </pc:picChg>
      </pc:sldChg>
      <pc:sldChg chg="modSp">
        <pc:chgData name="Xiaolei Bi" userId="S::xbi@eamv.dk::4defdd0b-eb6b-464a-acc0-49fc44ef47a7" providerId="AD" clId="Web-{723CFAFB-BB5B-4BE0-9496-EF89EFD52D72}" dt="2025-11-10T12:51:57.985" v="38" actId="1076"/>
        <pc:sldMkLst>
          <pc:docMk/>
          <pc:sldMk cId="2328329772" sldId="1426"/>
        </pc:sldMkLst>
        <pc:spChg chg="mod">
          <ac:chgData name="Xiaolei Bi" userId="S::xbi@eamv.dk::4defdd0b-eb6b-464a-acc0-49fc44ef47a7" providerId="AD" clId="Web-{723CFAFB-BB5B-4BE0-9496-EF89EFD52D72}" dt="2025-11-10T12:51:57.985" v="38" actId="1076"/>
          <ac:spMkLst>
            <pc:docMk/>
            <pc:sldMk cId="2328329772" sldId="1426"/>
            <ac:spMk id="3" creationId="{79DC4032-E552-C6AD-BF91-C3D314D74D7B}"/>
          </ac:spMkLst>
        </pc:spChg>
      </pc:sldChg>
      <pc:sldChg chg="del">
        <pc:chgData name="Xiaolei Bi" userId="S::xbi@eamv.dk::4defdd0b-eb6b-464a-acc0-49fc44ef47a7" providerId="AD" clId="Web-{723CFAFB-BB5B-4BE0-9496-EF89EFD52D72}" dt="2025-11-10T12:55:48.923" v="59"/>
        <pc:sldMkLst>
          <pc:docMk/>
          <pc:sldMk cId="851401344" sldId="1430"/>
        </pc:sldMkLst>
      </pc:sldChg>
      <pc:sldChg chg="modSp">
        <pc:chgData name="Xiaolei Bi" userId="S::xbi@eamv.dk::4defdd0b-eb6b-464a-acc0-49fc44ef47a7" providerId="AD" clId="Web-{723CFAFB-BB5B-4BE0-9496-EF89EFD52D72}" dt="2025-11-10T12:54:08.673" v="57" actId="20577"/>
        <pc:sldMkLst>
          <pc:docMk/>
          <pc:sldMk cId="269008204" sldId="1433"/>
        </pc:sldMkLst>
        <pc:spChg chg="mod">
          <ac:chgData name="Xiaolei Bi" userId="S::xbi@eamv.dk::4defdd0b-eb6b-464a-acc0-49fc44ef47a7" providerId="AD" clId="Web-{723CFAFB-BB5B-4BE0-9496-EF89EFD52D72}" dt="2025-11-10T12:54:08.673" v="57" actId="20577"/>
          <ac:spMkLst>
            <pc:docMk/>
            <pc:sldMk cId="269008204" sldId="1433"/>
            <ac:spMk id="2" creationId="{4F70B939-C003-5C8F-C67B-944D44428031}"/>
          </ac:spMkLst>
        </pc:spChg>
      </pc:sldChg>
      <pc:sldChg chg="del">
        <pc:chgData name="Xiaolei Bi" userId="S::xbi@eamv.dk::4defdd0b-eb6b-464a-acc0-49fc44ef47a7" providerId="AD" clId="Web-{723CFAFB-BB5B-4BE0-9496-EF89EFD52D72}" dt="2025-11-10T13:13:32.581" v="230"/>
        <pc:sldMkLst>
          <pc:docMk/>
          <pc:sldMk cId="1477750224" sldId="1437"/>
        </pc:sldMkLst>
      </pc:sldChg>
      <pc:sldChg chg="modSp new">
        <pc:chgData name="Xiaolei Bi" userId="S::xbi@eamv.dk::4defdd0b-eb6b-464a-acc0-49fc44ef47a7" providerId="AD" clId="Web-{723CFAFB-BB5B-4BE0-9496-EF89EFD52D72}" dt="2025-11-10T12:51:33.469" v="37" actId="20577"/>
        <pc:sldMkLst>
          <pc:docMk/>
          <pc:sldMk cId="3189259789" sldId="1438"/>
        </pc:sldMkLst>
        <pc:spChg chg="mod">
          <ac:chgData name="Xiaolei Bi" userId="S::xbi@eamv.dk::4defdd0b-eb6b-464a-acc0-49fc44ef47a7" providerId="AD" clId="Web-{723CFAFB-BB5B-4BE0-9496-EF89EFD52D72}" dt="2025-11-10T12:51:33.469" v="37" actId="20577"/>
          <ac:spMkLst>
            <pc:docMk/>
            <pc:sldMk cId="3189259789" sldId="1438"/>
            <ac:spMk id="3" creationId="{D0504DC4-5BD3-ABEB-32A4-4ECCF55D1AF3}"/>
          </ac:spMkLst>
        </pc:spChg>
      </pc:sldChg>
      <pc:sldChg chg="modSp new">
        <pc:chgData name="Xiaolei Bi" userId="S::xbi@eamv.dk::4defdd0b-eb6b-464a-acc0-49fc44ef47a7" providerId="AD" clId="Web-{723CFAFB-BB5B-4BE0-9496-EF89EFD52D72}" dt="2025-11-10T12:51:00.610" v="35" actId="20577"/>
        <pc:sldMkLst>
          <pc:docMk/>
          <pc:sldMk cId="1734061185" sldId="1439"/>
        </pc:sldMkLst>
        <pc:spChg chg="mod">
          <ac:chgData name="Xiaolei Bi" userId="S::xbi@eamv.dk::4defdd0b-eb6b-464a-acc0-49fc44ef47a7" providerId="AD" clId="Web-{723CFAFB-BB5B-4BE0-9496-EF89EFD52D72}" dt="2025-11-10T12:50:53.297" v="31" actId="20577"/>
          <ac:spMkLst>
            <pc:docMk/>
            <pc:sldMk cId="1734061185" sldId="1439"/>
            <ac:spMk id="3" creationId="{8A9FD138-21DF-E053-6856-619075E75F77}"/>
          </ac:spMkLst>
        </pc:spChg>
        <pc:spChg chg="mod">
          <ac:chgData name="Xiaolei Bi" userId="S::xbi@eamv.dk::4defdd0b-eb6b-464a-acc0-49fc44ef47a7" providerId="AD" clId="Web-{723CFAFB-BB5B-4BE0-9496-EF89EFD52D72}" dt="2025-11-10T12:51:00.610" v="35" actId="20577"/>
          <ac:spMkLst>
            <pc:docMk/>
            <pc:sldMk cId="1734061185" sldId="1439"/>
            <ac:spMk id="4" creationId="{6EC91A48-116D-44A8-289C-64D901529EFD}"/>
          </ac:spMkLst>
        </pc:spChg>
      </pc:sldChg>
      <pc:sldChg chg="addSp modSp new">
        <pc:chgData name="Xiaolei Bi" userId="S::xbi@eamv.dk::4defdd0b-eb6b-464a-acc0-49fc44ef47a7" providerId="AD" clId="Web-{723CFAFB-BB5B-4BE0-9496-EF89EFD52D72}" dt="2025-11-10T12:56:17.173" v="68" actId="20577"/>
        <pc:sldMkLst>
          <pc:docMk/>
          <pc:sldMk cId="3724228269" sldId="1440"/>
        </pc:sldMkLst>
        <pc:spChg chg="add mod">
          <ac:chgData name="Xiaolei Bi" userId="S::xbi@eamv.dk::4defdd0b-eb6b-464a-acc0-49fc44ef47a7" providerId="AD" clId="Web-{723CFAFB-BB5B-4BE0-9496-EF89EFD52D72}" dt="2025-11-10T12:56:17.173" v="68" actId="20577"/>
          <ac:spMkLst>
            <pc:docMk/>
            <pc:sldMk cId="3724228269" sldId="1440"/>
            <ac:spMk id="2" creationId="{30C107E7-91AE-9554-CA18-9E787BFAB2AF}"/>
          </ac:spMkLst>
        </pc:spChg>
      </pc:sldChg>
      <pc:sldChg chg="addSp modSp new add del">
        <pc:chgData name="Xiaolei Bi" userId="S::xbi@eamv.dk::4defdd0b-eb6b-464a-acc0-49fc44ef47a7" providerId="AD" clId="Web-{723CFAFB-BB5B-4BE0-9496-EF89EFD52D72}" dt="2025-11-10T13:11:38.972" v="207"/>
        <pc:sldMkLst>
          <pc:docMk/>
          <pc:sldMk cId="383058596" sldId="1441"/>
        </pc:sldMkLst>
        <pc:spChg chg="mod">
          <ac:chgData name="Xiaolei Bi" userId="S::xbi@eamv.dk::4defdd0b-eb6b-464a-acc0-49fc44ef47a7" providerId="AD" clId="Web-{723CFAFB-BB5B-4BE0-9496-EF89EFD52D72}" dt="2025-11-10T13:04:25.720" v="146" actId="20577"/>
          <ac:spMkLst>
            <pc:docMk/>
            <pc:sldMk cId="383058596" sldId="1441"/>
            <ac:spMk id="2" creationId="{31158877-461B-920C-85B7-B398B58C9585}"/>
          </ac:spMkLst>
        </pc:spChg>
        <pc:spChg chg="mod">
          <ac:chgData name="Xiaolei Bi" userId="S::xbi@eamv.dk::4defdd0b-eb6b-464a-acc0-49fc44ef47a7" providerId="AD" clId="Web-{723CFAFB-BB5B-4BE0-9496-EF89EFD52D72}" dt="2025-11-10T13:04:15.736" v="138" actId="20577"/>
          <ac:spMkLst>
            <pc:docMk/>
            <pc:sldMk cId="383058596" sldId="1441"/>
            <ac:spMk id="3" creationId="{B7E06079-3BDD-639F-4EEF-34FF57CB1978}"/>
          </ac:spMkLst>
        </pc:spChg>
        <pc:spChg chg="add mod">
          <ac:chgData name="Xiaolei Bi" userId="S::xbi@eamv.dk::4defdd0b-eb6b-464a-acc0-49fc44ef47a7" providerId="AD" clId="Web-{723CFAFB-BB5B-4BE0-9496-EF89EFD52D72}" dt="2025-11-10T13:05:04.423" v="149" actId="20577"/>
          <ac:spMkLst>
            <pc:docMk/>
            <pc:sldMk cId="383058596" sldId="1441"/>
            <ac:spMk id="4" creationId="{B26F43AD-C284-0155-F765-FCA542225D7B}"/>
          </ac:spMkLst>
        </pc:spChg>
      </pc:sldChg>
    </pc:docChg>
  </pc:docChgLst>
  <pc:docChgLst>
    <pc:chgData name="Xiaolei Bi" userId="S::xbi@eamv.dk::4defdd0b-eb6b-464a-acc0-49fc44ef47a7" providerId="AD" clId="Web-{CE07E7D2-8D29-4A8D-88C7-CC704FFF1FA2}"/>
    <pc:docChg chg="modSld">
      <pc:chgData name="Xiaolei Bi" userId="S::xbi@eamv.dk::4defdd0b-eb6b-464a-acc0-49fc44ef47a7" providerId="AD" clId="Web-{CE07E7D2-8D29-4A8D-88C7-CC704FFF1FA2}" dt="2025-10-28T12:51:33.860" v="3"/>
      <pc:docMkLst>
        <pc:docMk/>
      </pc:docMkLst>
      <pc:sldChg chg="addSp delSp modSp">
        <pc:chgData name="Xiaolei Bi" userId="S::xbi@eamv.dk::4defdd0b-eb6b-464a-acc0-49fc44ef47a7" providerId="AD" clId="Web-{CE07E7D2-8D29-4A8D-88C7-CC704FFF1FA2}" dt="2025-10-28T12:51:33.860" v="3"/>
        <pc:sldMkLst>
          <pc:docMk/>
          <pc:sldMk cId="2722713620" sldId="1415"/>
        </pc:sldMkLst>
        <pc:spChg chg="add mod">
          <ac:chgData name="Xiaolei Bi" userId="S::xbi@eamv.dk::4defdd0b-eb6b-464a-acc0-49fc44ef47a7" providerId="AD" clId="Web-{CE07E7D2-8D29-4A8D-88C7-CC704FFF1FA2}" dt="2025-10-28T12:51:21.234" v="2" actId="1076"/>
          <ac:spMkLst>
            <pc:docMk/>
            <pc:sldMk cId="2722713620" sldId="1415"/>
            <ac:spMk id="4" creationId="{2CA9AE63-043E-650D-BE15-7E379C97CEDE}"/>
          </ac:spMkLst>
        </pc:spChg>
      </pc:sldChg>
    </pc:docChg>
  </pc:docChgLst>
  <pc:docChgLst>
    <pc:chgData name="Xiaolei Bi" userId="S::xbi@eamv.dk::4defdd0b-eb6b-464a-acc0-49fc44ef47a7" providerId="AD" clId="Web-{56722DE0-0C77-4BB5-934D-42CBF3181A2C}"/>
    <pc:docChg chg="addSld delSld modSld modSection">
      <pc:chgData name="Xiaolei Bi" userId="S::xbi@eamv.dk::4defdd0b-eb6b-464a-acc0-49fc44ef47a7" providerId="AD" clId="Web-{56722DE0-0C77-4BB5-934D-42CBF3181A2C}" dt="2025-11-10T13:21:46.440" v="45" actId="1076"/>
      <pc:docMkLst>
        <pc:docMk/>
      </pc:docMkLst>
      <pc:sldChg chg="addSp delSp modSp new">
        <pc:chgData name="Xiaolei Bi" userId="S::xbi@eamv.dk::4defdd0b-eb6b-464a-acc0-49fc44ef47a7" providerId="AD" clId="Web-{56722DE0-0C77-4BB5-934D-42CBF3181A2C}" dt="2025-11-10T13:21:46.440" v="45" actId="1076"/>
        <pc:sldMkLst>
          <pc:docMk/>
          <pc:sldMk cId="3233686849" sldId="1444"/>
        </pc:sldMkLst>
        <pc:spChg chg="del mod">
          <ac:chgData name="Xiaolei Bi" userId="S::xbi@eamv.dk::4defdd0b-eb6b-464a-acc0-49fc44ef47a7" providerId="AD" clId="Web-{56722DE0-0C77-4BB5-934D-42CBF3181A2C}" dt="2025-11-10T13:21:42.893" v="44"/>
          <ac:spMkLst>
            <pc:docMk/>
            <pc:sldMk cId="3233686849" sldId="1444"/>
            <ac:spMk id="2" creationId="{2F2826DB-F3E4-861D-30C2-180D0A5D4414}"/>
          </ac:spMkLst>
        </pc:spChg>
        <pc:spChg chg="mod">
          <ac:chgData name="Xiaolei Bi" userId="S::xbi@eamv.dk::4defdd0b-eb6b-464a-acc0-49fc44ef47a7" providerId="AD" clId="Web-{56722DE0-0C77-4BB5-934D-42CBF3181A2C}" dt="2025-11-10T13:21:39.393" v="42" actId="1076"/>
          <ac:spMkLst>
            <pc:docMk/>
            <pc:sldMk cId="3233686849" sldId="1444"/>
            <ac:spMk id="3" creationId="{D9E74A7D-90F7-4328-3332-8DF8DF5B33E4}"/>
          </ac:spMkLst>
        </pc:spChg>
        <pc:spChg chg="del">
          <ac:chgData name="Xiaolei Bi" userId="S::xbi@eamv.dk::4defdd0b-eb6b-464a-acc0-49fc44ef47a7" providerId="AD" clId="Web-{56722DE0-0C77-4BB5-934D-42CBF3181A2C}" dt="2025-11-10T13:21:08.876" v="24"/>
          <ac:spMkLst>
            <pc:docMk/>
            <pc:sldMk cId="3233686849" sldId="1444"/>
            <ac:spMk id="4" creationId="{CE7F64EA-5464-F075-D507-2C3C123EE9F8}"/>
          </ac:spMkLst>
        </pc:spChg>
        <pc:spChg chg="add mod">
          <ac:chgData name="Xiaolei Bi" userId="S::xbi@eamv.dk::4defdd0b-eb6b-464a-acc0-49fc44ef47a7" providerId="AD" clId="Web-{56722DE0-0C77-4BB5-934D-42CBF3181A2C}" dt="2025-11-10T13:21:46.440" v="45" actId="1076"/>
          <ac:spMkLst>
            <pc:docMk/>
            <pc:sldMk cId="3233686849" sldId="1444"/>
            <ac:spMk id="5" creationId="{8B63F715-6EF7-B8DC-1748-3E7CFB21D39A}"/>
          </ac:spMkLst>
        </pc:spChg>
      </pc:sldChg>
      <pc:sldChg chg="addSp delSp modSp new del">
        <pc:chgData name="Xiaolei Bi" userId="S::xbi@eamv.dk::4defdd0b-eb6b-464a-acc0-49fc44ef47a7" providerId="AD" clId="Web-{56722DE0-0C77-4BB5-934D-42CBF3181A2C}" dt="2025-11-10T13:21:10.486" v="25"/>
        <pc:sldMkLst>
          <pc:docMk/>
          <pc:sldMk cId="900517682" sldId="1445"/>
        </pc:sldMkLst>
        <pc:spChg chg="del mod">
          <ac:chgData name="Xiaolei Bi" userId="S::xbi@eamv.dk::4defdd0b-eb6b-464a-acc0-49fc44ef47a7" providerId="AD" clId="Web-{56722DE0-0C77-4BB5-934D-42CBF3181A2C}" dt="2025-11-10T13:20:58.407" v="16"/>
          <ac:spMkLst>
            <pc:docMk/>
            <pc:sldMk cId="900517682" sldId="1445"/>
            <ac:spMk id="2" creationId="{419B67B3-1C32-3E58-011F-5E304D35BB18}"/>
          </ac:spMkLst>
        </pc:spChg>
        <pc:spChg chg="del">
          <ac:chgData name="Xiaolei Bi" userId="S::xbi@eamv.dk::4defdd0b-eb6b-464a-acc0-49fc44ef47a7" providerId="AD" clId="Web-{56722DE0-0C77-4BB5-934D-42CBF3181A2C}" dt="2025-11-10T13:20:23.374" v="3"/>
          <ac:spMkLst>
            <pc:docMk/>
            <pc:sldMk cId="900517682" sldId="1445"/>
            <ac:spMk id="3" creationId="{BFBA94EB-F177-65B8-AE7F-4C1E763F675A}"/>
          </ac:spMkLst>
        </pc:spChg>
        <pc:spChg chg="add del mod">
          <ac:chgData name="Xiaolei Bi" userId="S::xbi@eamv.dk::4defdd0b-eb6b-464a-acc0-49fc44ef47a7" providerId="AD" clId="Web-{56722DE0-0C77-4BB5-934D-42CBF3181A2C}" dt="2025-11-10T13:21:02.892" v="20"/>
          <ac:spMkLst>
            <pc:docMk/>
            <pc:sldMk cId="900517682" sldId="1445"/>
            <ac:spMk id="5" creationId="{1836AA7E-B942-A95A-D3AC-B53EE4243E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45A70C-3A48-43A1-A90F-E5868B1EC98B}" type="datetimeFigureOut">
              <a:t>29/10/2026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BD003-981B-491A-825D-480F6E95AF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3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F52F75E-7E8B-18B2-7545-B58E92544A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857250"/>
            <a:ext cx="60706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74F0E74-931E-F46D-7979-98960E106F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633913"/>
            <a:ext cx="4975225" cy="41179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35371-ACE0-7C42-A59A-EDF234485393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17345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D18CFACD-FF70-0908-DC27-6DC2FDA94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857250"/>
            <a:ext cx="60706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96B0F3C0-C70B-3B69-5691-C512B7231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633913"/>
            <a:ext cx="4975225" cy="41179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6856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 </a:t>
            </a:r>
          </a:p>
          <a:p>
            <a:r>
              <a:rPr lang="en-GB" dirty="0"/>
              <a:t>DESCRIBE Customers;</a:t>
            </a:r>
          </a:p>
          <a:p>
            <a:r>
              <a:rPr lang="en-GB" dirty="0"/>
              <a:t>-- </a:t>
            </a:r>
            <a:r>
              <a:rPr lang="en-GB" dirty="0" err="1"/>
              <a:t>eller</a:t>
            </a:r>
            <a:endParaRPr lang="en-GB" dirty="0"/>
          </a:p>
          <a:p>
            <a:r>
              <a:rPr lang="en-GB" dirty="0"/>
              <a:t>DESC Customers; or click the I icon by the </a:t>
            </a:r>
            <a:r>
              <a:rPr lang="en-GB" dirty="0" err="1"/>
              <a:t>db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BD003-981B-491A-825D-480F6E95AF8A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53767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e.g. 001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BD003-981B-491A-825D-480F6E95AF8A}" type="slidenum">
              <a:rPr lang="en-DK" smtClean="0"/>
              <a:t>17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811268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B967-CADA-4978-D5F6-36FE4560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25EF4-7FD6-029C-E89B-3AFD02266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D016A-8965-217D-CE6D-36BE85251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 </a:t>
            </a:r>
          </a:p>
          <a:p>
            <a:r>
              <a:rPr lang="en-GB" dirty="0"/>
              <a:t>DESCRIBE Customers;</a:t>
            </a:r>
          </a:p>
          <a:p>
            <a:r>
              <a:rPr lang="en-GB" dirty="0"/>
              <a:t>-- </a:t>
            </a:r>
            <a:r>
              <a:rPr lang="en-GB" dirty="0" err="1"/>
              <a:t>eller</a:t>
            </a:r>
            <a:endParaRPr lang="en-GB" dirty="0"/>
          </a:p>
          <a:p>
            <a:r>
              <a:rPr lang="en-GB" dirty="0"/>
              <a:t>DESC Customers; or click the I icon by the </a:t>
            </a:r>
            <a:r>
              <a:rPr lang="en-GB" dirty="0" err="1"/>
              <a:t>db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9000A-12D1-B86F-B372-C1A8C02AD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BD003-981B-491A-825D-480F6E95AF8A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518101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Show in EU format </a:t>
            </a:r>
          </a:p>
          <a:p>
            <a:r>
              <a:rPr lang="en-GB" dirty="0"/>
              <a:t>select</a:t>
            </a:r>
          </a:p>
          <a:p>
            <a:r>
              <a:rPr lang="en-GB" dirty="0"/>
              <a:t>    released,</a:t>
            </a:r>
          </a:p>
          <a:p>
            <a:r>
              <a:rPr lang="en-GB" dirty="0"/>
              <a:t>    DATE_FORMAT(released, '%</a:t>
            </a:r>
            <a:r>
              <a:rPr lang="en-GB" dirty="0" err="1"/>
              <a:t>d.%m.%Y</a:t>
            </a:r>
            <a:r>
              <a:rPr lang="en-GB" dirty="0"/>
              <a:t>') AS </a:t>
            </a:r>
            <a:r>
              <a:rPr lang="en-GB" dirty="0" err="1"/>
              <a:t>release_date_EU</a:t>
            </a:r>
            <a:endParaRPr lang="en-GB" dirty="0"/>
          </a:p>
          <a:p>
            <a:r>
              <a:rPr lang="en-GB" dirty="0"/>
              <a:t>from</a:t>
            </a:r>
          </a:p>
          <a:p>
            <a:r>
              <a:rPr lang="en-GB" dirty="0"/>
              <a:t>   </a:t>
            </a:r>
            <a:r>
              <a:rPr lang="en-GB" dirty="0" err="1"/>
              <a:t>album.album</a:t>
            </a:r>
            <a:r>
              <a:rPr lang="en-GB" dirty="0"/>
              <a:t>;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BD003-981B-491A-825D-480F6E95AF8A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1656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Datetime is for events, appointments</a:t>
            </a:r>
          </a:p>
          <a:p>
            <a:r>
              <a:rPr lang="en-US" dirty="0">
                <a:ea typeface="Calibri"/>
                <a:cs typeface="Calibri"/>
              </a:rPr>
              <a:t>Timestamp log activity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BD003-981B-491A-825D-480F6E95AF8A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315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978A479-C0F2-45C2-1AF2-4970DACC13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8DE6B63-5B0E-33B7-5335-FEC4D1455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BD003-981B-491A-825D-480F6E95AF8A}" type="slidenum">
              <a:rPr lang="en-DK" smtClean="0"/>
              <a:t>26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436825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</a:t>
            </a:r>
            <a:r>
              <a:rPr lang="en-DK" dirty="0"/>
              <a:t>orkbench can fix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BD003-981B-491A-825D-480F6E95AF8A}" type="slidenum">
              <a:rPr lang="en-DK" smtClean="0"/>
              <a:t>28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688437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https://www.w3schools.com/</a:t>
            </a:r>
            <a:r>
              <a:rPr lang="en-GB" err="1"/>
              <a:t>mysql</a:t>
            </a:r>
            <a:r>
              <a:rPr lang="en-GB"/>
              <a:t>/</a:t>
            </a:r>
            <a:r>
              <a:rPr lang="en-GB" err="1"/>
              <a:t>mysql_create_db.asp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6ABE2-00A8-584E-92C7-CA70E1DF1536}" type="slidenum">
              <a:rPr lang="en-DK" smtClean="0"/>
              <a:t>31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13205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H</a:t>
            </a:r>
            <a:r>
              <a:rPr lang="en-DK"/>
              <a:t>int do not use space in the name field, use underscore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6ABE2-00A8-584E-92C7-CA70E1DF1536}" type="slidenum">
              <a:rPr lang="en-DK" smtClean="0"/>
              <a:t>32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199568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To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insert data into MySQL table,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you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would need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to use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SQL </a:t>
            </a:r>
            <a:r>
              <a:rPr lang="en-US" sz="1200" b="1">
                <a:solidFill>
                  <a:srgbClr val="404040"/>
                </a:solidFill>
                <a:latin typeface="Ebrima"/>
                <a:cs typeface="Ebrima"/>
              </a:rPr>
              <a:t>INSERT INTO 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command.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You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can insert data into MySQL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by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using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any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script like</a:t>
            </a:r>
            <a:r>
              <a:rPr lang="en-US" sz="1200" spc="-10">
                <a:solidFill>
                  <a:srgbClr val="404040"/>
                </a:solidFill>
                <a:latin typeface="Ebrima"/>
                <a:cs typeface="Ebrima"/>
              </a:rPr>
              <a:t> PHP.</a:t>
            </a:r>
            <a:endParaRPr lang="en-US" sz="1200">
              <a:latin typeface="Ebrima"/>
              <a:cs typeface="Ebrima"/>
            </a:endParaRPr>
          </a:p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6ABE2-00A8-584E-92C7-CA70E1DF1536}" type="slidenum">
              <a:rPr lang="da-DK" smtClean="0"/>
              <a:t>33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04666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background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i master</a:t>
            </a:r>
          </a:p>
        </p:txBody>
      </p:sp>
    </p:spTree>
    <p:extLst>
      <p:ext uri="{BB962C8B-B14F-4D97-AF65-F5344CB8AC3E}">
        <p14:creationId xmlns:p14="http://schemas.microsoft.com/office/powerpoint/2010/main" val="940260714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background - picture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7C06F42-C713-9648-BBB9-B325632D9D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a-DK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i master</a:t>
            </a:r>
          </a:p>
        </p:txBody>
      </p:sp>
    </p:spTree>
    <p:extLst>
      <p:ext uri="{BB962C8B-B14F-4D97-AF65-F5344CB8AC3E}">
        <p14:creationId xmlns:p14="http://schemas.microsoft.com/office/powerpoint/2010/main" val="96146646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background - ber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i master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BB773B-6B0E-2E45-8D4F-9A07E8EE10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00993" y="5342317"/>
            <a:ext cx="1988142" cy="107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750223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background -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i master</a:t>
            </a:r>
          </a:p>
        </p:txBody>
      </p:sp>
    </p:spTree>
    <p:extLst>
      <p:ext uri="{BB962C8B-B14F-4D97-AF65-F5344CB8AC3E}">
        <p14:creationId xmlns:p14="http://schemas.microsoft.com/office/powerpoint/2010/main" val="1649394476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backgroun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 anchorCtr="0"/>
          <a:lstStyle>
            <a:lvl1pPr algn="ctr">
              <a:defRPr sz="6000" b="1"/>
            </a:lvl1pPr>
          </a:lstStyle>
          <a:p>
            <a:r>
              <a:rPr lang="da-DK"/>
              <a:t>Klik for at redigere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i master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 slide - auth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t" anchorCtr="0"/>
          <a:lstStyle>
            <a:lvl1pPr algn="ctr">
              <a:defRPr sz="6000" b="1"/>
            </a:lvl1pPr>
          </a:lstStyle>
          <a:p>
            <a:r>
              <a:rPr lang="da-DK"/>
              <a:t>Klik for at redigere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4786490" y="3509963"/>
            <a:ext cx="5881510" cy="1508813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88A6FD1-CBF5-7E45-BC2D-75AC25EE3BC0}"/>
              </a:ext>
            </a:extLst>
          </p:cNvPr>
          <p:cNvSpPr/>
          <p:nvPr userDrawn="1"/>
        </p:nvSpPr>
        <p:spPr>
          <a:xfrm>
            <a:off x="2995453" y="3509962"/>
            <a:ext cx="1508813" cy="150881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121742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ndard slide -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Klik for at redigere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200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177714557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 slide -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199" y="365125"/>
            <a:ext cx="6634163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Klik for at redigere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6634163" cy="40200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708F239D-555E-0342-8CF3-423083B004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03298" y="1"/>
            <a:ext cx="3688702" cy="68579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4241295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ndard slide - norm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Klik for at redigere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02000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255947891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 slide with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Klik for at redigere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2324101"/>
            <a:ext cx="10515600" cy="352152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38838B40-609B-7D46-B793-795B5C481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24000"/>
            <a:ext cx="10515600" cy="62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a-DK"/>
              <a:t>Rediger indhold</a:t>
            </a:r>
          </a:p>
        </p:txBody>
      </p:sp>
    </p:spTree>
    <p:extLst>
      <p:ext uri="{BB962C8B-B14F-4D97-AF65-F5344CB8AC3E}">
        <p14:creationId xmlns:p14="http://schemas.microsoft.com/office/powerpoint/2010/main" val="351949922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ndard slide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Klik for at redigere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200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1569038551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7565" y="444705"/>
            <a:ext cx="995686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891A7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4502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35436A"/>
                </a:solidFill>
                <a:latin typeface="Ebrima"/>
                <a:cs typeface="Ebrima"/>
              </a:defRPr>
            </a:lvl1pPr>
          </a:lstStyle>
          <a:p>
            <a:pPr marL="93980">
              <a:spcBef>
                <a:spcPts val="175"/>
              </a:spcBef>
            </a:pPr>
            <a:fld id="{81D60167-4931-47E6-BA6A-407CBD079E47}" type="slidenum">
              <a:rPr lang="da-DK" spc="-5" smtClean="0"/>
              <a:pPr marL="93980">
                <a:spcBef>
                  <a:spcPts val="175"/>
                </a:spcBef>
              </a:pPr>
              <a:t>‹#›</a:t>
            </a:fld>
            <a:endParaRPr lang="da-DK" spc="-5"/>
          </a:p>
        </p:txBody>
      </p:sp>
    </p:spTree>
    <p:extLst>
      <p:ext uri="{BB962C8B-B14F-4D97-AF65-F5344CB8AC3E}">
        <p14:creationId xmlns:p14="http://schemas.microsoft.com/office/powerpoint/2010/main" val="1043914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7948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09519" y="-118533"/>
            <a:ext cx="11224540" cy="574453"/>
          </a:xfrm>
        </p:spPr>
        <p:txBody>
          <a:bodyPr lIns="0" tIns="0" rIns="0" bIns="0"/>
          <a:lstStyle>
            <a:lvl1pPr>
              <a:defRPr sz="3733" b="1" i="0">
                <a:solidFill>
                  <a:srgbClr val="007FA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8725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266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9C9A"/>
          </a:solidFill>
          <a:ln w="12700">
            <a:solidFill>
              <a:srgbClr val="169C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69C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OG MYSQL · DMU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6510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56E"/>
                </a:solidFill>
              </a:rPr>
              <a:t>xbi ·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5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22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11353800" y="364490"/>
            <a:ext cx="5916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verta" charset="0"/>
                <a:ea typeface="Averta" charset="0"/>
                <a:cs typeface="Averta" charset="0"/>
              </a:defRPr>
            </a:lvl1pPr>
          </a:lstStyle>
          <a:p>
            <a:fld id="{C0D86E0E-2854-FE46-B8D9-BF8AB9597912}" type="slidenum">
              <a:rPr lang="da-DK"/>
              <a:pPr/>
              <a:t>‹#›</a:t>
            </a:fld>
            <a:endParaRPr lang="da-DK"/>
          </a:p>
        </p:txBody>
      </p:sp>
      <p:sp>
        <p:nvSpPr>
          <p:cNvPr id="8" name="Pladsholder til titel 7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masteren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8413FF-F63E-6641-ABF2-5BA3344F4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37097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5" r:id="rId3"/>
    <p:sldLayoutId id="2147483656" r:id="rId4"/>
    <p:sldLayoutId id="2147483651" r:id="rId5"/>
    <p:sldLayoutId id="2147483653" r:id="rId6"/>
    <p:sldLayoutId id="2147483650" r:id="rId7"/>
    <p:sldLayoutId id="2147483660" r:id="rId8"/>
    <p:sldLayoutId id="2147483657" r:id="rId9"/>
    <p:sldLayoutId id="2147483654" r:id="rId10"/>
    <p:sldLayoutId id="2147483652" r:id="rId11"/>
    <p:sldLayoutId id="2147483731" r:id="rId12"/>
    <p:sldLayoutId id="2147483733" r:id="rId13"/>
    <p:sldLayoutId id="2147483734" r:id="rId14"/>
    <p:sldLayoutId id="2147483735" r:id="rId15"/>
    <p:sldLayoutId id="2147483736" r:id="rId16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3"/>
          </a:solidFill>
          <a:latin typeface="Averta Regular" pitchFamily="2" charset="77"/>
          <a:ea typeface="Averta Regular" pitchFamily="2" charset="77"/>
          <a:cs typeface="Averta Regular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700"/>
        </a:spcAft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rta Regular" pitchFamily="2" charset="77"/>
          <a:ea typeface="Averta Regular" pitchFamily="2" charset="77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70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rta Regular" pitchFamily="2" charset="77"/>
          <a:ea typeface="Averta Regular" pitchFamily="2" charset="77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7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rta Regular" pitchFamily="2" charset="77"/>
          <a:ea typeface="Averta Regular" pitchFamily="2" charset="77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7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rta Regular" pitchFamily="2" charset="77"/>
          <a:ea typeface="Averta Regular" pitchFamily="2" charset="77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7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rta Regular" pitchFamily="2" charset="77"/>
          <a:ea typeface="Averta Regular" pitchFamily="2" charset="77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amvdk.sharepoint.com/:u:/s/DMU23HE-ProgrammingBasicX/EbDhSe84dTJOpfiVpfeF7ZUB0Jl1fZinXP3geDvjvivhqg?e=E0MAwP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eamvdk.sharepoint.com/:u:/s/DMU23HE-ProgrammingBasicX/EbDhSe84dTJOpfiVpfeF7ZUB0Jl1fZinXP3geDvjvivhqg?e=E0MAwP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cd/E17952_01/mysql-8.0-en/select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oracle.com/cd/E17952_01/mysql-8.0-en/keywords.html" TargetMode="External"/><Relationship Id="rId5" Type="http://schemas.openxmlformats.org/officeDocument/2006/relationships/hyperlink" Target="https://docs.oracle.com/cd/E17952_01/mysql-8.0-en/integer-types.html" TargetMode="External"/><Relationship Id="rId4" Type="http://schemas.openxmlformats.org/officeDocument/2006/relationships/hyperlink" Target="https://docs.oracle.com/cd/E17952_01/mysql-8.0-en/delete.html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eamvdk.sharepoint.com/:w:/s/DMUHE25_GrundlggendeprogrammeringDatabase/EV5Pnpi9VdpLqd1yv8PiiY0BrFibhJVCVu-V2GZXP8Oyhw?e=7hsSRk" TargetMode="Externa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 rot="1200000">
            <a:off x="9006840" y="320040"/>
            <a:ext cx="2834640" cy="2834640"/>
          </a:xfrm>
          <a:prstGeom prst="arc">
            <a:avLst/>
          </a:prstGeom>
          <a:solidFill>
            <a:srgbClr val="F39A3E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 rot="12000000">
            <a:off x="9189720" y="3703320"/>
            <a:ext cx="2743200" cy="2743200"/>
          </a:xfrm>
          <a:prstGeom prst="arc">
            <a:avLst/>
          </a:prstGeom>
          <a:solidFill>
            <a:srgbClr val="169C9A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685800" y="731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39A3E"/>
                </a:solidFill>
              </a:rPr>
              <a:t>DATABASE OG MYSQL · GANG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Datatyper og SQL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9260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6E4DF"/>
                </a:solidFill>
              </a:rPr>
              <a:t>Vælg den rigtige datatype og skriv tydelig SQL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13232" y="5166360"/>
            <a:ext cx="1554480" cy="411480"/>
          </a:xfrm>
          <a:prstGeom prst="rect">
            <a:avLst/>
          </a:prstGeom>
          <a:solidFill>
            <a:srgbClr val="169C9A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TEORI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5989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DF"/>
                </a:solidFill>
              </a:rPr>
              <a:t>xbi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B0B331-C16F-4738-B912-E1987F46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a-DK" b="1" kern="1200" dirty="0">
                <a:solidFill>
                  <a:schemeClr val="bg2"/>
                </a:solidFill>
                <a:latin typeface="Averta Regular" pitchFamily="2" charset="77"/>
                <a:ea typeface="Averta Regular" pitchFamily="2" charset="77"/>
                <a:cs typeface="Averta Regular" pitchFamily="2" charset="77"/>
              </a:rPr>
              <a:t>Hvad er SQL?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2861F29-4798-FADE-82C9-05F1466A1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825625"/>
            <a:ext cx="10515600" cy="402000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base">
              <a:lnSpc>
                <a:spcPct val="110000"/>
              </a:lnSpc>
              <a:spcAft>
                <a:spcPts val="7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da-DK" altLang="en-DK" sz="2800" b="0" i="0" u="none" strike="noStrike" cap="none" normalizeH="0" baseline="0" dirty="0">
              <a:ln>
                <a:noFill/>
              </a:ln>
              <a:effectLst/>
              <a:latin typeface="Averta Regular" pitchFamily="2" charset="77"/>
              <a:cs typeface="Arial" panose="020B0604020202020204" pitchFamily="34" charset="0"/>
            </a:endParaRPr>
          </a:p>
          <a:p>
            <a:pPr marL="228600" marR="0" lvl="0" indent="-228600" fontAlgn="base">
              <a:lnSpc>
                <a:spcPct val="110000"/>
              </a:lnSpc>
              <a:spcAft>
                <a:spcPts val="7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da-DK" altLang="en-DK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verta Regular" pitchFamily="2" charset="77"/>
                <a:cs typeface="Arial" panose="020B0604020202020204" pitchFamily="34" charset="0"/>
              </a:rPr>
              <a:t>SQL = </a:t>
            </a:r>
            <a:r>
              <a:rPr kumimoji="0" lang="da-DK" altLang="en-DK" sz="2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verta Regular" pitchFamily="2" charset="77"/>
                <a:cs typeface="Arial" panose="020B0604020202020204" pitchFamily="34" charset="0"/>
              </a:rPr>
              <a:t>Structured</a:t>
            </a:r>
            <a:r>
              <a:rPr kumimoji="0" lang="da-DK" altLang="en-DK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verta Regular" pitchFamily="2" charset="77"/>
                <a:cs typeface="Arial" panose="020B0604020202020204" pitchFamily="34" charset="0"/>
              </a:rPr>
              <a:t> Query Language. </a:t>
            </a:r>
          </a:p>
          <a:p>
            <a:pPr marL="228600" marR="0" lvl="0" indent="-228600" fontAlgn="base">
              <a:lnSpc>
                <a:spcPct val="110000"/>
              </a:lnSpc>
              <a:spcAft>
                <a:spcPts val="7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da-DK" altLang="en-DK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verta Regular" pitchFamily="2" charset="77"/>
                <a:cs typeface="Arial" panose="020B0604020202020204" pitchFamily="34" charset="0"/>
              </a:rPr>
              <a:t>Bruges til at gemme, manipulere og hente data i relationelle databaser. </a:t>
            </a:r>
          </a:p>
          <a:p>
            <a:pPr marL="228600" marR="0" lvl="0" indent="-228600" fontAlgn="base">
              <a:lnSpc>
                <a:spcPct val="110000"/>
              </a:lnSpc>
              <a:spcAft>
                <a:spcPts val="7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da-DK" altLang="en-DK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verta Regular" pitchFamily="2" charset="77"/>
                <a:cs typeface="Arial" panose="020B0604020202020204" pitchFamily="34" charset="0"/>
              </a:rPr>
              <a:t>Understøttes af systemer som MySQL, MS Access, Oracle m.fl.</a:t>
            </a:r>
          </a:p>
        </p:txBody>
      </p:sp>
    </p:spTree>
    <p:extLst>
      <p:ext uri="{BB962C8B-B14F-4D97-AF65-F5344CB8AC3E}">
        <p14:creationId xmlns:p14="http://schemas.microsoft.com/office/powerpoint/2010/main" val="3891802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AA2B12F-89F3-9786-1F91-FD7DBDEAD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9FD138-21DF-E053-6856-619075E75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9441"/>
            <a:ext cx="9144000" cy="2387600"/>
          </a:xfrm>
        </p:spPr>
        <p:txBody>
          <a:bodyPr/>
          <a:lstStyle/>
          <a:p>
            <a:pPr algn="l"/>
            <a:r>
              <a:rPr lang="en-US" sz="4400" dirty="0" err="1">
                <a:solidFill>
                  <a:schemeClr val="bg2"/>
                </a:solidFill>
              </a:rPr>
              <a:t>Opgave</a:t>
            </a:r>
            <a:r>
              <a:rPr lang="en-US" sz="4400" dirty="0">
                <a:solidFill>
                  <a:schemeClr val="bg2"/>
                </a:solidFill>
              </a:rPr>
              <a:t>: 2</a:t>
            </a:r>
          </a:p>
          <a:p>
            <a:pPr algn="l"/>
            <a:endParaRPr lang="en-US" sz="4400" dirty="0">
              <a:solidFill>
                <a:schemeClr val="bg2"/>
              </a:solidFill>
            </a:endParaRPr>
          </a:p>
          <a:p>
            <a:endParaRPr lang="en-US" dirty="0">
              <a:latin typeface="Averta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217479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BC9306F-7A53-E8BC-F5E7-3881D1A283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2468EB-5033-13DD-3113-08600C798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2046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0" dirty="0" err="1">
                <a:latin typeface="Averta Regular"/>
              </a:rPr>
              <a:t>Fordelene</a:t>
            </a:r>
            <a:r>
              <a:rPr lang="en-US" b="0" dirty="0">
                <a:latin typeface="Averta Regular"/>
              </a:rPr>
              <a:t> </a:t>
            </a:r>
            <a:r>
              <a:rPr lang="en-US" b="0" dirty="0" err="1">
                <a:latin typeface="Averta Regular"/>
              </a:rPr>
              <a:t>ved</a:t>
            </a:r>
            <a:r>
              <a:rPr lang="en-US" b="0" dirty="0">
                <a:latin typeface="Averta Regular"/>
              </a:rPr>
              <a:t> at </a:t>
            </a:r>
            <a:r>
              <a:rPr lang="en-US" b="0" dirty="0" err="1">
                <a:latin typeface="Averta Regular"/>
              </a:rPr>
              <a:t>bruge</a:t>
            </a:r>
            <a:r>
              <a:rPr lang="en-US" b="0" dirty="0">
                <a:latin typeface="Averta Regular"/>
              </a:rPr>
              <a:t> et </a:t>
            </a:r>
            <a:r>
              <a:rPr lang="en-US" dirty="0">
                <a:latin typeface="Averta Regular"/>
              </a:rPr>
              <a:t>DBMS (Database Management System)</a:t>
            </a:r>
            <a:r>
              <a:rPr lang="en-US" b="0" dirty="0">
                <a:latin typeface="Averta Regular"/>
              </a:rPr>
              <a:t> </a:t>
            </a:r>
            <a:r>
              <a:rPr lang="en-US" b="0" dirty="0" err="1">
                <a:latin typeface="Averta Regular"/>
              </a:rPr>
              <a:t>frem</a:t>
            </a:r>
            <a:r>
              <a:rPr lang="en-US" b="0" dirty="0">
                <a:latin typeface="Averta Regular"/>
              </a:rPr>
              <a:t> for et Excel-ark? </a:t>
            </a:r>
            <a:endParaRPr lang="en-US" dirty="0">
              <a:latin typeface="Averta Regular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451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F39A3E"/>
                </a:solidFill>
              </a:rPr>
              <a:t>OVERBLIK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332D"/>
                </a:solidFill>
              </a:rPr>
              <a:t>I dag lærer du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56E"/>
                </a:solidFill>
              </a:rPr>
              <a:t>Efter undervisningen kan du forklare, anvende og kontrollere de vigtigste begreber.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10512"/>
            <a:ext cx="1051560" cy="1"/>
          </a:xfrm>
          <a:prstGeom prst="line">
            <a:avLst/>
          </a:prstGeom>
          <a:noFill/>
          <a:ln w="50800">
            <a:solidFill>
              <a:srgbClr val="169C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DK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475488" cy="475488"/>
          </a:xfrm>
          <a:prstGeom prst="ellipse">
            <a:avLst/>
          </a:prstGeom>
          <a:solidFill>
            <a:srgbClr val="F39A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685800" y="217627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1305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32D"/>
                </a:solidFill>
              </a:rPr>
              <a:t>Skelne mellem SQL og MySQL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2935224"/>
            <a:ext cx="475488" cy="475488"/>
          </a:xfrm>
          <a:prstGeom prst="ellipse">
            <a:avLst/>
          </a:prstGeom>
          <a:solidFill>
            <a:srgbClr val="169C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8"/>
          <p:cNvSpPr/>
          <p:nvPr/>
        </p:nvSpPr>
        <p:spPr>
          <a:xfrm>
            <a:off x="685800" y="2962656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91693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32D"/>
                </a:solidFill>
              </a:rPr>
              <a:t>Vælge passende datatyper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85800" y="3721608"/>
            <a:ext cx="475488" cy="475488"/>
          </a:xfrm>
          <a:prstGeom prst="ellipse">
            <a:avLst/>
          </a:prstGeom>
          <a:solidFill>
            <a:srgbClr val="F39A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Text 11"/>
          <p:cNvSpPr/>
          <p:nvPr/>
        </p:nvSpPr>
        <p:spPr>
          <a:xfrm>
            <a:off x="685800" y="374904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7033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32D"/>
                </a:solidFill>
              </a:rPr>
              <a:t>Forstå NULL og NOT NULL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85800" y="4507992"/>
            <a:ext cx="475488" cy="475488"/>
          </a:xfrm>
          <a:prstGeom prst="ellipse">
            <a:avLst/>
          </a:prstGeom>
          <a:solidFill>
            <a:srgbClr val="169C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685800" y="453542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48970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32D"/>
                </a:solidFill>
              </a:rPr>
              <a:t>Læse CREATE, INSERT og SELECT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5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F39A3E"/>
                </a:solidFill>
              </a:rPr>
              <a:t>GRUNDLAG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332D"/>
                </a:solidFill>
              </a:rPr>
              <a:t>SQL, MySQL og Workbench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51560" cy="1"/>
          </a:xfrm>
          <a:prstGeom prst="line">
            <a:avLst/>
          </a:prstGeom>
          <a:noFill/>
          <a:ln w="50800">
            <a:solidFill>
              <a:srgbClr val="169C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612648" y="2011680"/>
            <a:ext cx="3486912" cy="3566160"/>
          </a:xfrm>
          <a:prstGeom prst="roundRect">
            <a:avLst>
              <a:gd name="adj" fmla="val 2098"/>
            </a:avLst>
          </a:prstGeom>
          <a:solidFill>
            <a:srgbClr val="FFF4E8"/>
          </a:solidFill>
          <a:ln w="17780">
            <a:solidFill>
              <a:srgbClr val="F39A3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868680" y="2313432"/>
            <a:ext cx="2974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32D"/>
                </a:solidFill>
              </a:rPr>
              <a:t>SQL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974848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56E"/>
                </a:solidFill>
              </a:rPr>
              <a:t>Sproget til at definere, ændre og hente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55592" y="2011680"/>
            <a:ext cx="3486912" cy="3566160"/>
          </a:xfrm>
          <a:prstGeom prst="roundRect">
            <a:avLst>
              <a:gd name="adj" fmla="val 2098"/>
            </a:avLst>
          </a:prstGeom>
          <a:solidFill>
            <a:srgbClr val="EAF7F6"/>
          </a:solidFill>
          <a:ln w="17780">
            <a:solidFill>
              <a:srgbClr val="169C9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9" name="Text 7"/>
          <p:cNvSpPr/>
          <p:nvPr/>
        </p:nvSpPr>
        <p:spPr>
          <a:xfrm>
            <a:off x="4611624" y="2313432"/>
            <a:ext cx="2974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32D"/>
                </a:solidFill>
              </a:rPr>
              <a:t>MySQL Server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1624" y="2926080"/>
            <a:ext cx="2974848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56E"/>
                </a:solidFill>
              </a:rPr>
              <a:t>Et DBMS, der implementerer SQL.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8536" y="2011680"/>
            <a:ext cx="3486912" cy="3566160"/>
          </a:xfrm>
          <a:prstGeom prst="roundRect">
            <a:avLst>
              <a:gd name="adj" fmla="val 2098"/>
            </a:avLst>
          </a:prstGeom>
          <a:solidFill>
            <a:srgbClr val="FFF4E8"/>
          </a:solidFill>
          <a:ln w="17780">
            <a:solidFill>
              <a:srgbClr val="F39A3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12" name="Text 10"/>
          <p:cNvSpPr/>
          <p:nvPr/>
        </p:nvSpPr>
        <p:spPr>
          <a:xfrm>
            <a:off x="8354568" y="2313432"/>
            <a:ext cx="2974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32D"/>
                </a:solidFill>
              </a:rPr>
              <a:t>MySQL Workbench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54568" y="2926080"/>
            <a:ext cx="2974848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56E"/>
                </a:solidFill>
              </a:rPr>
              <a:t>Et grafisk værktøj til model, SQL og administration.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5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F39A3E"/>
                </a:solidFill>
              </a:rPr>
              <a:t>DATATYPER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332D"/>
                </a:solidFill>
              </a:rPr>
              <a:t>Vælg </a:t>
            </a:r>
            <a:r>
              <a:rPr lang="en-US" sz="3000" b="1" dirty="0" err="1">
                <a:solidFill>
                  <a:srgbClr val="24332D"/>
                </a:solidFill>
              </a:rPr>
              <a:t>efter</a:t>
            </a:r>
            <a:r>
              <a:rPr lang="en-US" sz="3000" b="1" dirty="0">
                <a:solidFill>
                  <a:srgbClr val="24332D"/>
                </a:solidFill>
              </a:rPr>
              <a:t> </a:t>
            </a:r>
            <a:r>
              <a:rPr lang="en-US" sz="3000" b="1" dirty="0" err="1">
                <a:solidFill>
                  <a:srgbClr val="24332D"/>
                </a:solidFill>
              </a:rPr>
              <a:t>betydning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51560" cy="1"/>
          </a:xfrm>
          <a:prstGeom prst="line">
            <a:avLst/>
          </a:prstGeom>
          <a:noFill/>
          <a:ln w="50800">
            <a:solidFill>
              <a:srgbClr val="169C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612648" y="2011680"/>
            <a:ext cx="2551176" cy="3566160"/>
          </a:xfrm>
          <a:prstGeom prst="roundRect">
            <a:avLst>
              <a:gd name="adj" fmla="val 2867"/>
            </a:avLst>
          </a:prstGeom>
          <a:solidFill>
            <a:srgbClr val="FFF4E8"/>
          </a:solidFill>
          <a:ln w="17780">
            <a:solidFill>
              <a:srgbClr val="F39A3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868680" y="2313432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32D"/>
                </a:solidFill>
              </a:rPr>
              <a:t>Tal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039112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56E"/>
                </a:solidFill>
              </a:rPr>
              <a:t>INT til heltal.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6756E"/>
                </a:solidFill>
              </a:rPr>
              <a:t>DECIMAL(p,s) til præcise beløb.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19856" y="2011680"/>
            <a:ext cx="2551176" cy="3566160"/>
          </a:xfrm>
          <a:prstGeom prst="roundRect">
            <a:avLst>
              <a:gd name="adj" fmla="val 2867"/>
            </a:avLst>
          </a:prstGeom>
          <a:solidFill>
            <a:srgbClr val="EAF7F6"/>
          </a:solidFill>
          <a:ln w="17780">
            <a:solidFill>
              <a:srgbClr val="169C9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9" name="Text 7"/>
          <p:cNvSpPr/>
          <p:nvPr/>
        </p:nvSpPr>
        <p:spPr>
          <a:xfrm>
            <a:off x="3675888" y="2313432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32D"/>
                </a:solidFill>
              </a:rPr>
              <a:t>Tekst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75888" y="2926080"/>
            <a:ext cx="2039112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56E"/>
                </a:solidFill>
              </a:rPr>
              <a:t>CHAR til fast længde.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6756E"/>
                </a:solidFill>
              </a:rPr>
              <a:t>VARCHAR til variabel længde.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27064" y="2011680"/>
            <a:ext cx="2551176" cy="3566160"/>
          </a:xfrm>
          <a:prstGeom prst="roundRect">
            <a:avLst>
              <a:gd name="adj" fmla="val 2867"/>
            </a:avLst>
          </a:prstGeom>
          <a:solidFill>
            <a:srgbClr val="FFF4E8"/>
          </a:solidFill>
          <a:ln w="17780">
            <a:solidFill>
              <a:srgbClr val="F39A3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12" name="Text 10"/>
          <p:cNvSpPr/>
          <p:nvPr/>
        </p:nvSpPr>
        <p:spPr>
          <a:xfrm>
            <a:off x="6483096" y="2313432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32D"/>
                </a:solidFill>
              </a:rPr>
              <a:t>Dato og tid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83096" y="2926080"/>
            <a:ext cx="2039112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56E"/>
                </a:solidFill>
              </a:rPr>
              <a:t>DATE, TIME, DATETIME og TIMESTAMP.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034272" y="2011680"/>
            <a:ext cx="2551176" cy="3566160"/>
          </a:xfrm>
          <a:prstGeom prst="roundRect">
            <a:avLst>
              <a:gd name="adj" fmla="val 2867"/>
            </a:avLst>
          </a:prstGeom>
          <a:solidFill>
            <a:srgbClr val="EAF7F6"/>
          </a:solidFill>
          <a:ln w="17780">
            <a:solidFill>
              <a:srgbClr val="169C9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15" name="Text 13"/>
          <p:cNvSpPr/>
          <p:nvPr/>
        </p:nvSpPr>
        <p:spPr>
          <a:xfrm>
            <a:off x="9290304" y="2313432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32D"/>
                </a:solidFill>
              </a:rPr>
              <a:t>Sand/falsk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290304" y="2926080"/>
            <a:ext cx="2039112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56E"/>
                </a:solidFill>
              </a:rPr>
              <a:t>BOOLEAN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5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539088-528D-87E9-7BB7-64FCC9421A72}"/>
              </a:ext>
            </a:extLst>
          </p:cNvPr>
          <p:cNvSpPr txBox="1"/>
          <p:nvPr/>
        </p:nvSpPr>
        <p:spPr>
          <a:xfrm>
            <a:off x="4852220" y="5894308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dirty="0"/>
              <a:t>https://www.w3schools.com/mysql/mysql_datatypes.asp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F39A3E"/>
                </a:solidFill>
              </a:rPr>
              <a:t>KVALITET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332D"/>
                </a:solidFill>
              </a:rPr>
              <a:t>NULL er ikke tom tekst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51560" cy="1"/>
          </a:xfrm>
          <a:prstGeom prst="line">
            <a:avLst/>
          </a:prstGeom>
          <a:noFill/>
          <a:ln w="50800">
            <a:solidFill>
              <a:srgbClr val="169C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612648" y="2011680"/>
            <a:ext cx="3486912" cy="3566160"/>
          </a:xfrm>
          <a:prstGeom prst="roundRect">
            <a:avLst>
              <a:gd name="adj" fmla="val 2098"/>
            </a:avLst>
          </a:prstGeom>
          <a:solidFill>
            <a:srgbClr val="FFF4E8"/>
          </a:solidFill>
          <a:ln w="17780">
            <a:solidFill>
              <a:srgbClr val="F39A3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868680" y="2313432"/>
            <a:ext cx="2974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32D"/>
                </a:solidFill>
              </a:rPr>
              <a:t>NULL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974848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56E"/>
                </a:solidFill>
              </a:rPr>
              <a:t>Værdien er ukendt eller mangler.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55592" y="2011680"/>
            <a:ext cx="3486912" cy="3566160"/>
          </a:xfrm>
          <a:prstGeom prst="roundRect">
            <a:avLst>
              <a:gd name="adj" fmla="val 2098"/>
            </a:avLst>
          </a:prstGeom>
          <a:solidFill>
            <a:srgbClr val="EAF7F6"/>
          </a:solidFill>
          <a:ln w="17780">
            <a:solidFill>
              <a:srgbClr val="169C9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9" name="Text 7"/>
          <p:cNvSpPr/>
          <p:nvPr/>
        </p:nvSpPr>
        <p:spPr>
          <a:xfrm>
            <a:off x="4611624" y="2313432"/>
            <a:ext cx="2974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32D"/>
                </a:solidFill>
              </a:rPr>
              <a:t>NOT NULL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1624" y="2926080"/>
            <a:ext cx="2974848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56E"/>
                </a:solidFill>
              </a:rPr>
              <a:t>Kolonnen skal have en værdi.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8536" y="2011680"/>
            <a:ext cx="3486912" cy="3566160"/>
          </a:xfrm>
          <a:prstGeom prst="roundRect">
            <a:avLst>
              <a:gd name="adj" fmla="val 2098"/>
            </a:avLst>
          </a:prstGeom>
          <a:solidFill>
            <a:srgbClr val="FFF4E8"/>
          </a:solidFill>
          <a:ln w="17780">
            <a:solidFill>
              <a:srgbClr val="F39A3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12" name="Text 10"/>
          <p:cNvSpPr/>
          <p:nvPr/>
        </p:nvSpPr>
        <p:spPr>
          <a:xfrm>
            <a:off x="8354568" y="2313432"/>
            <a:ext cx="2974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32D"/>
                </a:solidFill>
              </a:rPr>
              <a:t>Standardværdi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54568" y="2926080"/>
            <a:ext cx="2974848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56E"/>
                </a:solidFill>
              </a:rPr>
              <a:t>DEFAULT kan give en kendt startværdi.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5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F39A3E"/>
                </a:solidFill>
              </a:rPr>
              <a:t>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332D"/>
                </a:solidFill>
              </a:rPr>
              <a:t>Opret en enkel kundetabel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51560" cy="1"/>
          </a:xfrm>
          <a:prstGeom prst="line">
            <a:avLst/>
          </a:prstGeom>
          <a:noFill/>
          <a:ln w="50800">
            <a:solidFill>
              <a:srgbClr val="169C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6949440" cy="3520440"/>
          </a:xfrm>
          <a:prstGeom prst="roundRect">
            <a:avLst/>
          </a:prstGeom>
          <a:solidFill>
            <a:srgbClr val="252A2E"/>
          </a:solidFill>
          <a:ln w="12700">
            <a:solidFill>
              <a:srgbClr val="252A2E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960120" y="2304288"/>
            <a:ext cx="64008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kunde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kunde_id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AUTO_INCREMENT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navn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oprettet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kredit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0.00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73568" y="2011680"/>
            <a:ext cx="3520440" cy="3520440"/>
          </a:xfrm>
          <a:prstGeom prst="roundRect">
            <a:avLst/>
          </a:prstGeom>
          <a:solidFill>
            <a:srgbClr val="EAF7F6"/>
          </a:solidFill>
          <a:ln w="190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8247888" y="2377440"/>
            <a:ext cx="297180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332D"/>
                </a:solidFill>
              </a:rPr>
              <a:t>Datatypen beskytter data.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4332D"/>
                </a:solidFill>
              </a:rPr>
              <a:t>INT er ikke egnet til telefonnumre eller postnumre.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4332D"/>
                </a:solidFill>
              </a:rPr>
              <a:t>DECIMAL er bedre end FLOAT til penge.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5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F39A3E"/>
                </a:solidFill>
              </a:rPr>
              <a:t>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332D"/>
                </a:solidFill>
              </a:rPr>
              <a:t>Indsæt og hent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51560" cy="1"/>
          </a:xfrm>
          <a:prstGeom prst="line">
            <a:avLst/>
          </a:prstGeom>
          <a:noFill/>
          <a:ln w="50800">
            <a:solidFill>
              <a:srgbClr val="169C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6949440" cy="3520440"/>
          </a:xfrm>
          <a:prstGeom prst="roundRect">
            <a:avLst/>
          </a:prstGeom>
          <a:solidFill>
            <a:srgbClr val="252A2E"/>
          </a:solidFill>
          <a:ln w="12700">
            <a:solidFill>
              <a:srgbClr val="252A2E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960120" y="2304288"/>
            <a:ext cx="64008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kunde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oprettet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kredit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'Ada'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'2026-10-28'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250.00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kunde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73568" y="2011680"/>
            <a:ext cx="3520440" cy="3520440"/>
          </a:xfrm>
          <a:prstGeom prst="roundRect">
            <a:avLst/>
          </a:prstGeom>
          <a:solidFill>
            <a:srgbClr val="EAF7F6"/>
          </a:solidFill>
          <a:ln w="190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8247888" y="2377440"/>
            <a:ext cx="297180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332D"/>
                </a:solidFill>
              </a:rPr>
              <a:t>Tekst og dato står i enkelte anførselstegn.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4332D"/>
                </a:solidFill>
              </a:rPr>
              <a:t>Tal står uden anførselstegn.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4332D"/>
                </a:solidFill>
              </a:rPr>
              <a:t>NULL står uden anførselstegn.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5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F39A3E"/>
                </a:solidFill>
              </a:rPr>
              <a:t>QUIZ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332D"/>
                </a:solidFill>
              </a:rPr>
              <a:t>Test din forståelse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56E"/>
                </a:solidFill>
              </a:rPr>
              <a:t>Svar først individuelt, sammenlign derefter med personen ved siden af.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10512"/>
            <a:ext cx="1051560" cy="1"/>
          </a:xfrm>
          <a:prstGeom prst="line">
            <a:avLst/>
          </a:prstGeom>
          <a:noFill/>
          <a:ln w="50800">
            <a:solidFill>
              <a:srgbClr val="169C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DK"/>
          </a:p>
        </p:txBody>
      </p:sp>
      <p:sp>
        <p:nvSpPr>
          <p:cNvPr id="6" name="Shape 4"/>
          <p:cNvSpPr/>
          <p:nvPr/>
        </p:nvSpPr>
        <p:spPr>
          <a:xfrm>
            <a:off x="658368" y="1993392"/>
            <a:ext cx="10881360" cy="667512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D7E2DD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896112" y="21579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</a:rPr>
              <a:t>1. Hvilken datatype passer bedst til en pris?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871216"/>
            <a:ext cx="10881360" cy="667512"/>
          </a:xfrm>
          <a:prstGeom prst="roundRect">
            <a:avLst/>
          </a:prstGeom>
          <a:solidFill>
            <a:srgbClr val="F3F7F5"/>
          </a:solidFill>
          <a:ln w="12700">
            <a:solidFill>
              <a:srgbClr val="D7E2DD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Text 7"/>
          <p:cNvSpPr/>
          <p:nvPr/>
        </p:nvSpPr>
        <p:spPr>
          <a:xfrm>
            <a:off x="896112" y="303580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</a:rPr>
              <a:t>2. Hvorfor bør et postnummer normalt ikke være INT?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3749040"/>
            <a:ext cx="10881360" cy="667512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D7E2DD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896112" y="391363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</a:rPr>
              <a:t>3. Hvad er forskellen på NULL og en tom tekststreng?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" y="4626864"/>
            <a:ext cx="10881360" cy="667512"/>
          </a:xfrm>
          <a:prstGeom prst="roundRect">
            <a:avLst/>
          </a:prstGeom>
          <a:solidFill>
            <a:srgbClr val="F3F7F5"/>
          </a:solidFill>
          <a:ln w="12700">
            <a:solidFill>
              <a:srgbClr val="D7E2DD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Text 11"/>
          <p:cNvSpPr/>
          <p:nvPr/>
        </p:nvSpPr>
        <p:spPr>
          <a:xfrm>
            <a:off x="896112" y="479145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</a:rPr>
              <a:t>4. Hvad returnerer SELECT * FROM kunde?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5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67FC8EF-8AEF-6260-7600-13EA98276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191" y="834358"/>
            <a:ext cx="8382000" cy="699168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1" rIns="90488" bIns="44451" rtlCol="0" anchor="ctr">
            <a:spAutoFit/>
          </a:bodyPr>
          <a:lstStyle/>
          <a:p>
            <a:r>
              <a:rPr lang="da-DK" noProof="0" dirty="0"/>
              <a:t>Relationelle nøgler</a:t>
            </a:r>
          </a:p>
        </p:txBody>
      </p:sp>
      <p:sp>
        <p:nvSpPr>
          <p:cNvPr id="47109" name="Slide Number Placeholder 3">
            <a:extLst>
              <a:ext uri="{FF2B5EF4-FFF2-40B4-BE49-F238E27FC236}">
                <a16:creationId xmlns:a16="http://schemas.microsoft.com/office/drawing/2014/main" id="{EC0E03C6-D405-D09E-1F5B-5BC3E3613C86}"/>
              </a:ext>
            </a:extLst>
          </p:cNvPr>
          <p:cNvSpPr txBox="1">
            <a:spLocks/>
          </p:cNvSpPr>
          <p:nvPr/>
        </p:nvSpPr>
        <p:spPr bwMode="auto">
          <a:xfrm>
            <a:off x="9977437" y="6397626"/>
            <a:ext cx="6905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8BF5848-67E1-B944-AB11-0629DFE0981E}" type="slidenum">
              <a:rPr lang="en-GB" altLang="en-US" sz="1800"/>
              <a:pPr/>
              <a:t>12</a:t>
            </a:fld>
            <a:endParaRPr lang="en-GB" altLang="en-US" sz="18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CD292CF-7A72-E222-E6DD-98B59A1AB6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9" y="2976235"/>
            <a:ext cx="9550050" cy="2072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a-DK" sz="2400" b="1" noProof="0" dirty="0">
                <a:latin typeface="Arial"/>
                <a:cs typeface="Arial"/>
              </a:rPr>
              <a:t>Primærnøgle</a:t>
            </a:r>
            <a:r>
              <a:rPr lang="da-DK" sz="2400" noProof="0" dirty="0">
                <a:latin typeface="Arial"/>
                <a:cs typeface="Arial"/>
              </a:rPr>
              <a:t>: </a:t>
            </a:r>
            <a:r>
              <a:rPr lang="da-DK" sz="1867" noProof="0" dirty="0">
                <a:solidFill>
                  <a:srgbClr val="000000"/>
                </a:solidFill>
                <a:latin typeface="Grandview Display"/>
                <a:ea typeface="Noto Sans"/>
                <a:cs typeface="Noto Sans"/>
              </a:rPr>
              <a:t>identificerer den enkelte post i databasen.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a-DK" sz="1867" noProof="0" dirty="0">
                <a:solidFill>
                  <a:srgbClr val="000000"/>
                </a:solidFill>
                <a:latin typeface="Grandview Display"/>
                <a:ea typeface="Noto Sans"/>
                <a:cs typeface="Noto Sans"/>
              </a:rPr>
              <a:t>Vi siger også, at primærnøglen gør hver post i tabellen unik.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a-DK" sz="1733" noProof="0" dirty="0">
              <a:solidFill>
                <a:srgbClr val="333333"/>
              </a:solidFill>
              <a:latin typeface="Noto Sans"/>
              <a:ea typeface="Noto Sans"/>
              <a:cs typeface="Noto Sans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a-DK" sz="2400" b="1" noProof="0" dirty="0">
                <a:latin typeface="Arial"/>
                <a:cs typeface="Arial"/>
              </a:rPr>
              <a:t>Fremmednøgle</a:t>
            </a:r>
            <a:r>
              <a:rPr lang="da-DK" sz="2400" noProof="0" dirty="0">
                <a:latin typeface="Arial"/>
                <a:cs typeface="Arial"/>
              </a:rPr>
              <a:t>: </a:t>
            </a:r>
            <a:r>
              <a:rPr lang="da-DK" sz="1867" noProof="0" dirty="0">
                <a:solidFill>
                  <a:srgbClr val="000000"/>
                </a:solidFill>
                <a:latin typeface="Grandview Display"/>
                <a:ea typeface="Noto Sans"/>
                <a:cs typeface="Noto Sans"/>
              </a:rPr>
              <a:t>En fremmednøgle refererer til primærnøglen i en anden tabel og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a-DK" sz="1867" noProof="0" dirty="0">
                <a:solidFill>
                  <a:srgbClr val="000000"/>
                </a:solidFill>
                <a:latin typeface="Grandview Display"/>
                <a:ea typeface="Noto Sans"/>
                <a:cs typeface="Noto Sans"/>
              </a:rPr>
              <a:t>forbinder data på tværs af tabeller.</a:t>
            </a:r>
            <a:endParaRPr lang="da-DK" noProof="0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en-US" sz="24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91712-DE37-2EA9-0902-C39286FE9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DE20-6188-3DD5-DE0C-69F0BD7CE1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70" y="4839752"/>
            <a:ext cx="2620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fld id="{73E7156E-175E-4DBA-9D21-B772C320F342}" type="datetimeFigureOut">
              <a:rPr lang="en-US" smtClean="0"/>
              <a:pPr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186DF-B72F-F5FA-7E48-9DC921DB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7391" y="4839752"/>
            <a:ext cx="21040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pic>
        <p:nvPicPr>
          <p:cNvPr id="9" name="Content Placeholder 8" descr="A black background with white lines and white text&#10;&#10;AI-generated content may be incorrect.">
            <a:extLst>
              <a:ext uri="{FF2B5EF4-FFF2-40B4-BE49-F238E27FC236}">
                <a16:creationId xmlns:a16="http://schemas.microsoft.com/office/drawing/2014/main" id="{F5925FC5-E224-8BC5-6D7B-165EAD153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6234" y="432243"/>
            <a:ext cx="9090965" cy="25668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212B24-1D86-5247-0C53-BE3F8B231A19}"/>
              </a:ext>
            </a:extLst>
          </p:cNvPr>
          <p:cNvSpPr txBox="1"/>
          <p:nvPr/>
        </p:nvSpPr>
        <p:spPr>
          <a:xfrm>
            <a:off x="2533036" y="3858897"/>
            <a:ext cx="6098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dirty="0"/>
              <a:t>Referentiel integritet (på engelsk: Referential Integrity) betyder, at relationerne mellem tabeller i en database er korrekte og konsistente.</a:t>
            </a:r>
          </a:p>
        </p:txBody>
      </p:sp>
    </p:spTree>
    <p:extLst>
      <p:ext uri="{BB962C8B-B14F-4D97-AF65-F5344CB8AC3E}">
        <p14:creationId xmlns:p14="http://schemas.microsoft.com/office/powerpoint/2010/main" val="143819959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09520" y="-38424"/>
            <a:ext cx="12192000" cy="68579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139604" y="1828800"/>
            <a:ext cx="0" cy="3200400"/>
          </a:xfrm>
          <a:custGeom>
            <a:avLst/>
            <a:gdLst/>
            <a:ahLst/>
            <a:cxnLst/>
            <a:rect l="l" t="t" r="r" b="b"/>
            <a:pathLst>
              <a:path h="2400300">
                <a:moveTo>
                  <a:pt x="0" y="0"/>
                </a:moveTo>
                <a:lnTo>
                  <a:pt x="1" y="240030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58C1B2F-6877-40D3-9860-2D8F4067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201" y="2108201"/>
            <a:ext cx="11224540" cy="2954655"/>
          </a:xfrm>
        </p:spPr>
        <p:txBody>
          <a:bodyPr/>
          <a:lstStyle/>
          <a:p>
            <a:r>
              <a:rPr lang="en-DK" sz="6400">
                <a:solidFill>
                  <a:schemeClr val="bg1"/>
                </a:solidFill>
              </a:rPr>
              <a:t>Data type</a:t>
            </a:r>
            <a:br>
              <a:rPr lang="en-DK" sz="6400">
                <a:solidFill>
                  <a:schemeClr val="bg1"/>
                </a:solidFill>
              </a:rPr>
            </a:br>
            <a:r>
              <a:rPr lang="en-GB" sz="6400">
                <a:solidFill>
                  <a:schemeClr val="bg1"/>
                </a:solidFill>
              </a:rPr>
              <a:t>I</a:t>
            </a:r>
            <a:r>
              <a:rPr lang="en-DK" sz="6400">
                <a:solidFill>
                  <a:schemeClr val="bg1"/>
                </a:solidFill>
              </a:rPr>
              <a:t> MySQL</a:t>
            </a:r>
            <a:br>
              <a:rPr lang="en-DK" sz="6400">
                <a:solidFill>
                  <a:schemeClr val="bg1"/>
                </a:solidFill>
              </a:rPr>
            </a:br>
            <a:endParaRPr lang="en-DK" sz="6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235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050">
            <a:extLst>
              <a:ext uri="{FF2B5EF4-FFF2-40B4-BE49-F238E27FC236}">
                <a16:creationId xmlns:a16="http://schemas.microsoft.com/office/drawing/2014/main" id="{6F1E8149-4B53-932E-40F5-4DC77659EB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257888"/>
            <a:ext cx="8382000" cy="699168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1" rIns="90488" bIns="44451" rtlCol="0" anchor="ctr">
            <a:spAutoFit/>
          </a:bodyPr>
          <a:lstStyle/>
          <a:p>
            <a:r>
              <a:rPr lang="en-GB" dirty="0"/>
              <a:t>Null</a:t>
            </a:r>
          </a:p>
        </p:txBody>
      </p:sp>
      <p:sp>
        <p:nvSpPr>
          <p:cNvPr id="49155" name="Rectangle 2051">
            <a:extLst>
              <a:ext uri="{FF2B5EF4-FFF2-40B4-BE49-F238E27FC236}">
                <a16:creationId xmlns:a16="http://schemas.microsoft.com/office/drawing/2014/main" id="{D806588B-9FA2-5AA1-9BE9-EEABFCCBA0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1" y="1268413"/>
            <a:ext cx="7727951" cy="5244515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1" rIns="90488" bIns="44451" rtlCol="0" anchor="t">
            <a:spAutoFit/>
          </a:bodyPr>
          <a:lstStyle/>
          <a:p>
            <a:r>
              <a:rPr lang="en-GB" dirty="0"/>
              <a:t>Null: </a:t>
            </a:r>
            <a:r>
              <a:rPr lang="en-GB" dirty="0" err="1"/>
              <a:t>Repræsenterer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værdi</a:t>
            </a:r>
            <a:r>
              <a:rPr lang="en-GB" dirty="0"/>
              <a:t>, der er </a:t>
            </a:r>
            <a:r>
              <a:rPr lang="en-GB" dirty="0" err="1"/>
              <a:t>ukendt</a:t>
            </a:r>
            <a:r>
              <a:rPr lang="en-GB" dirty="0"/>
              <a:t> </a:t>
            </a:r>
            <a:r>
              <a:rPr lang="en-GB" dirty="0" err="1"/>
              <a:t>eller</a:t>
            </a:r>
            <a:r>
              <a:rPr lang="en-GB" dirty="0"/>
              <a:t> </a:t>
            </a:r>
            <a:r>
              <a:rPr lang="en-GB" dirty="0" err="1"/>
              <a:t>har</a:t>
            </a:r>
            <a:r>
              <a:rPr lang="en-GB" dirty="0"/>
              <a:t> </a:t>
            </a:r>
            <a:r>
              <a:rPr lang="en-GB" dirty="0" err="1"/>
              <a:t>ingen</a:t>
            </a:r>
            <a:r>
              <a:rPr lang="en-GB" dirty="0"/>
              <a:t> </a:t>
            </a:r>
            <a:r>
              <a:rPr lang="en-GB" dirty="0" err="1"/>
              <a:t>værdi</a:t>
            </a:r>
            <a:r>
              <a:rPr lang="en-GB" dirty="0"/>
              <a:t>.</a:t>
            </a:r>
          </a:p>
          <a:p>
            <a:pPr marL="304792" lvl="1" indent="0">
              <a:buNone/>
            </a:pPr>
            <a:endParaRPr lang="en-GB" altLang="en-US" sz="2600" b="1" dirty="0"/>
          </a:p>
          <a:p>
            <a:pPr marL="304792" lvl="1" indent="0">
              <a:buNone/>
            </a:pPr>
            <a:endParaRPr lang="en-GB" altLang="en-US" sz="2600" b="1" dirty="0"/>
          </a:p>
          <a:p>
            <a:pPr marL="0" indent="0">
              <a:buNone/>
            </a:pPr>
            <a:r>
              <a:rPr lang="en-GB" b="1" dirty="0"/>
              <a:t>Tips</a:t>
            </a:r>
          </a:p>
          <a:p>
            <a:r>
              <a:rPr lang="en-GB" dirty="0"/>
              <a:t>NULL </a:t>
            </a:r>
            <a:r>
              <a:rPr lang="en-GB" dirty="0" err="1"/>
              <a:t>bruges</a:t>
            </a:r>
            <a:r>
              <a:rPr lang="en-GB" dirty="0"/>
              <a:t> </a:t>
            </a:r>
            <a:r>
              <a:rPr lang="en-GB" dirty="0" err="1"/>
              <a:t>ofte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valgfri</a:t>
            </a:r>
            <a:r>
              <a:rPr lang="en-GB" dirty="0"/>
              <a:t> </a:t>
            </a:r>
            <a:r>
              <a:rPr lang="en-GB" dirty="0" err="1"/>
              <a:t>felter</a:t>
            </a:r>
            <a:r>
              <a:rPr lang="en-GB" dirty="0"/>
              <a:t>, </a:t>
            </a:r>
            <a:r>
              <a:rPr lang="en-GB" dirty="0" err="1"/>
              <a:t>hvor</a:t>
            </a:r>
            <a:r>
              <a:rPr lang="en-GB" dirty="0"/>
              <a:t> man </a:t>
            </a:r>
            <a:r>
              <a:rPr lang="en-GB" dirty="0" err="1"/>
              <a:t>ikke</a:t>
            </a:r>
            <a:r>
              <a:rPr lang="en-GB" dirty="0"/>
              <a:t> </a:t>
            </a:r>
            <a:r>
              <a:rPr lang="en-GB" dirty="0" err="1"/>
              <a:t>altid</a:t>
            </a:r>
            <a:r>
              <a:rPr lang="en-GB" dirty="0"/>
              <a:t> </a:t>
            </a:r>
            <a:r>
              <a:rPr lang="en-GB" dirty="0" err="1"/>
              <a:t>har</a:t>
            </a:r>
            <a:r>
              <a:rPr lang="en-GB" dirty="0"/>
              <a:t> data.</a:t>
            </a:r>
          </a:p>
          <a:p>
            <a:r>
              <a:rPr lang="en-GB" dirty="0" err="1"/>
              <a:t>Kolonner</a:t>
            </a:r>
            <a:r>
              <a:rPr lang="en-GB" dirty="0"/>
              <a:t>, der </a:t>
            </a:r>
            <a:r>
              <a:rPr lang="en-GB" dirty="0" err="1"/>
              <a:t>ikke</a:t>
            </a:r>
            <a:r>
              <a:rPr lang="en-GB" dirty="0"/>
              <a:t> </a:t>
            </a:r>
            <a:r>
              <a:rPr lang="en-GB" dirty="0" err="1"/>
              <a:t>må</a:t>
            </a:r>
            <a:r>
              <a:rPr lang="en-GB" dirty="0"/>
              <a:t> </a:t>
            </a:r>
            <a:r>
              <a:rPr lang="en-GB" dirty="0" err="1"/>
              <a:t>være</a:t>
            </a:r>
            <a:r>
              <a:rPr lang="en-GB" dirty="0"/>
              <a:t> </a:t>
            </a:r>
            <a:r>
              <a:rPr lang="en-GB" dirty="0" err="1"/>
              <a:t>tomme</a:t>
            </a:r>
            <a:r>
              <a:rPr lang="en-GB" dirty="0"/>
              <a:t>, </a:t>
            </a:r>
            <a:r>
              <a:rPr lang="en-GB" dirty="0" err="1"/>
              <a:t>sættes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NOT NULL (SQL).</a:t>
            </a:r>
          </a:p>
          <a:p>
            <a:pPr marL="304792" lvl="1" indent="0">
              <a:buNone/>
            </a:pPr>
            <a:endParaRPr lang="en-GB" altLang="en-US" sz="2600" b="1" dirty="0"/>
          </a:p>
        </p:txBody>
      </p:sp>
      <p:sp>
        <p:nvSpPr>
          <p:cNvPr id="49157" name="Slide Number Placeholder 3">
            <a:extLst>
              <a:ext uri="{FF2B5EF4-FFF2-40B4-BE49-F238E27FC236}">
                <a16:creationId xmlns:a16="http://schemas.microsoft.com/office/drawing/2014/main" id="{ADB69789-22FC-F86C-0014-FEE899D295D8}"/>
              </a:ext>
            </a:extLst>
          </p:cNvPr>
          <p:cNvSpPr txBox="1">
            <a:spLocks/>
          </p:cNvSpPr>
          <p:nvPr/>
        </p:nvSpPr>
        <p:spPr bwMode="auto">
          <a:xfrm>
            <a:off x="9977437" y="6397626"/>
            <a:ext cx="6905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EB28FD1-E56B-9149-AF93-C60AE1BF0174}" type="slidenum">
              <a:rPr lang="en-GB" altLang="en-US" sz="1800"/>
              <a:pPr/>
              <a:t>15</a:t>
            </a:fld>
            <a:endParaRPr lang="en-GB" altLang="en-US" sz="1800"/>
          </a:p>
        </p:txBody>
      </p:sp>
    </p:spTree>
    <p:extLst>
      <p:ext uri="{BB962C8B-B14F-4D97-AF65-F5344CB8AC3E}">
        <p14:creationId xmlns:p14="http://schemas.microsoft.com/office/powerpoint/2010/main" val="1105377950"/>
      </p:ext>
    </p:extLst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28947" y="1994746"/>
            <a:ext cx="8298180" cy="37151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6510" marR="6350" indent="84455">
              <a:lnSpc>
                <a:spcPct val="101099"/>
              </a:lnSpc>
              <a:spcBef>
                <a:spcPts val="100"/>
              </a:spcBef>
            </a:pPr>
            <a:r>
              <a:rPr lang="da-DK" sz="2400" spc="-60" dirty="0" err="1">
                <a:latin typeface="Arial"/>
                <a:cs typeface="Arial"/>
              </a:rPr>
              <a:t>Table</a:t>
            </a:r>
            <a:r>
              <a:rPr lang="da-DK" sz="2400" spc="-60" dirty="0">
                <a:latin typeface="Arial"/>
                <a:cs typeface="Arial"/>
              </a:rPr>
              <a:t> city- find </a:t>
            </a:r>
            <a:r>
              <a:rPr lang="en-GB" sz="2400" dirty="0"/>
              <a:t> </a:t>
            </a:r>
            <a:r>
              <a:rPr lang="en-GB" sz="2400" dirty="0" err="1"/>
              <a:t>datatyper</a:t>
            </a:r>
            <a:r>
              <a:rPr lang="en-GB" sz="2400" dirty="0"/>
              <a:t> 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04FCED2-8DAC-C593-F694-A91F10AAF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1" y="990601"/>
            <a:ext cx="11224540" cy="574516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/>
              <a:t>O</a:t>
            </a:r>
            <a:r>
              <a:rPr lang="en-DK"/>
              <a:t>pen sample DB-</a:t>
            </a:r>
            <a:r>
              <a:rPr lang="en-US" b="0">
                <a:hlinkClick r:id="rId3"/>
              </a:rPr>
              <a:t>world-mysql.sql</a:t>
            </a:r>
            <a:endParaRPr lang="en-D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C5BCE3-0F74-445C-5B26-F7C8F3BA569F}"/>
              </a:ext>
            </a:extLst>
          </p:cNvPr>
          <p:cNvSpPr txBox="1"/>
          <p:nvPr/>
        </p:nvSpPr>
        <p:spPr>
          <a:xfrm>
            <a:off x="928947" y="3244334"/>
            <a:ext cx="5566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https://www.w3schools.com/</a:t>
            </a:r>
            <a:r>
              <a:rPr lang="en-GB" dirty="0" err="1"/>
              <a:t>mysql</a:t>
            </a:r>
            <a:r>
              <a:rPr lang="en-GB" dirty="0"/>
              <a:t>/</a:t>
            </a:r>
            <a:r>
              <a:rPr lang="en-GB" dirty="0" err="1"/>
              <a:t>mysql_datatypes.asp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103444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0B939-C003-5C8F-C67B-944D4442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2400" b="0" dirty="0">
                <a:solidFill>
                  <a:srgbClr val="424242"/>
                </a:solidFill>
                <a:latin typeface="Arial"/>
                <a:cs typeface="Arial"/>
              </a:rPr>
              <a:t>DB/Skema World--&gt;</a:t>
            </a:r>
            <a:r>
              <a:rPr lang="da-DK" sz="2400" b="0" dirty="0" err="1">
                <a:solidFill>
                  <a:srgbClr val="424242"/>
                </a:solidFill>
                <a:latin typeface="Arial"/>
                <a:cs typeface="Arial"/>
              </a:rPr>
              <a:t>Table</a:t>
            </a:r>
            <a:r>
              <a:rPr lang="da-DK" sz="2400" b="0" dirty="0">
                <a:solidFill>
                  <a:srgbClr val="424242"/>
                </a:solidFill>
                <a:latin typeface="Arial"/>
                <a:cs typeface="Arial"/>
              </a:rPr>
              <a:t> city- &gt;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9016D-C7E3-E003-6A1E-44623A234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CountryCode</a:t>
            </a:r>
            <a:r>
              <a:rPr lang="en-GB" dirty="0"/>
              <a:t>  (char 3)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6900820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16B98-9471-AEA1-953B-72D92835A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630071-8904-D3F4-3E80-047EE58078D8}"/>
              </a:ext>
            </a:extLst>
          </p:cNvPr>
          <p:cNvSpPr txBox="1"/>
          <p:nvPr/>
        </p:nvSpPr>
        <p:spPr>
          <a:xfrm>
            <a:off x="928947" y="1994746"/>
            <a:ext cx="8298180" cy="6747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33" marR="6773" indent="84665">
              <a:lnSpc>
                <a:spcPct val="101099"/>
              </a:lnSpc>
              <a:spcBef>
                <a:spcPts val="100"/>
              </a:spcBef>
            </a:pPr>
            <a:r>
              <a:rPr lang="da-DK" sz="4400" dirty="0">
                <a:solidFill>
                  <a:schemeClr val="accent3"/>
                </a:solidFill>
                <a:latin typeface="Averta Regular" pitchFamily="2" charset="77"/>
              </a:rPr>
              <a:t>Se </a:t>
            </a:r>
            <a:r>
              <a:rPr lang="da-DK" sz="4400" dirty="0" err="1">
                <a:solidFill>
                  <a:schemeClr val="accent3"/>
                </a:solidFill>
                <a:latin typeface="Averta Regular" pitchFamily="2" charset="77"/>
              </a:rPr>
              <a:t>table</a:t>
            </a:r>
            <a:r>
              <a:rPr lang="da-DK" sz="4400" dirty="0">
                <a:solidFill>
                  <a:schemeClr val="accent3"/>
                </a:solidFill>
                <a:latin typeface="Averta Regular" pitchFamily="2" charset="77"/>
              </a:rPr>
              <a:t> track-&gt; </a:t>
            </a:r>
            <a:r>
              <a:rPr lang="da-DK" sz="4400" dirty="0" err="1">
                <a:solidFill>
                  <a:schemeClr val="accent3"/>
                </a:solidFill>
                <a:latin typeface="Averta Regular" pitchFamily="2" charset="77"/>
              </a:rPr>
              <a:t>title</a:t>
            </a:r>
            <a:endParaRPr sz="4400" dirty="0">
              <a:solidFill>
                <a:schemeClr val="accent3"/>
              </a:solidFill>
              <a:latin typeface="Averta Regular" pitchFamily="2" charset="77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44B5E52-A325-97A9-3B2B-9A341D4BA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1" y="990601"/>
            <a:ext cx="11224540" cy="609398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dirty="0"/>
              <a:t>O</a:t>
            </a:r>
            <a:r>
              <a:rPr lang="en-DK" dirty="0"/>
              <a:t>pen sample DB-</a:t>
            </a:r>
            <a:r>
              <a:rPr lang="en-US" b="0" dirty="0"/>
              <a:t>Albumn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060316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8571E-10E3-D58A-9CD6-34832BFE0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8F757A8-DF92-D72C-A554-42E080203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1" y="990601"/>
            <a:ext cx="11224540" cy="1218795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dirty="0"/>
              <a:t>O</a:t>
            </a:r>
            <a:r>
              <a:rPr lang="en-DK" dirty="0"/>
              <a:t>pen sample DB-</a:t>
            </a:r>
            <a:r>
              <a:rPr lang="en-US" b="0" dirty="0">
                <a:hlinkClick r:id="rId2"/>
              </a:rPr>
              <a:t>scratch.sql</a:t>
            </a:r>
            <a:br>
              <a:rPr lang="en-US" b="0" dirty="0"/>
            </a:br>
            <a:r>
              <a:rPr lang="en-US" b="0" dirty="0"/>
              <a:t>see table sale-&gt; id price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286453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7308"/>
            <a:ext cx="12192000" cy="6623473"/>
            <a:chOff x="0" y="87980"/>
            <a:chExt cx="9144000" cy="4967605"/>
          </a:xfrm>
        </p:grpSpPr>
        <p:sp>
          <p:nvSpPr>
            <p:cNvPr id="3" name="object 3"/>
            <p:cNvSpPr/>
            <p:nvPr/>
          </p:nvSpPr>
          <p:spPr>
            <a:xfrm>
              <a:off x="564141" y="664456"/>
              <a:ext cx="0" cy="664845"/>
            </a:xfrm>
            <a:custGeom>
              <a:avLst/>
              <a:gdLst/>
              <a:ahLst/>
              <a:cxnLst/>
              <a:rect l="l" t="t" r="r" b="b"/>
              <a:pathLst>
                <a:path h="664844">
                  <a:moveTo>
                    <a:pt x="0" y="664547"/>
                  </a:moveTo>
                  <a:lnTo>
                    <a:pt x="0" y="0"/>
                  </a:lnTo>
                </a:path>
              </a:pathLst>
            </a:custGeom>
            <a:ln w="18459">
              <a:solidFill>
                <a:srgbClr val="1CAD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7980"/>
              <a:ext cx="9144000" cy="49675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2751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264" y="186612"/>
            <a:ext cx="10201469" cy="667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51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EAE7B-4792-1422-93CC-B598E1F7E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39F6B2F-900C-BD36-370E-AB46DFF3F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1" y="990601"/>
            <a:ext cx="11224540" cy="3046988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dirty="0"/>
              <a:t>O</a:t>
            </a:r>
            <a:r>
              <a:rPr lang="en-DK" dirty="0"/>
              <a:t>pen sample DB-</a:t>
            </a:r>
            <a:r>
              <a:rPr lang="en-US" b="0" dirty="0" err="1"/>
              <a:t>albumn</a:t>
            </a:r>
            <a:br>
              <a:rPr lang="en-US" b="0" dirty="0"/>
            </a:br>
            <a:r>
              <a:rPr lang="en-US" b="0" dirty="0"/>
              <a:t>see table </a:t>
            </a:r>
            <a:r>
              <a:rPr lang="en-US" b="0" dirty="0" err="1"/>
              <a:t>albumn</a:t>
            </a:r>
            <a:br>
              <a:rPr lang="en-US" b="0" dirty="0"/>
            </a:br>
            <a:br>
              <a:rPr lang="en-US" b="0" dirty="0"/>
            </a:br>
            <a:br>
              <a:rPr lang="en-US" b="0" dirty="0"/>
            </a:br>
            <a:r>
              <a:rPr lang="en-US" b="0" dirty="0"/>
              <a:t>released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94484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7213"/>
            <a:ext cx="12192000" cy="680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70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44575E7-B47B-48E7-4F55-195B5A1A57A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54251" y="1905000"/>
            <a:ext cx="7681913" cy="1524000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GB" altLang="en-US" dirty="0">
                <a:latin typeface="Times"/>
              </a:rPr>
              <a:t>MySQL</a:t>
            </a:r>
            <a:r>
              <a:rPr lang="en-GB" altLang="en-US" b="1" dirty="0">
                <a:latin typeface="Times"/>
              </a:rPr>
              <a:t> – </a:t>
            </a:r>
            <a:r>
              <a:rPr lang="en-GB" altLang="en-US" dirty="0">
                <a:latin typeface="Times"/>
              </a:rPr>
              <a:t>syntax</a:t>
            </a:r>
            <a:endParaRPr lang="en-GB" altLang="en-US" b="1" dirty="0">
              <a:latin typeface="Times"/>
            </a:endParaRPr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37FD6D39-9062-9A8F-E5CE-27F2DA55B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en-US" sz="1200" b="0">
                <a:solidFill>
                  <a:srgbClr val="000000"/>
                </a:solidFill>
              </a:rPr>
              <a:t>Pearson Education © 2014</a:t>
            </a:r>
          </a:p>
        </p:txBody>
      </p:sp>
      <p:sp>
        <p:nvSpPr>
          <p:cNvPr id="31749" name="Line 2">
            <a:extLst>
              <a:ext uri="{FF2B5EF4-FFF2-40B4-BE49-F238E27FC236}">
                <a16:creationId xmlns:a16="http://schemas.microsoft.com/office/drawing/2014/main" id="{C43D8144-B3B9-9702-947C-7208F11A27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0988" y="3429000"/>
            <a:ext cx="7974012" cy="0"/>
          </a:xfrm>
          <a:prstGeom prst="line">
            <a:avLst/>
          </a:prstGeom>
          <a:noFill/>
          <a:ln w="508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DK"/>
          </a:p>
        </p:txBody>
      </p:sp>
    </p:spTree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A57A8D83-2884-F489-1664-EAD91D8A87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230189"/>
            <a:ext cx="8382000" cy="554037"/>
          </a:xfrm>
        </p:spPr>
        <p:txBody>
          <a:bodyPr>
            <a:normAutofit fontScale="90000"/>
          </a:bodyPr>
          <a:lstStyle/>
          <a:p>
            <a:pPr algn="just">
              <a:defRPr/>
            </a:pPr>
            <a:r>
              <a:rPr lang="en-US" sz="4000" dirty="0">
                <a:latin typeface="Averta Regular"/>
              </a:rPr>
              <a:t> </a:t>
            </a:r>
            <a:r>
              <a:rPr sz="4000" dirty="0">
                <a:latin typeface="Averta Regular"/>
              </a:rPr>
              <a:t> </a:t>
            </a:r>
            <a:r>
              <a:rPr lang="en-US" sz="4000" dirty="0">
                <a:latin typeface="Averta Regular"/>
              </a:rPr>
              <a:t>MySQL</a:t>
            </a:r>
            <a:endParaRPr sz="4000" dirty="0"/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E57F77B6-BE41-26FC-FE92-ECC5A67EF0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63750" y="1268413"/>
            <a:ext cx="8153400" cy="4114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latin typeface="Averta Regular"/>
                <a:cs typeface="Arial"/>
              </a:rPr>
              <a:t>MySQL er </a:t>
            </a:r>
            <a:r>
              <a:rPr lang="en-US" dirty="0" err="1">
                <a:latin typeface="Averta Regular"/>
                <a:cs typeface="Arial"/>
              </a:rPr>
              <a:t>relativt</a:t>
            </a:r>
            <a:r>
              <a:rPr lang="en-US" dirty="0">
                <a:latin typeface="Averta Regular"/>
                <a:cs typeface="Arial"/>
              </a:rPr>
              <a:t> let at </a:t>
            </a:r>
            <a:r>
              <a:rPr lang="en-US" dirty="0" err="1">
                <a:latin typeface="Averta Regular"/>
                <a:cs typeface="Arial"/>
              </a:rPr>
              <a:t>lære</a:t>
            </a:r>
            <a:r>
              <a:rPr lang="en-US" dirty="0">
                <a:latin typeface="Averta Regular"/>
                <a:cs typeface="Arial"/>
              </a:rPr>
              <a:t>: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>
                <a:latin typeface="Averta Regular"/>
                <a:cs typeface="Arial"/>
              </a:rPr>
              <a:t>det er </a:t>
            </a:r>
            <a:r>
              <a:rPr lang="en-US" dirty="0" err="1">
                <a:latin typeface="Averta Regular"/>
                <a:cs typeface="Arial"/>
              </a:rPr>
              <a:t>ikke-proceduralt</a:t>
            </a:r>
            <a:r>
              <a:rPr lang="en-US" dirty="0">
                <a:latin typeface="Averta Regular"/>
                <a:cs typeface="Arial"/>
              </a:rPr>
              <a:t> – du </a:t>
            </a:r>
            <a:r>
              <a:rPr lang="en-US" dirty="0" err="1">
                <a:latin typeface="Averta Regular"/>
                <a:cs typeface="Arial"/>
              </a:rPr>
              <a:t>angiver</a:t>
            </a:r>
            <a:r>
              <a:rPr lang="en-US" dirty="0">
                <a:latin typeface="Averta Regular"/>
                <a:cs typeface="Arial"/>
              </a:rPr>
              <a:t>, </a:t>
            </a:r>
            <a:r>
              <a:rPr lang="en-US" i="1" dirty="0" err="1">
                <a:latin typeface="Averta Regular"/>
                <a:cs typeface="Arial"/>
              </a:rPr>
              <a:t>hvilken</a:t>
            </a:r>
            <a:r>
              <a:rPr lang="en-US" dirty="0">
                <a:latin typeface="Averta Regular"/>
                <a:cs typeface="Arial"/>
              </a:rPr>
              <a:t> information du </a:t>
            </a:r>
            <a:r>
              <a:rPr lang="en-US" dirty="0" err="1">
                <a:latin typeface="Averta Regular"/>
                <a:cs typeface="Arial"/>
              </a:rPr>
              <a:t>har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dirty="0" err="1">
                <a:latin typeface="Averta Regular"/>
                <a:cs typeface="Arial"/>
              </a:rPr>
              <a:t>brug</a:t>
            </a:r>
            <a:r>
              <a:rPr lang="en-US" dirty="0">
                <a:latin typeface="Averta Regular"/>
                <a:cs typeface="Arial"/>
              </a:rPr>
              <a:t> for, </a:t>
            </a:r>
            <a:r>
              <a:rPr lang="en-US" dirty="0" err="1">
                <a:latin typeface="Averta Regular"/>
                <a:cs typeface="Arial"/>
              </a:rPr>
              <a:t>i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dirty="0" err="1">
                <a:latin typeface="Averta Regular"/>
                <a:cs typeface="Arial"/>
              </a:rPr>
              <a:t>stedet</a:t>
            </a:r>
            <a:r>
              <a:rPr lang="en-US" dirty="0">
                <a:latin typeface="Averta Regular"/>
                <a:cs typeface="Arial"/>
              </a:rPr>
              <a:t> for </a:t>
            </a:r>
            <a:r>
              <a:rPr lang="en-US" i="1" dirty="0" err="1">
                <a:latin typeface="Averta Regular"/>
                <a:cs typeface="Arial"/>
              </a:rPr>
              <a:t>hvordan</a:t>
            </a:r>
            <a:r>
              <a:rPr lang="en-US" dirty="0">
                <a:latin typeface="Averta Regular"/>
                <a:cs typeface="Arial"/>
              </a:rPr>
              <a:t> den </a:t>
            </a:r>
            <a:r>
              <a:rPr lang="en-US" dirty="0" err="1">
                <a:latin typeface="Averta Regular"/>
                <a:cs typeface="Arial"/>
              </a:rPr>
              <a:t>skal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dirty="0" err="1">
                <a:latin typeface="Averta Regular"/>
                <a:cs typeface="Arial"/>
              </a:rPr>
              <a:t>hentes</a:t>
            </a:r>
            <a:r>
              <a:rPr lang="en-US" dirty="0">
                <a:latin typeface="Averta Regular"/>
                <a:cs typeface="Arial"/>
              </a:rPr>
              <a:t>.</a:t>
            </a:r>
            <a:endParaRPr lang="en-US" dirty="0"/>
          </a:p>
          <a:p>
            <a:pPr algn="just"/>
            <a:endParaRPr lang="en-US" altLang="en-US" b="1" dirty="0"/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E2C7E171-B19F-6F47-43AB-B9EF8F105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1200" b="0"/>
              <a:t>Pearson Education © 2014</a:t>
            </a:r>
          </a:p>
        </p:txBody>
      </p:sp>
      <p:sp>
        <p:nvSpPr>
          <p:cNvPr id="37893" name="Slide Number Placeholder 3">
            <a:extLst>
              <a:ext uri="{FF2B5EF4-FFF2-40B4-BE49-F238E27FC236}">
                <a16:creationId xmlns:a16="http://schemas.microsoft.com/office/drawing/2014/main" id="{754756C4-158A-D41B-3F46-0AC83FE18175}"/>
              </a:ext>
            </a:extLst>
          </p:cNvPr>
          <p:cNvSpPr txBox="1">
            <a:spLocks/>
          </p:cNvSpPr>
          <p:nvPr/>
        </p:nvSpPr>
        <p:spPr bwMode="auto">
          <a:xfrm>
            <a:off x="10056814" y="6310313"/>
            <a:ext cx="611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706A365-98A4-464B-9881-E74E40BDA9F6}" type="slidenum">
              <a:rPr lang="en-GB" altLang="en-US" sz="1800"/>
              <a:pPr/>
              <a:t>25</a:t>
            </a:fld>
            <a:endParaRPr lang="en-GB" altLang="en-US" sz="18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6B3CAD01-D47E-C04D-805B-AB6912562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230189"/>
            <a:ext cx="8382000" cy="554037"/>
          </a:xfrm>
        </p:spPr>
        <p:txBody>
          <a:bodyPr>
            <a:normAutofit fontScale="90000"/>
          </a:bodyPr>
          <a:lstStyle/>
          <a:p>
            <a:pPr algn="just" eaLnBrk="1" hangingPunct="1">
              <a:defRPr/>
            </a:pPr>
            <a:r>
              <a:rPr lang="en-US" sz="4000" dirty="0" err="1">
                <a:latin typeface="Averta Regular"/>
              </a:rPr>
              <a:t>Skriv</a:t>
            </a:r>
            <a:r>
              <a:rPr sz="4000" dirty="0">
                <a:latin typeface="Averta Regular"/>
              </a:rPr>
              <a:t> </a:t>
            </a:r>
            <a:r>
              <a:rPr lang="en-US" sz="4000" dirty="0">
                <a:latin typeface="Averta Regular"/>
              </a:rPr>
              <a:t>MySQL</a:t>
            </a:r>
            <a:r>
              <a:rPr sz="4000" dirty="0">
                <a:latin typeface="Averta Regular"/>
              </a:rPr>
              <a:t> </a:t>
            </a:r>
            <a:endParaRPr sz="4000" dirty="0">
              <a:solidFill>
                <a:schemeClr val="tx1"/>
              </a:solidFill>
              <a:latin typeface="Averta Regular"/>
            </a:endParaRP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371A5234-93BE-4D1C-2B2D-F1FB485376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0774" y="897352"/>
            <a:ext cx="8229600" cy="4114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latin typeface="Averta Regular"/>
                <a:cs typeface="Arial"/>
              </a:rPr>
              <a:t>En SQL-</a:t>
            </a:r>
            <a:r>
              <a:rPr lang="en-US" err="1">
                <a:latin typeface="Averta Regular"/>
                <a:cs typeface="Arial"/>
              </a:rPr>
              <a:t>sætning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består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af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reserverede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ord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og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brugerdefinerede</a:t>
            </a:r>
            <a:r>
              <a:rPr lang="en-US" dirty="0">
                <a:latin typeface="Averta Regular"/>
                <a:cs typeface="Arial"/>
              </a:rPr>
              <a:t> ord.</a:t>
            </a:r>
          </a:p>
          <a:p>
            <a:pPr algn="just"/>
            <a:br>
              <a:rPr lang="en-US" dirty="0"/>
            </a:br>
            <a:endParaRPr lang="en-US" dirty="0"/>
          </a:p>
          <a:p>
            <a:pPr algn="just">
              <a:buClr>
                <a:srgbClr val="C80046"/>
              </a:buClr>
            </a:pPr>
            <a:r>
              <a:rPr lang="en-US" dirty="0">
                <a:latin typeface="Averta Regular"/>
                <a:cs typeface="Arial"/>
              </a:rPr>
              <a:t>'Keywords' </a:t>
            </a:r>
            <a:r>
              <a:rPr lang="en-US" dirty="0" err="1">
                <a:latin typeface="Averta Regular"/>
                <a:cs typeface="Arial"/>
              </a:rPr>
              <a:t>ord</a:t>
            </a:r>
            <a:r>
              <a:rPr lang="en-US" dirty="0">
                <a:latin typeface="Averta Regular"/>
                <a:cs typeface="Arial"/>
              </a:rPr>
              <a:t> er </a:t>
            </a:r>
            <a:r>
              <a:rPr lang="en-US" dirty="0" err="1">
                <a:latin typeface="Averta Regular"/>
                <a:cs typeface="Arial"/>
              </a:rPr>
              <a:t>en</a:t>
            </a:r>
            <a:r>
              <a:rPr lang="en-US" dirty="0">
                <a:latin typeface="Averta Regular"/>
                <a:cs typeface="Arial"/>
              </a:rPr>
              <a:t> fast del </a:t>
            </a:r>
            <a:r>
              <a:rPr lang="en-US" dirty="0" err="1">
                <a:latin typeface="Averta Regular"/>
                <a:cs typeface="Arial"/>
              </a:rPr>
              <a:t>af</a:t>
            </a:r>
            <a:r>
              <a:rPr lang="en-US" dirty="0">
                <a:latin typeface="Averta Regular"/>
                <a:cs typeface="Arial"/>
              </a:rPr>
              <a:t> SQL </a:t>
            </a:r>
            <a:r>
              <a:rPr lang="en-US" dirty="0" err="1">
                <a:latin typeface="Averta Regular"/>
                <a:cs typeface="Arial"/>
              </a:rPr>
              <a:t>og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dirty="0" err="1">
                <a:latin typeface="Averta Regular"/>
                <a:cs typeface="Arial"/>
              </a:rPr>
              <a:t>skal</a:t>
            </a:r>
            <a:r>
              <a:rPr lang="en-US" dirty="0">
                <a:latin typeface="Averta Regular"/>
                <a:cs typeface="Arial"/>
              </a:rPr>
              <a:t> staves </a:t>
            </a:r>
            <a:r>
              <a:rPr lang="en-US" dirty="0" err="1">
                <a:latin typeface="Averta Regular"/>
                <a:cs typeface="Arial"/>
              </a:rPr>
              <a:t>nøjagtigt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dirty="0" err="1">
                <a:latin typeface="Averta Regular"/>
                <a:cs typeface="Arial"/>
              </a:rPr>
              <a:t>som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dirty="0" err="1">
                <a:latin typeface="Averta Regular"/>
                <a:cs typeface="Arial"/>
              </a:rPr>
              <a:t>foreskrevet</a:t>
            </a:r>
            <a:r>
              <a:rPr lang="en-US" dirty="0">
                <a:latin typeface="Averta Regular"/>
                <a:cs typeface="Arial"/>
              </a:rPr>
              <a:t>.--such as </a:t>
            </a:r>
            <a:r>
              <a:rPr lang="en-US" dirty="0">
                <a:latin typeface="Consolas"/>
                <a:cs typeface="Arial"/>
                <a:hlinkClick r:id="rId3"/>
              </a:rPr>
              <a:t>SELECT</a:t>
            </a:r>
            <a:r>
              <a:rPr lang="en-US" dirty="0">
                <a:latin typeface="Averta Regular"/>
                <a:cs typeface="Arial"/>
              </a:rPr>
              <a:t>, </a:t>
            </a:r>
            <a:r>
              <a:rPr lang="en-US" dirty="0">
                <a:latin typeface="Consolas"/>
                <a:cs typeface="Arial"/>
                <a:hlinkClick r:id="rId4"/>
              </a:rPr>
              <a:t>DELETE</a:t>
            </a:r>
            <a:r>
              <a:rPr lang="en-US" dirty="0">
                <a:latin typeface="Averta Regular"/>
                <a:cs typeface="Arial"/>
              </a:rPr>
              <a:t>, or </a:t>
            </a:r>
            <a:r>
              <a:rPr lang="en-US" dirty="0">
                <a:latin typeface="Consolas"/>
                <a:cs typeface="Arial"/>
                <a:hlinkClick r:id="rId5"/>
              </a:rPr>
              <a:t>BIGINT</a:t>
            </a:r>
            <a:endParaRPr lang="en-US" dirty="0"/>
          </a:p>
          <a:p>
            <a:pPr algn="just">
              <a:buClr>
                <a:srgbClr val="C80046"/>
              </a:buClr>
            </a:pPr>
            <a:endParaRPr lang="en-US" altLang="en-US" b="1" dirty="0">
              <a:latin typeface="Averta Regular"/>
              <a:cs typeface="Arial"/>
            </a:endParaRPr>
          </a:p>
        </p:txBody>
      </p:sp>
      <p:sp>
        <p:nvSpPr>
          <p:cNvPr id="46085" name="Slide Number Placeholder 3">
            <a:extLst>
              <a:ext uri="{FF2B5EF4-FFF2-40B4-BE49-F238E27FC236}">
                <a16:creationId xmlns:a16="http://schemas.microsoft.com/office/drawing/2014/main" id="{FDCE0E43-9CB4-136D-0F2D-E81F3E3163D0}"/>
              </a:ext>
            </a:extLst>
          </p:cNvPr>
          <p:cNvSpPr txBox="1">
            <a:spLocks/>
          </p:cNvSpPr>
          <p:nvPr/>
        </p:nvSpPr>
        <p:spPr bwMode="auto">
          <a:xfrm>
            <a:off x="10056814" y="6310313"/>
            <a:ext cx="611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EF7153-F2C0-1F45-ADA3-2DA7F99A1950}" type="slidenum">
              <a:rPr lang="en-GB" altLang="en-US" sz="1800"/>
              <a:pPr/>
              <a:t>26</a:t>
            </a:fld>
            <a:endParaRPr lang="en-GB" altLang="en-US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F1A62F-C51A-96A6-9568-18EAFC5D763C}"/>
              </a:ext>
            </a:extLst>
          </p:cNvPr>
          <p:cNvSpPr txBox="1"/>
          <p:nvPr/>
        </p:nvSpPr>
        <p:spPr>
          <a:xfrm>
            <a:off x="3637722" y="5383696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Kilder</a:t>
            </a:r>
            <a:r>
              <a:rPr lang="en-US" dirty="0"/>
              <a:t>: </a:t>
            </a:r>
            <a:r>
              <a:rPr lang="en-US" dirty="0">
                <a:hlinkClick r:id="rId6"/>
              </a:rPr>
              <a:t>https://docs.oracle.com/cd/E17952_01/mysql-8.0-en/keywords.html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  <a:p>
            <a:pPr algn="ctr"/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58877-461B-920C-85B7-B398B58C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verta Regular"/>
              </a:rPr>
              <a:t>Reserveret</a:t>
            </a:r>
            <a:r>
              <a:rPr lang="en-US" dirty="0">
                <a:latin typeface="Averta Regular"/>
              </a:rPr>
              <a:t>  Ord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06079-3BDD-639F-4EEF-34FF57CB1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Averta Regular"/>
                <a:cs typeface="Arial"/>
              </a:rPr>
              <a:t>Hvis</a:t>
            </a:r>
            <a:r>
              <a:rPr lang="en-US" dirty="0">
                <a:latin typeface="Averta Regular"/>
                <a:cs typeface="Arial"/>
              </a:rPr>
              <a:t> du </a:t>
            </a:r>
            <a:r>
              <a:rPr lang="en-US" dirty="0" err="1">
                <a:latin typeface="Averta Regular"/>
                <a:cs typeface="Arial"/>
              </a:rPr>
              <a:t>har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dirty="0" err="1">
                <a:latin typeface="Averta Regular"/>
                <a:cs typeface="Arial"/>
              </a:rPr>
              <a:t>en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dirty="0" err="1">
                <a:latin typeface="Averta Regular"/>
                <a:cs typeface="Arial"/>
              </a:rPr>
              <a:t>brugerdefineret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dirty="0" err="1">
                <a:latin typeface="Averta Regular"/>
                <a:cs typeface="Arial"/>
              </a:rPr>
              <a:t>tabel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dirty="0" err="1">
                <a:latin typeface="Averta Regular"/>
                <a:cs typeface="Arial"/>
              </a:rPr>
              <a:t>eller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dirty="0" err="1">
                <a:latin typeface="Averta Regular"/>
                <a:cs typeface="Arial"/>
              </a:rPr>
              <a:t>kolonne</a:t>
            </a:r>
            <a:r>
              <a:rPr lang="en-US" dirty="0">
                <a:latin typeface="Averta Regular"/>
                <a:cs typeface="Arial"/>
              </a:rPr>
              <a:t>, der </a:t>
            </a:r>
            <a:r>
              <a:rPr lang="en-US" dirty="0" err="1">
                <a:latin typeface="Averta Regular"/>
                <a:cs typeface="Arial"/>
              </a:rPr>
              <a:t>indeholder</a:t>
            </a:r>
            <a:r>
              <a:rPr lang="en-US" dirty="0">
                <a:latin typeface="Averta Regular"/>
                <a:cs typeface="Arial"/>
              </a:rPr>
              <a:t> et </a:t>
            </a:r>
            <a:r>
              <a:rPr lang="en-US" b="1" dirty="0" err="1">
                <a:latin typeface="Averta Regular"/>
                <a:cs typeface="Arial"/>
              </a:rPr>
              <a:t>reserveret</a:t>
            </a:r>
            <a:r>
              <a:rPr lang="en-US" b="1" dirty="0">
                <a:latin typeface="Averta Regular"/>
                <a:cs typeface="Arial"/>
              </a:rPr>
              <a:t> </a:t>
            </a:r>
            <a:r>
              <a:rPr lang="en-US" b="1" dirty="0" err="1">
                <a:latin typeface="Averta Regular"/>
                <a:cs typeface="Arial"/>
              </a:rPr>
              <a:t>ord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dirty="0" err="1">
                <a:latin typeface="Averta Regular"/>
                <a:cs typeface="Arial"/>
              </a:rPr>
              <a:t>i</a:t>
            </a:r>
            <a:r>
              <a:rPr lang="en-US" dirty="0">
                <a:latin typeface="Averta Regular"/>
                <a:cs typeface="Arial"/>
              </a:rPr>
              <a:t> SQL, </a:t>
            </a:r>
            <a:r>
              <a:rPr lang="en-US" dirty="0" err="1">
                <a:latin typeface="Averta Regular"/>
                <a:cs typeface="Arial"/>
              </a:rPr>
              <a:t>kan</a:t>
            </a:r>
            <a:r>
              <a:rPr lang="en-US" dirty="0">
                <a:latin typeface="Averta Regular"/>
                <a:cs typeface="Arial"/>
              </a:rPr>
              <a:t> du </a:t>
            </a:r>
            <a:r>
              <a:rPr lang="en-US" dirty="0" err="1">
                <a:latin typeface="Averta Regular"/>
                <a:cs typeface="Arial"/>
              </a:rPr>
              <a:t>stadig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dirty="0" err="1">
                <a:latin typeface="Averta Regular"/>
                <a:cs typeface="Arial"/>
              </a:rPr>
              <a:t>bruge</a:t>
            </a:r>
            <a:r>
              <a:rPr lang="en-US" dirty="0">
                <a:latin typeface="Averta Regular"/>
                <a:cs typeface="Arial"/>
              </a:rPr>
              <a:t> det, men du </a:t>
            </a:r>
            <a:r>
              <a:rPr lang="en-US" dirty="0" err="1">
                <a:latin typeface="Averta Regular"/>
                <a:cs typeface="Arial"/>
              </a:rPr>
              <a:t>skal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b="1" dirty="0" err="1">
                <a:latin typeface="Averta Regular"/>
                <a:cs typeface="Arial"/>
              </a:rPr>
              <a:t>sætte</a:t>
            </a:r>
            <a:r>
              <a:rPr lang="en-US" b="1" dirty="0">
                <a:latin typeface="Averta Regular"/>
                <a:cs typeface="Arial"/>
              </a:rPr>
              <a:t> </a:t>
            </a:r>
            <a:r>
              <a:rPr lang="en-US" b="1" dirty="0" err="1">
                <a:latin typeface="Averta Regular"/>
                <a:cs typeface="Arial"/>
              </a:rPr>
              <a:t>navnet</a:t>
            </a:r>
            <a:r>
              <a:rPr lang="en-US" b="1" dirty="0">
                <a:latin typeface="Averta Regular"/>
                <a:cs typeface="Arial"/>
              </a:rPr>
              <a:t> </a:t>
            </a:r>
            <a:r>
              <a:rPr lang="en-US" b="1" dirty="0" err="1">
                <a:latin typeface="Averta Regular"/>
                <a:cs typeface="Arial"/>
              </a:rPr>
              <a:t>i</a:t>
            </a:r>
            <a:r>
              <a:rPr lang="en-US" b="1" dirty="0">
                <a:latin typeface="Averta Regular"/>
                <a:cs typeface="Arial"/>
              </a:rPr>
              <a:t> backticks</a:t>
            </a:r>
            <a:r>
              <a:rPr lang="en-US" dirty="0">
                <a:latin typeface="Averta Regular"/>
                <a:cs typeface="Arial"/>
              </a:rPr>
              <a:t> (`) </a:t>
            </a:r>
            <a:r>
              <a:rPr lang="en-US" dirty="0" err="1">
                <a:latin typeface="Averta Regular"/>
                <a:cs typeface="Arial"/>
              </a:rPr>
              <a:t>i</a:t>
            </a:r>
            <a:r>
              <a:rPr lang="en-US" dirty="0">
                <a:latin typeface="Averta Regular"/>
                <a:cs typeface="Arial"/>
              </a:rPr>
              <a:t> MySQL.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6F43AD-C284-0155-F765-FCA542225D7B}"/>
              </a:ext>
            </a:extLst>
          </p:cNvPr>
          <p:cNvSpPr txBox="1"/>
          <p:nvPr/>
        </p:nvSpPr>
        <p:spPr>
          <a:xfrm>
            <a:off x="3048000" y="3429000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CREATE TABLE </a:t>
            </a:r>
            <a:r>
              <a:rPr lang="en-US" dirty="0">
                <a:highlight>
                  <a:srgbClr val="FFFF00"/>
                </a:highlight>
              </a:rPr>
              <a:t>`order`</a:t>
            </a:r>
            <a:r>
              <a:rPr lang="en-US" dirty="0"/>
              <a:t> ( `id` INT PRIMARY KEY, `customer` VARCHAR(100), `amount` DECIMAL(10,2) );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8596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FED440FA-F450-8A3F-490E-967DBD150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720519"/>
            <a:ext cx="8382000" cy="554037"/>
          </a:xfrm>
        </p:spPr>
        <p:txBody>
          <a:bodyPr>
            <a:normAutofit fontScale="90000"/>
          </a:bodyPr>
          <a:lstStyle/>
          <a:p>
            <a:pPr algn="just">
              <a:defRPr/>
            </a:pPr>
            <a:r>
              <a:rPr lang="en-US" sz="4900" dirty="0" err="1">
                <a:latin typeface="Averta Regular"/>
              </a:rPr>
              <a:t>Navngivningskonvention</a:t>
            </a:r>
            <a:r>
              <a:rPr lang="en-US" sz="4900" dirty="0">
                <a:latin typeface="Averta Regular"/>
              </a:rPr>
              <a:t>:</a:t>
            </a:r>
          </a:p>
          <a:p>
            <a:pPr algn="just">
              <a:defRPr/>
            </a:pPr>
            <a:endParaRPr lang="en-US" sz="4000" dirty="0"/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53D126D5-1234-BF7F-5227-3F1AEDE447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268413"/>
            <a:ext cx="8077200" cy="4114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 eaLnBrk="1" hangingPunct="1">
              <a:buNone/>
            </a:pPr>
            <a:endParaRPr lang="en-US" altLang="en-US" b="1" dirty="0"/>
          </a:p>
          <a:p>
            <a:pPr algn="just" eaLnBrk="1" hangingPunct="1">
              <a:lnSpc>
                <a:spcPct val="0"/>
              </a:lnSpc>
            </a:pPr>
            <a:endParaRPr lang="en-US" altLang="en-US" b="1" dirty="0"/>
          </a:p>
          <a:p>
            <a:pPr algn="just" eaLnBrk="1" hangingPunct="1">
              <a:buFont typeface="Monotype Sorts" pitchFamily="2" charset="2"/>
              <a:buNone/>
            </a:pPr>
            <a:endParaRPr lang="en-US" altLang="en-US" sz="2600" b="1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en-US" altLang="en-US" sz="2600" b="1" dirty="0"/>
              <a:t> </a:t>
            </a:r>
          </a:p>
        </p:txBody>
      </p:sp>
      <p:sp>
        <p:nvSpPr>
          <p:cNvPr id="48132" name="Text Box 4">
            <a:extLst>
              <a:ext uri="{FF2B5EF4-FFF2-40B4-BE49-F238E27FC236}">
                <a16:creationId xmlns:a16="http://schemas.microsoft.com/office/drawing/2014/main" id="{C31DD96B-6FFE-F8AB-155C-C872A73FF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1200" b="0"/>
              <a:t>Pearson Education © 2014</a:t>
            </a:r>
          </a:p>
        </p:txBody>
      </p:sp>
      <p:sp>
        <p:nvSpPr>
          <p:cNvPr id="48133" name="Slide Number Placeholder 3">
            <a:extLst>
              <a:ext uri="{FF2B5EF4-FFF2-40B4-BE49-F238E27FC236}">
                <a16:creationId xmlns:a16="http://schemas.microsoft.com/office/drawing/2014/main" id="{A24AC9AE-F02A-04AB-9644-ED4A8481E222}"/>
              </a:ext>
            </a:extLst>
          </p:cNvPr>
          <p:cNvSpPr txBox="1">
            <a:spLocks/>
          </p:cNvSpPr>
          <p:nvPr/>
        </p:nvSpPr>
        <p:spPr bwMode="auto">
          <a:xfrm>
            <a:off x="10056814" y="6310313"/>
            <a:ext cx="611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C4AB17E-2684-F747-9ED5-4E51FE33EB67}" type="slidenum">
              <a:rPr lang="en-GB" altLang="en-US" sz="1800"/>
              <a:pPr/>
              <a:t>28</a:t>
            </a:fld>
            <a:endParaRPr lang="en-GB" altLang="en-US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F81B43-FEE6-C367-DE0E-C847012A6268}"/>
              </a:ext>
            </a:extLst>
          </p:cNvPr>
          <p:cNvSpPr txBox="1"/>
          <p:nvPr/>
        </p:nvSpPr>
        <p:spPr>
          <a:xfrm>
            <a:off x="3048000" y="2130287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/>
              <a:t>Store bogstaver</a:t>
            </a:r>
            <a:r>
              <a:rPr lang="en-US"/>
              <a:t> repræsenterer </a:t>
            </a:r>
            <a:r>
              <a:rPr lang="en-US" b="1"/>
              <a:t>reserverede ord</a:t>
            </a:r>
          </a:p>
          <a:p>
            <a:pPr marL="228600" indent="-228600">
              <a:buFont typeface=""/>
              <a:buChar char="•"/>
            </a:pPr>
            <a:r>
              <a:rPr lang="en-US" i="1"/>
              <a:t>(f.eks. SELECT, INSERT, WHERE)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Små bogstaver</a:t>
            </a:r>
            <a:r>
              <a:rPr lang="en-US"/>
              <a:t> repræsenterer </a:t>
            </a:r>
            <a:r>
              <a:rPr lang="en-US" b="1"/>
              <a:t>brugerdefinerede ord</a:t>
            </a:r>
          </a:p>
          <a:p>
            <a:pPr marL="228600" indent="-228600">
              <a:buFont typeface=""/>
              <a:buChar char="•"/>
            </a:pPr>
            <a:r>
              <a:rPr lang="en-US" i="1"/>
              <a:t>(f.eks. tabelnavne og kolonnenavne: kunde, ordre, pris)</a:t>
            </a:r>
          </a:p>
          <a:p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1026">
            <a:extLst>
              <a:ext uri="{FF2B5EF4-FFF2-40B4-BE49-F238E27FC236}">
                <a16:creationId xmlns:a16="http://schemas.microsoft.com/office/drawing/2014/main" id="{C5D8E67B-427F-D67F-DA6C-FB2601D98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230189"/>
            <a:ext cx="8382000" cy="554037"/>
          </a:xfrm>
        </p:spPr>
        <p:txBody>
          <a:bodyPr>
            <a:normAutofit fontScale="90000"/>
          </a:bodyPr>
          <a:lstStyle/>
          <a:p>
            <a:pPr algn="just">
              <a:defRPr/>
            </a:pPr>
            <a:r>
              <a:rPr lang="en-US" sz="4000" dirty="0">
                <a:latin typeface="Averta Regular"/>
              </a:rPr>
              <a:t>SQL Literals</a:t>
            </a:r>
            <a:endParaRPr lang="en-US" dirty="0">
              <a:latin typeface="Averta Regular"/>
            </a:endParaRPr>
          </a:p>
          <a:p>
            <a:pPr algn="just">
              <a:defRPr/>
            </a:pPr>
            <a:endParaRPr sz="4000" dirty="0"/>
          </a:p>
        </p:txBody>
      </p:sp>
      <p:sp>
        <p:nvSpPr>
          <p:cNvPr id="403459" name="Rectangle 1027">
            <a:extLst>
              <a:ext uri="{FF2B5EF4-FFF2-40B4-BE49-F238E27FC236}">
                <a16:creationId xmlns:a16="http://schemas.microsoft.com/office/drawing/2014/main" id="{37DF2015-CEC8-9855-6FC1-291CBF762A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1122" y="1132854"/>
            <a:ext cx="5400261" cy="4114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endParaRPr lang="en-US" altLang="en-US" b="1" dirty="0"/>
          </a:p>
          <a:p>
            <a:pPr algn="just" eaLnBrk="1" hangingPunct="1">
              <a:lnSpc>
                <a:spcPct val="70000"/>
              </a:lnSpc>
            </a:pPr>
            <a:endParaRPr lang="en-US" altLang="en-US" b="1" dirty="0"/>
          </a:p>
          <a:p>
            <a:pPr algn="just"/>
            <a:r>
              <a:rPr lang="en-US" dirty="0">
                <a:latin typeface="Averta Regular"/>
                <a:cs typeface="Arial"/>
              </a:rPr>
              <a:t>Ikke-</a:t>
            </a:r>
            <a:r>
              <a:rPr lang="en-US" err="1">
                <a:latin typeface="Averta Regular"/>
                <a:cs typeface="Arial"/>
              </a:rPr>
              <a:t>numeriske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literaler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skal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være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omgivet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af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enkeltanførselstegn</a:t>
            </a:r>
            <a:endParaRPr lang="en-US" dirty="0">
              <a:latin typeface="Averta Regular"/>
              <a:cs typeface="Arial"/>
            </a:endParaRPr>
          </a:p>
          <a:p>
            <a:pPr marL="0" indent="0" algn="just">
              <a:buNone/>
            </a:pPr>
            <a:r>
              <a:rPr lang="en-US" i="1" dirty="0">
                <a:latin typeface="Averta Regular"/>
                <a:cs typeface="Arial"/>
              </a:rPr>
              <a:t>(</a:t>
            </a:r>
            <a:r>
              <a:rPr lang="en-US" i="1" err="1">
                <a:latin typeface="Averta Regular"/>
                <a:cs typeface="Arial"/>
              </a:rPr>
              <a:t>f.eks</a:t>
            </a:r>
            <a:r>
              <a:rPr lang="en-US" i="1" dirty="0">
                <a:latin typeface="Averta Regular"/>
                <a:cs typeface="Arial"/>
              </a:rPr>
              <a:t>. ‘London’)</a:t>
            </a:r>
            <a:endParaRPr lang="en-US"/>
          </a:p>
          <a:p>
            <a:pPr algn="just"/>
            <a:r>
              <a:rPr lang="en-US" err="1">
                <a:latin typeface="Averta Regular"/>
                <a:cs typeface="Arial"/>
              </a:rPr>
              <a:t>Numeriske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literaler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må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b="1" err="1">
                <a:latin typeface="Averta Regular"/>
                <a:cs typeface="Arial"/>
              </a:rPr>
              <a:t>ikke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være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omgivet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err="1">
                <a:latin typeface="Averta Regular"/>
                <a:cs typeface="Arial"/>
              </a:rPr>
              <a:t>af</a:t>
            </a:r>
            <a:r>
              <a:rPr lang="en-US" dirty="0">
                <a:latin typeface="Averta Regular"/>
                <a:cs typeface="Arial"/>
              </a:rPr>
              <a:t> </a:t>
            </a:r>
            <a:endParaRPr lang="en-US" dirty="0"/>
          </a:p>
          <a:p>
            <a:pPr algn="just"/>
            <a:endParaRPr lang="en-US" altLang="en-US" b="1" dirty="0">
              <a:highlight>
                <a:srgbClr val="FFFF00"/>
              </a:highlight>
              <a:latin typeface="Averta Regular"/>
              <a:cs typeface="Arial"/>
            </a:endParaRPr>
          </a:p>
        </p:txBody>
      </p:sp>
      <p:sp>
        <p:nvSpPr>
          <p:cNvPr id="49156" name="Text Box 1028">
            <a:extLst>
              <a:ext uri="{FF2B5EF4-FFF2-40B4-BE49-F238E27FC236}">
                <a16:creationId xmlns:a16="http://schemas.microsoft.com/office/drawing/2014/main" id="{C5FE17A4-71E5-7DB3-4BA0-2EA80181D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1200" b="0"/>
              <a:t>Pearson Education © 2014</a:t>
            </a:r>
          </a:p>
        </p:txBody>
      </p:sp>
      <p:sp>
        <p:nvSpPr>
          <p:cNvPr id="49157" name="Slide Number Placeholder 3">
            <a:extLst>
              <a:ext uri="{FF2B5EF4-FFF2-40B4-BE49-F238E27FC236}">
                <a16:creationId xmlns:a16="http://schemas.microsoft.com/office/drawing/2014/main" id="{7F9608D5-85ED-B2E8-5FEE-2833544006A2}"/>
              </a:ext>
            </a:extLst>
          </p:cNvPr>
          <p:cNvSpPr txBox="1">
            <a:spLocks/>
          </p:cNvSpPr>
          <p:nvPr/>
        </p:nvSpPr>
        <p:spPr bwMode="auto">
          <a:xfrm>
            <a:off x="10056814" y="6310313"/>
            <a:ext cx="611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768AD4A-244F-1249-A686-3D3373DD545C}" type="slidenum">
              <a:rPr lang="en-GB" altLang="en-US" sz="1800"/>
              <a:pPr/>
              <a:t>29</a:t>
            </a:fld>
            <a:endParaRPr lang="en-GB" altLang="en-US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750B39-49E7-0E64-B6FD-1B1E07EFC897}"/>
              </a:ext>
            </a:extLst>
          </p:cNvPr>
          <p:cNvSpPr txBox="1"/>
          <p:nvPr/>
        </p:nvSpPr>
        <p:spPr>
          <a:xfrm>
            <a:off x="7507357" y="2176670"/>
            <a:ext cx="276970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-- Non-numeric literal (string) SELECT * FROM </a:t>
            </a:r>
            <a:r>
              <a:rPr lang="en-US" dirty="0" err="1"/>
              <a:t>kunder</a:t>
            </a:r>
            <a:r>
              <a:rPr lang="en-US" dirty="0"/>
              <a:t> WHERE by = 'London';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-- Numeric literal SELECT * FROM </a:t>
            </a:r>
            <a:r>
              <a:rPr lang="en-US" dirty="0" err="1"/>
              <a:t>ordre</a:t>
            </a:r>
            <a:r>
              <a:rPr lang="en-US" dirty="0"/>
              <a:t> WHERE </a:t>
            </a:r>
            <a:r>
              <a:rPr lang="en-US" dirty="0" err="1"/>
              <a:t>beløb</a:t>
            </a:r>
            <a:r>
              <a:rPr lang="en-US" dirty="0"/>
              <a:t> &gt; 650;</a:t>
            </a:r>
          </a:p>
          <a:p>
            <a:pPr algn="ctr"/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C107E7-91AE-9554-CA18-9E787BFAB2AF}"/>
              </a:ext>
            </a:extLst>
          </p:cNvPr>
          <p:cNvSpPr txBox="1"/>
          <p:nvPr/>
        </p:nvSpPr>
        <p:spPr>
          <a:xfrm>
            <a:off x="3048000" y="3429000"/>
            <a:ext cx="6096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 dirty="0">
                <a:solidFill>
                  <a:srgbClr val="510034"/>
                </a:solidFill>
                <a:latin typeface="Averta Regular"/>
              </a:rPr>
              <a:t>SQL </a:t>
            </a:r>
            <a:r>
              <a:rPr lang="en-GB" sz="4400" b="1" dirty="0" err="1">
                <a:solidFill>
                  <a:srgbClr val="510034"/>
                </a:solidFill>
                <a:latin typeface="Averta Regular"/>
              </a:rPr>
              <a:t>HandsON</a:t>
            </a:r>
            <a:endParaRPr lang="en-US" dirty="0" err="1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28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FA4A-DF50-A44D-BD34-D8EF5516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/>
              <a:t>Create DB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BF4E6-C368-7640-AE41-7CEDBEFDF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</a:t>
            </a:r>
            <a:r>
              <a:rPr lang="en-DK"/>
              <a:t>yntax</a:t>
            </a:r>
          </a:p>
          <a:p>
            <a:r>
              <a:rPr lang="en-GB"/>
              <a:t>CREATE DATABASE </a:t>
            </a:r>
            <a:r>
              <a:rPr lang="en-GB" i="1" err="1"/>
              <a:t>databasename</a:t>
            </a:r>
            <a:r>
              <a:rPr lang="en-GB"/>
              <a:t>;</a:t>
            </a:r>
          </a:p>
          <a:p>
            <a:br>
              <a:rPr lang="en-GB"/>
            </a:br>
            <a:endParaRPr lang="en-D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EC118-01E0-502E-DEFF-17E66B0689EA}"/>
              </a:ext>
            </a:extLst>
          </p:cNvPr>
          <p:cNvSpPr txBox="1"/>
          <p:nvPr/>
        </p:nvSpPr>
        <p:spPr>
          <a:xfrm>
            <a:off x="3048000" y="3429000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CREATE DATABASE sales1;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01368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4CD80-979D-1A43-AD98-5EFFA57EF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/>
              <a:t>Create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808C0-4A47-B847-9738-0F9A744FA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CREATE TABLE kunder ( </a:t>
            </a:r>
            <a:br>
              <a:rPr lang="da-DK"/>
            </a:br>
            <a:r>
              <a:rPr lang="da-DK" err="1"/>
              <a:t>kundenr</a:t>
            </a:r>
            <a:r>
              <a:rPr lang="da-DK"/>
              <a:t> INT </a:t>
            </a:r>
            <a:r>
              <a:rPr lang="da-DK">
                <a:solidFill>
                  <a:schemeClr val="accent1"/>
                </a:solidFill>
              </a:rPr>
              <a:t>AUTO_INCREMENT PRIMARY KEY</a:t>
            </a:r>
            <a:r>
              <a:rPr lang="da-DK"/>
              <a:t>, </a:t>
            </a:r>
            <a:br>
              <a:rPr lang="da-DK"/>
            </a:br>
            <a:r>
              <a:rPr lang="da-DK"/>
              <a:t>navn VARCHAR(50), </a:t>
            </a:r>
            <a:br>
              <a:rPr lang="da-DK"/>
            </a:br>
            <a:r>
              <a:rPr lang="da-DK"/>
              <a:t>gade VARCHAR(30), </a:t>
            </a:r>
            <a:br>
              <a:rPr lang="da-DK"/>
            </a:br>
            <a:r>
              <a:rPr lang="da-DK" err="1"/>
              <a:t>postnr</a:t>
            </a:r>
            <a:r>
              <a:rPr lang="da-DK"/>
              <a:t> INT(4), </a:t>
            </a:r>
            <a:br>
              <a:rPr lang="da-DK"/>
            </a:br>
            <a:r>
              <a:rPr lang="da-DK" err="1"/>
              <a:t>email</a:t>
            </a:r>
            <a:r>
              <a:rPr lang="da-DK"/>
              <a:t> VARCHAR(50), </a:t>
            </a:r>
            <a:br>
              <a:rPr lang="da-DK"/>
            </a:br>
            <a:r>
              <a:rPr lang="da-DK"/>
              <a:t>mobil INT(8) </a:t>
            </a:r>
            <a:br>
              <a:rPr lang="da-DK"/>
            </a:br>
            <a:r>
              <a:rPr lang="da-DK"/>
              <a:t>); 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97433390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F43D041-BA30-42E2-A0BA-0AB4C17AA0BA}"/>
              </a:ext>
            </a:extLst>
          </p:cNvPr>
          <p:cNvSpPr txBox="1">
            <a:spLocks/>
          </p:cNvSpPr>
          <p:nvPr/>
        </p:nvSpPr>
        <p:spPr>
          <a:xfrm>
            <a:off x="1215704" y="663405"/>
            <a:ext cx="4990465" cy="936795"/>
          </a:xfrm>
          <a:prstGeom prst="rect">
            <a:avLst/>
          </a:prstGeom>
        </p:spPr>
        <p:txBody>
          <a:bodyPr vert="horz" wrap="square" lIns="0" tIns="13335" rIns="0" bIns="0" rtlCol="0" anchor="b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3"/>
                </a:solidFill>
                <a:latin typeface="Averta Regular" pitchFamily="2" charset="77"/>
                <a:ea typeface="Averta Regular" pitchFamily="2" charset="77"/>
                <a:cs typeface="Averta Regular" pitchFamily="2" charset="77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da-DK"/>
              <a:t>INSERT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662B7192-807A-41FD-A5FA-2F8630686DE6}"/>
              </a:ext>
            </a:extLst>
          </p:cNvPr>
          <p:cNvSpPr txBox="1"/>
          <p:nvPr/>
        </p:nvSpPr>
        <p:spPr>
          <a:xfrm>
            <a:off x="1618336" y="1387245"/>
            <a:ext cx="7704455" cy="3737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800" b="1">
                <a:solidFill>
                  <a:srgbClr val="404040"/>
                </a:solidFill>
                <a:latin typeface="Ebrima"/>
                <a:cs typeface="Ebrima"/>
              </a:rPr>
              <a:t>Syntax:</a:t>
            </a:r>
            <a:endParaRPr sz="1800">
              <a:latin typeface="Ebrima"/>
              <a:cs typeface="Ebrima"/>
            </a:endParaRPr>
          </a:p>
          <a:p>
            <a:pPr marL="12700" marR="454025">
              <a:lnSpc>
                <a:spcPct val="150000"/>
              </a:lnSpc>
            </a:pPr>
            <a:r>
              <a:rPr sz="1800" spc="-5">
                <a:solidFill>
                  <a:srgbClr val="404040"/>
                </a:solidFill>
                <a:latin typeface="Ebrima"/>
                <a:cs typeface="Ebrima"/>
              </a:rPr>
              <a:t>Here is generic SQL </a:t>
            </a:r>
            <a:r>
              <a:rPr sz="1800">
                <a:solidFill>
                  <a:srgbClr val="404040"/>
                </a:solidFill>
                <a:latin typeface="Ebrima"/>
                <a:cs typeface="Ebrima"/>
              </a:rPr>
              <a:t>syntax of </a:t>
            </a:r>
            <a:r>
              <a:rPr sz="1800" spc="-5">
                <a:solidFill>
                  <a:srgbClr val="404040"/>
                </a:solidFill>
                <a:latin typeface="Ebrima"/>
                <a:cs typeface="Ebrima"/>
              </a:rPr>
              <a:t>INSERT INTO command </a:t>
            </a:r>
            <a:r>
              <a:rPr sz="1800">
                <a:solidFill>
                  <a:srgbClr val="404040"/>
                </a:solidFill>
                <a:latin typeface="Ebrima"/>
                <a:cs typeface="Ebrima"/>
              </a:rPr>
              <a:t>to </a:t>
            </a:r>
            <a:r>
              <a:rPr sz="1800" spc="-5">
                <a:solidFill>
                  <a:srgbClr val="404040"/>
                </a:solidFill>
                <a:latin typeface="Ebrima"/>
                <a:cs typeface="Ebrima"/>
              </a:rPr>
              <a:t>insert data into  MySQL</a:t>
            </a:r>
            <a:r>
              <a:rPr sz="1800" spc="-15">
                <a:solidFill>
                  <a:srgbClr val="404040"/>
                </a:solidFill>
                <a:latin typeface="Ebrima"/>
                <a:cs typeface="Ebrima"/>
              </a:rPr>
              <a:t> </a:t>
            </a:r>
            <a:r>
              <a:rPr sz="1800" spc="-5">
                <a:solidFill>
                  <a:srgbClr val="404040"/>
                </a:solidFill>
                <a:latin typeface="Ebrima"/>
                <a:cs typeface="Ebrima"/>
              </a:rPr>
              <a:t>table:</a:t>
            </a:r>
            <a:endParaRPr sz="1800">
              <a:latin typeface="Ebrima"/>
              <a:cs typeface="Ebrima"/>
            </a:endParaRPr>
          </a:p>
          <a:p>
            <a:pPr marL="12700" marR="1290320">
              <a:lnSpc>
                <a:spcPct val="100000"/>
              </a:lnSpc>
              <a:spcBef>
                <a:spcPts val="335"/>
              </a:spcBef>
            </a:pPr>
            <a:r>
              <a:rPr sz="1800" b="1" spc="-5">
                <a:solidFill>
                  <a:srgbClr val="006FC0"/>
                </a:solidFill>
                <a:latin typeface="Consolas"/>
                <a:cs typeface="Consolas"/>
              </a:rPr>
              <a:t>INSERT INTO table_name </a:t>
            </a:r>
            <a:r>
              <a:rPr sz="1800" b="1">
                <a:solidFill>
                  <a:srgbClr val="006FC0"/>
                </a:solidFill>
                <a:latin typeface="Consolas"/>
                <a:cs typeface="Consolas"/>
              </a:rPr>
              <a:t>( </a:t>
            </a:r>
            <a:r>
              <a:rPr sz="1800" b="1" spc="-5">
                <a:solidFill>
                  <a:srgbClr val="006FC0"/>
                </a:solidFill>
                <a:latin typeface="Consolas"/>
                <a:cs typeface="Consolas"/>
              </a:rPr>
              <a:t>field1, field2,...fieldN </a:t>
            </a:r>
            <a:r>
              <a:rPr sz="1800" b="1">
                <a:solidFill>
                  <a:srgbClr val="006FC0"/>
                </a:solidFill>
                <a:latin typeface="Consolas"/>
                <a:cs typeface="Consolas"/>
              </a:rPr>
              <a:t>)  </a:t>
            </a:r>
            <a:r>
              <a:rPr sz="1800" b="1" spc="-5">
                <a:solidFill>
                  <a:srgbClr val="006FC0"/>
                </a:solidFill>
                <a:latin typeface="Consolas"/>
                <a:cs typeface="Consolas"/>
              </a:rPr>
              <a:t>VALUES </a:t>
            </a:r>
            <a:r>
              <a:rPr sz="1800" b="1">
                <a:solidFill>
                  <a:srgbClr val="006FC0"/>
                </a:solidFill>
                <a:latin typeface="Consolas"/>
                <a:cs typeface="Consolas"/>
              </a:rPr>
              <a:t>( </a:t>
            </a:r>
            <a:r>
              <a:rPr sz="1800" b="1" spc="-5">
                <a:solidFill>
                  <a:srgbClr val="006FC0"/>
                </a:solidFill>
                <a:latin typeface="Consolas"/>
                <a:cs typeface="Consolas"/>
              </a:rPr>
              <a:t>value1, value2,...valueN</a:t>
            </a:r>
            <a:r>
              <a:rPr sz="1800" b="1" spc="-4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b="1" spc="-5">
                <a:solidFill>
                  <a:srgbClr val="006FC0"/>
                </a:solidFill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222885">
              <a:lnSpc>
                <a:spcPct val="150000"/>
              </a:lnSpc>
            </a:pPr>
            <a:r>
              <a:rPr sz="1800">
                <a:solidFill>
                  <a:srgbClr val="404040"/>
                </a:solidFill>
                <a:latin typeface="Ebrima"/>
                <a:cs typeface="Ebrima"/>
              </a:rPr>
              <a:t>To </a:t>
            </a:r>
            <a:r>
              <a:rPr sz="1800" spc="-5">
                <a:solidFill>
                  <a:srgbClr val="404040"/>
                </a:solidFill>
                <a:latin typeface="Ebrima"/>
                <a:cs typeface="Ebrima"/>
              </a:rPr>
              <a:t>insert </a:t>
            </a:r>
            <a:r>
              <a:rPr sz="1800" spc="-5">
                <a:solidFill>
                  <a:schemeClr val="accent1"/>
                </a:solidFill>
                <a:latin typeface="Ebrima"/>
                <a:cs typeface="Ebrima"/>
              </a:rPr>
              <a:t>string</a:t>
            </a:r>
            <a:r>
              <a:rPr sz="1800" spc="-5">
                <a:solidFill>
                  <a:srgbClr val="404040"/>
                </a:solidFill>
                <a:latin typeface="Ebrima"/>
                <a:cs typeface="Ebrima"/>
              </a:rPr>
              <a:t> data types, it is required </a:t>
            </a:r>
            <a:r>
              <a:rPr sz="1800">
                <a:solidFill>
                  <a:srgbClr val="404040"/>
                </a:solidFill>
                <a:latin typeface="Ebrima"/>
                <a:cs typeface="Ebrima"/>
              </a:rPr>
              <a:t>to </a:t>
            </a:r>
            <a:r>
              <a:rPr sz="1800" spc="-5">
                <a:solidFill>
                  <a:srgbClr val="404040"/>
                </a:solidFill>
                <a:latin typeface="Ebrima"/>
                <a:cs typeface="Ebrima"/>
              </a:rPr>
              <a:t>keep all </a:t>
            </a:r>
            <a:r>
              <a:rPr sz="1800">
                <a:solidFill>
                  <a:srgbClr val="404040"/>
                </a:solidFill>
                <a:latin typeface="Ebrima"/>
                <a:cs typeface="Ebrima"/>
              </a:rPr>
              <a:t>the </a:t>
            </a:r>
            <a:r>
              <a:rPr sz="1800" spc="-5">
                <a:solidFill>
                  <a:srgbClr val="404040"/>
                </a:solidFill>
                <a:latin typeface="Ebrima"/>
                <a:cs typeface="Ebrima"/>
              </a:rPr>
              <a:t>values in single quote, </a:t>
            </a:r>
            <a:r>
              <a:rPr sz="1800">
                <a:solidFill>
                  <a:srgbClr val="404040"/>
                </a:solidFill>
                <a:latin typeface="Ebrima"/>
                <a:cs typeface="Ebrima"/>
              </a:rPr>
              <a:t>for </a:t>
            </a:r>
            <a:r>
              <a:rPr sz="1800" spc="-5">
                <a:solidFill>
                  <a:srgbClr val="404040"/>
                </a:solidFill>
                <a:latin typeface="Ebrima"/>
                <a:cs typeface="Ebrima"/>
              </a:rPr>
              <a:t>example:-</a:t>
            </a:r>
            <a:r>
              <a:rPr sz="1800" spc="-35">
                <a:solidFill>
                  <a:srgbClr val="404040"/>
                </a:solidFill>
                <a:latin typeface="Ebrima"/>
                <a:cs typeface="Ebrima"/>
              </a:rPr>
              <a:t> </a:t>
            </a:r>
            <a:r>
              <a:rPr lang="da-DK" sz="3200" b="1" spc="-5">
                <a:solidFill>
                  <a:srgbClr val="404040"/>
                </a:solidFill>
                <a:latin typeface="Ebrima"/>
                <a:cs typeface="Ebrima"/>
              </a:rPr>
              <a:t>'</a:t>
            </a:r>
            <a:r>
              <a:rPr sz="3200" b="1" spc="-5">
                <a:solidFill>
                  <a:srgbClr val="404040"/>
                </a:solidFill>
                <a:latin typeface="Ebrima"/>
                <a:cs typeface="Ebrima"/>
              </a:rPr>
              <a:t>value</a:t>
            </a:r>
            <a:r>
              <a:rPr lang="da-DK" sz="3200" b="1" spc="-5">
                <a:solidFill>
                  <a:srgbClr val="404040"/>
                </a:solidFill>
                <a:latin typeface="Ebrima"/>
                <a:cs typeface="Ebrima"/>
              </a:rPr>
              <a:t>'</a:t>
            </a:r>
            <a:endParaRPr sz="3200">
              <a:latin typeface="Ebrima"/>
              <a:cs typeface="Ebrima"/>
            </a:endParaRPr>
          </a:p>
        </p:txBody>
      </p:sp>
    </p:spTree>
    <p:extLst>
      <p:ext uri="{BB962C8B-B14F-4D97-AF65-F5344CB8AC3E}">
        <p14:creationId xmlns:p14="http://schemas.microsoft.com/office/powerpoint/2010/main" val="74802101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C37B57-1E90-2967-C6E9-E02227C400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 dirty="0">
                <a:solidFill>
                  <a:srgbClr val="006FC0"/>
                </a:solidFill>
                <a:latin typeface="Averta Regular"/>
                <a:cs typeface="Arial"/>
              </a:rPr>
              <a:t>INSERT INTO </a:t>
            </a:r>
            <a:r>
              <a:rPr lang="en-US" sz="1800" b="1" err="1">
                <a:solidFill>
                  <a:srgbClr val="006FC0"/>
                </a:solidFill>
                <a:latin typeface="Averta Regular"/>
                <a:cs typeface="Arial"/>
              </a:rPr>
              <a:t>table_name</a:t>
            </a:r>
            <a:r>
              <a:rPr lang="en-US" sz="1800" b="1" dirty="0">
                <a:solidFill>
                  <a:srgbClr val="006FC0"/>
                </a:solidFill>
                <a:latin typeface="Averta Regular"/>
                <a:cs typeface="Arial"/>
              </a:rPr>
              <a:t> ( field1, field2,...</a:t>
            </a:r>
            <a:r>
              <a:rPr lang="en-US" sz="1800" b="1" err="1">
                <a:solidFill>
                  <a:srgbClr val="006FC0"/>
                </a:solidFill>
                <a:latin typeface="Averta Regular"/>
                <a:cs typeface="Arial"/>
              </a:rPr>
              <a:t>fieldN</a:t>
            </a:r>
            <a:r>
              <a:rPr lang="en-US" sz="1800" b="1" dirty="0">
                <a:solidFill>
                  <a:srgbClr val="006FC0"/>
                </a:solidFill>
                <a:latin typeface="Averta Regular"/>
                <a:cs typeface="Arial"/>
              </a:rPr>
              <a:t> )  VALUES ( value1, value2,...</a:t>
            </a:r>
            <a:r>
              <a:rPr lang="en-US" sz="1800" b="1" dirty="0">
                <a:solidFill>
                  <a:srgbClr val="FF0000"/>
                </a:solidFill>
                <a:latin typeface="Averta Regular"/>
                <a:cs typeface="Arial"/>
              </a:rPr>
              <a:t>NULL </a:t>
            </a:r>
            <a:r>
              <a:rPr lang="en-US" sz="1800" b="1" dirty="0">
                <a:solidFill>
                  <a:srgbClr val="006FC0"/>
                </a:solidFill>
                <a:latin typeface="Averta Regular"/>
                <a:cs typeface="Arial"/>
              </a:rPr>
              <a:t>);</a:t>
            </a:r>
            <a:endParaRPr lang="en-US" sz="1800" b="1" dirty="0">
              <a:solidFill>
                <a:srgbClr val="006FC0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AEE8FC-253B-8D14-76A0-901D525894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verta Regular"/>
              </a:rPr>
              <a:t>Null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330995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37D62-5223-DC4B-9814-BD3AC2BAF7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K"/>
              <a:t>How to see the result?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D68D7F-FB99-B64C-A124-D5E43056E0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50601725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F3D3-5E59-1C4E-9EFF-156535960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>
            <a:normAutofit/>
          </a:bodyPr>
          <a:lstStyle/>
          <a:p>
            <a:r>
              <a:rPr lang="en-GB" b="0" dirty="0">
                <a:latin typeface="Averta Regular"/>
              </a:rPr>
              <a:t> SELECT </a:t>
            </a:r>
            <a:r>
              <a:rPr lang="en-GB" b="0" dirty="0">
                <a:solidFill>
                  <a:srgbClr val="FF0000"/>
                </a:solidFill>
                <a:latin typeface="Averta Regular"/>
              </a:rPr>
              <a:t>*</a:t>
            </a:r>
            <a:r>
              <a:rPr lang="en-GB" b="0" dirty="0">
                <a:latin typeface="Averta Regular"/>
              </a:rPr>
              <a:t> FROM </a:t>
            </a:r>
            <a:r>
              <a:rPr lang="en-GB" b="0" dirty="0" err="1">
                <a:latin typeface="Averta Regular"/>
              </a:rPr>
              <a:t>kunder</a:t>
            </a:r>
            <a:r>
              <a:rPr lang="en-GB" b="0" dirty="0">
                <a:latin typeface="Averta Regular"/>
              </a:rPr>
              <a:t>;</a:t>
            </a:r>
            <a:br>
              <a:rPr lang="en-GB" b="0" dirty="0"/>
            </a:b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813504473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00" y="826791"/>
            <a:ext cx="0" cy="9144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685450"/>
                </a:moveTo>
                <a:lnTo>
                  <a:pt x="0" y="0"/>
                </a:lnTo>
              </a:path>
            </a:pathLst>
          </a:custGeom>
          <a:ln w="19040">
            <a:solidFill>
              <a:srgbClr val="1CADE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05C871C-A5D2-4EF5-6E16-016B3C56D3CB}"/>
              </a:ext>
            </a:extLst>
          </p:cNvPr>
          <p:cNvSpPr txBox="1">
            <a:spLocks/>
          </p:cNvSpPr>
          <p:nvPr/>
        </p:nvSpPr>
        <p:spPr>
          <a:xfrm>
            <a:off x="-109519" y="-118533"/>
            <a:ext cx="11224540" cy="1839820"/>
          </a:xfrm>
          <a:prstGeom prst="rect">
            <a:avLst/>
          </a:prstGeom>
        </p:spPr>
        <p:txBody>
          <a:bodyPr vert="horz" wrap="square" lIns="0" tIns="999067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840105">
              <a:spcBef>
                <a:spcPts val="133"/>
              </a:spcBef>
            </a:pPr>
            <a:r>
              <a:rPr lang="da-DK" sz="5050" dirty="0"/>
              <a:t> øvelse-</a:t>
            </a:r>
            <a:r>
              <a:rPr lang="en-GB" sz="5400" dirty="0"/>
              <a:t>   database</a:t>
            </a:r>
            <a:r>
              <a:rPr lang="da-DK" sz="5050" dirty="0"/>
              <a:t> </a:t>
            </a:r>
            <a:endParaRPr lang="en-US" sz="5050" dirty="0">
              <a:cs typeface="Calibri Light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1FA6C56-334D-2007-2BC2-F0DAAE0DD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7195" y="2344235"/>
            <a:ext cx="724198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altLang="en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en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 </a:t>
            </a:r>
            <a:r>
              <a:rPr lang="en-US" dirty="0" err="1">
                <a:ea typeface="+mn-lt"/>
                <a:cs typeface="+mn-lt"/>
              </a:rPr>
              <a:t>skal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betragte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skoledatabase</a:t>
            </a:r>
            <a:r>
              <a:rPr lang="en-US" dirty="0">
                <a:ea typeface="+mn-lt"/>
                <a:cs typeface="+mn-lt"/>
              </a:rPr>
              <a:t> med </a:t>
            </a:r>
            <a:r>
              <a:rPr lang="en-US" dirty="0" err="1">
                <a:ea typeface="+mn-lt"/>
                <a:cs typeface="+mn-lt"/>
              </a:rPr>
              <a:t>tre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tabeller</a:t>
            </a:r>
            <a:r>
              <a:rPr lang="en-US" dirty="0">
                <a:ea typeface="+mn-lt"/>
                <a:cs typeface="+mn-lt"/>
              </a:rPr>
              <a:t> for </a:t>
            </a:r>
            <a:r>
              <a:rPr lang="en-US" dirty="0" err="1">
                <a:ea typeface="+mn-lt"/>
                <a:cs typeface="+mn-lt"/>
              </a:rPr>
              <a:t>K</a:t>
            </a:r>
            <a:r>
              <a:rPr lang="en-US" i="1" dirty="0" err="1">
                <a:ea typeface="+mn-lt"/>
                <a:cs typeface="+mn-lt"/>
              </a:rPr>
              <a:t>ursus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i="1" dirty="0" err="1">
                <a:ea typeface="+mn-lt"/>
                <a:cs typeface="+mn-lt"/>
              </a:rPr>
              <a:t>Elever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i="1" dirty="0" err="1">
                <a:ea typeface="+mn-lt"/>
                <a:cs typeface="+mn-lt"/>
              </a:rPr>
              <a:t>Lærere</a:t>
            </a:r>
            <a:r>
              <a:rPr lang="en-US" dirty="0">
                <a:ea typeface="+mn-lt"/>
                <a:cs typeface="+mn-lt"/>
              </a:rPr>
              <a:t>.</a:t>
            </a:r>
            <a:endParaRPr lang="en-DK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28600" indent="-228600">
              <a:buFont typeface="Arial,Sans-Serif"/>
              <a:buChar char="•"/>
            </a:pPr>
            <a:r>
              <a:rPr lang="en-US" dirty="0" err="1">
                <a:latin typeface="Calibri"/>
                <a:ea typeface="Calibri"/>
                <a:cs typeface="Calibri"/>
              </a:rPr>
              <a:t>Hvilke</a:t>
            </a:r>
            <a:r>
              <a:rPr lang="en-US" dirty="0">
                <a:latin typeface="Calibri"/>
                <a:ea typeface="Calibri"/>
                <a:cs typeface="Calibri"/>
              </a:rPr>
              <a:t> </a:t>
            </a:r>
            <a:r>
              <a:rPr lang="en-US" dirty="0" err="1">
                <a:latin typeface="Calibri"/>
                <a:ea typeface="Calibri"/>
                <a:cs typeface="Calibri"/>
              </a:rPr>
              <a:t>nøglefelter</a:t>
            </a:r>
            <a:r>
              <a:rPr lang="en-US" dirty="0">
                <a:latin typeface="Calibri"/>
                <a:ea typeface="Calibri"/>
                <a:cs typeface="Calibri"/>
              </a:rPr>
              <a:t> </a:t>
            </a:r>
            <a:r>
              <a:rPr lang="en-US" dirty="0" err="1">
                <a:latin typeface="Calibri"/>
                <a:ea typeface="Calibri"/>
                <a:cs typeface="Calibri"/>
              </a:rPr>
              <a:t>skal</a:t>
            </a:r>
            <a:r>
              <a:rPr lang="en-US" dirty="0">
                <a:latin typeface="Calibri"/>
                <a:ea typeface="Calibri"/>
                <a:cs typeface="Calibri"/>
              </a:rPr>
              <a:t> der </a:t>
            </a:r>
            <a:r>
              <a:rPr lang="en-US" dirty="0" err="1">
                <a:latin typeface="Calibri"/>
                <a:ea typeface="Calibri"/>
                <a:cs typeface="Calibri"/>
              </a:rPr>
              <a:t>være</a:t>
            </a:r>
            <a:r>
              <a:rPr lang="en-US" dirty="0">
                <a:latin typeface="Calibri"/>
                <a:ea typeface="Calibri"/>
                <a:cs typeface="Calibri"/>
              </a:rPr>
              <a:t> </a:t>
            </a:r>
            <a:r>
              <a:rPr lang="en-US" dirty="0" err="1">
                <a:latin typeface="Calibri"/>
                <a:ea typeface="Calibri"/>
                <a:cs typeface="Calibri"/>
              </a:rPr>
              <a:t>i</a:t>
            </a:r>
            <a:r>
              <a:rPr lang="en-US" dirty="0">
                <a:latin typeface="Calibri"/>
                <a:ea typeface="Calibri"/>
                <a:cs typeface="Calibri"/>
              </a:rPr>
              <a:t> de </a:t>
            </a:r>
            <a:r>
              <a:rPr lang="en-US" dirty="0" err="1">
                <a:latin typeface="Calibri"/>
                <a:ea typeface="Calibri"/>
                <a:cs typeface="Calibri"/>
              </a:rPr>
              <a:t>enkelte</a:t>
            </a:r>
            <a:r>
              <a:rPr lang="en-US" dirty="0">
                <a:latin typeface="Calibri"/>
                <a:ea typeface="Calibri"/>
                <a:cs typeface="Calibri"/>
              </a:rPr>
              <a:t> </a:t>
            </a:r>
            <a:r>
              <a:rPr lang="en-US" dirty="0" err="1">
                <a:latin typeface="Calibri"/>
                <a:ea typeface="Calibri"/>
                <a:cs typeface="Calibri"/>
              </a:rPr>
              <a:t>tabeller</a:t>
            </a:r>
            <a:r>
              <a:rPr lang="en-US" dirty="0">
                <a:latin typeface="Calibri"/>
                <a:ea typeface="Calibri"/>
                <a:cs typeface="Calibri"/>
              </a:rPr>
              <a:t>? </a:t>
            </a:r>
          </a:p>
          <a:p>
            <a:pPr marL="228600" indent="-228600">
              <a:buFont typeface="Arial,Sans-Serif"/>
              <a:buChar char="•"/>
            </a:pPr>
            <a:r>
              <a:rPr lang="en-US" dirty="0" err="1">
                <a:latin typeface="Calibri"/>
                <a:ea typeface="Calibri"/>
                <a:cs typeface="Calibri"/>
              </a:rPr>
              <a:t>Hvilken</a:t>
            </a:r>
            <a:r>
              <a:rPr lang="en-US" dirty="0">
                <a:latin typeface="Calibri"/>
                <a:ea typeface="Calibri"/>
                <a:cs typeface="Calibri"/>
              </a:rPr>
              <a:t> datatype </a:t>
            </a:r>
            <a:r>
              <a:rPr lang="en-US" dirty="0" err="1">
                <a:latin typeface="Calibri"/>
                <a:ea typeface="Calibri"/>
                <a:cs typeface="Calibri"/>
              </a:rPr>
              <a:t>i</a:t>
            </a:r>
            <a:r>
              <a:rPr lang="en-US" dirty="0">
                <a:latin typeface="Calibri"/>
                <a:ea typeface="Calibri"/>
                <a:cs typeface="Calibri"/>
              </a:rPr>
              <a:t> de </a:t>
            </a:r>
            <a:r>
              <a:rPr lang="en-US" dirty="0" err="1">
                <a:latin typeface="Calibri"/>
                <a:ea typeface="Calibri"/>
                <a:cs typeface="Calibri"/>
              </a:rPr>
              <a:t>enkelte</a:t>
            </a:r>
            <a:r>
              <a:rPr lang="en-US" dirty="0">
                <a:latin typeface="Calibri"/>
                <a:ea typeface="Calibri"/>
                <a:cs typeface="Calibri"/>
              </a:rPr>
              <a:t> </a:t>
            </a:r>
            <a:r>
              <a:rPr lang="en-US" dirty="0" err="1">
                <a:latin typeface="Calibri"/>
                <a:ea typeface="Calibri"/>
                <a:cs typeface="Calibri"/>
              </a:rPr>
              <a:t>tabeller</a:t>
            </a:r>
            <a:r>
              <a:rPr lang="en-US" dirty="0">
                <a:latin typeface="Calibri"/>
                <a:ea typeface="Calibri"/>
                <a:cs typeface="Calibri"/>
              </a:rPr>
              <a:t> ?</a:t>
            </a: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1800" b="0" i="0" u="none" strike="noStrike" cap="none" normalizeH="0" baseline="0" dirty="0">
              <a:ln>
                <a:noFill/>
              </a:ln>
              <a:effectLst/>
              <a:latin typeface="Calibri"/>
              <a:ea typeface="Calibri"/>
              <a:cs typeface="Calibri"/>
            </a:endParaRPr>
          </a:p>
          <a:p>
            <a:pPr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DK" dirty="0">
              <a:latin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80401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35FFF1D-0FAB-D45F-4888-ECBDCB4F60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Averta Regular"/>
                <a:cs typeface="Arial"/>
              </a:rPr>
              <a:t>SchoolDB</a:t>
            </a:r>
            <a:r>
              <a:rPr lang="en-US" dirty="0">
                <a:latin typeface="Averta Regular"/>
                <a:cs typeface="Arial"/>
              </a:rPr>
              <a:t> challenge </a:t>
            </a:r>
            <a:r>
              <a:rPr lang="en-US" dirty="0" err="1">
                <a:latin typeface="Averta Regular"/>
                <a:cs typeface="Arial"/>
              </a:rPr>
              <a:t>og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dirty="0" err="1">
                <a:latin typeface="Averta Regular"/>
                <a:cs typeface="Arial"/>
              </a:rPr>
              <a:t>ekstra</a:t>
            </a:r>
            <a:r>
              <a:rPr lang="en-US" dirty="0">
                <a:latin typeface="Averta Regular"/>
                <a:cs typeface="Arial"/>
              </a:rPr>
              <a:t> challenge (topic </a:t>
            </a:r>
            <a:r>
              <a:rPr lang="en-US" dirty="0" err="1">
                <a:latin typeface="Averta Regular"/>
                <a:cs typeface="Arial"/>
              </a:rPr>
              <a:t>til</a:t>
            </a:r>
            <a:r>
              <a:rPr lang="en-US" dirty="0">
                <a:latin typeface="Averta Regular"/>
                <a:cs typeface="Arial"/>
              </a:rPr>
              <a:t> </a:t>
            </a:r>
            <a:r>
              <a:rPr lang="en-US" dirty="0" err="1">
                <a:latin typeface="Averta Regular"/>
                <a:cs typeface="Arial"/>
              </a:rPr>
              <a:t>undersøge</a:t>
            </a:r>
            <a:r>
              <a:rPr lang="en-US" dirty="0">
                <a:latin typeface="Averta Regular"/>
                <a:cs typeface="Arial"/>
              </a:rPr>
              <a:t>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9AE63-043E-650D-BE15-7E379C97CEDE}"/>
              </a:ext>
            </a:extLst>
          </p:cNvPr>
          <p:cNvSpPr txBox="1"/>
          <p:nvPr/>
        </p:nvSpPr>
        <p:spPr>
          <a:xfrm>
            <a:off x="5400524" y="4777619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2"/>
              </a:rPr>
              <a:t>Uge46.docx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13620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B0D407-2BEC-01BF-5EE0-0F84F5667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748" y="368508"/>
            <a:ext cx="9144000" cy="165576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800" dirty="0">
                <a:latin typeface="Averta Regular"/>
                <a:cs typeface="Arial"/>
              </a:rPr>
              <a:t>❓ Quiz: Test din </a:t>
            </a:r>
            <a:r>
              <a:rPr lang="en-US" sz="2800" dirty="0" err="1">
                <a:latin typeface="Averta Regular"/>
                <a:cs typeface="Arial"/>
              </a:rPr>
              <a:t>viden</a:t>
            </a:r>
            <a:r>
              <a:rPr lang="en-US" sz="2800" dirty="0">
                <a:latin typeface="Averta Regular"/>
                <a:cs typeface="Arial"/>
              </a:rPr>
              <a:t> om </a:t>
            </a:r>
            <a:r>
              <a:rPr lang="en-US" sz="2800" dirty="0" err="1">
                <a:latin typeface="Averta Regular"/>
                <a:cs typeface="Arial"/>
              </a:rPr>
              <a:t>databaser</a:t>
            </a:r>
            <a:endParaRPr lang="en-US" sz="2800" dirty="0"/>
          </a:p>
          <a:p>
            <a:pPr marL="285750" indent="-285750" algn="l">
              <a:buFont typeface="Arial"/>
              <a:buChar char="•"/>
            </a:pPr>
            <a:r>
              <a:rPr lang="en-US" sz="1200" b="1" err="1">
                <a:latin typeface="Averta Regular"/>
                <a:cs typeface="Arial"/>
              </a:rPr>
              <a:t>Hvad</a:t>
            </a:r>
            <a:r>
              <a:rPr lang="en-US" sz="1200" b="1" dirty="0">
                <a:latin typeface="Averta Regular"/>
                <a:cs typeface="Arial"/>
              </a:rPr>
              <a:t> er </a:t>
            </a:r>
            <a:r>
              <a:rPr lang="en-US" sz="1200" b="1" err="1">
                <a:latin typeface="Averta Regular"/>
                <a:cs typeface="Arial"/>
              </a:rPr>
              <a:t>forskellen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på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en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primærnøgle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og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en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fremmednøgle</a:t>
            </a:r>
            <a:r>
              <a:rPr lang="en-US" sz="1200" b="1" dirty="0">
                <a:latin typeface="Averta Regular"/>
                <a:cs typeface="Arial"/>
              </a:rPr>
              <a:t>?</a:t>
            </a:r>
            <a:endParaRPr lang="en-US" sz="1200" dirty="0">
              <a:cs typeface="Arial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US" sz="1200" dirty="0">
                <a:latin typeface="Averta Regular"/>
                <a:cs typeface="Arial"/>
              </a:rPr>
              <a:t>A) De </a:t>
            </a:r>
            <a:r>
              <a:rPr lang="en-US" sz="1200" err="1">
                <a:latin typeface="Averta Regular"/>
                <a:cs typeface="Arial"/>
              </a:rPr>
              <a:t>bruges</a:t>
            </a:r>
            <a:r>
              <a:rPr lang="en-US" sz="1200" dirty="0">
                <a:latin typeface="Averta Regular"/>
                <a:cs typeface="Arial"/>
              </a:rPr>
              <a:t> </a:t>
            </a:r>
            <a:r>
              <a:rPr lang="en-US" sz="1200" err="1">
                <a:latin typeface="Averta Regular"/>
                <a:cs typeface="Arial"/>
              </a:rPr>
              <a:t>til</a:t>
            </a:r>
            <a:r>
              <a:rPr lang="en-US" sz="1200" dirty="0">
                <a:latin typeface="Averta Regular"/>
                <a:cs typeface="Arial"/>
              </a:rPr>
              <a:t> at </a:t>
            </a:r>
            <a:r>
              <a:rPr lang="en-US" sz="1200" err="1">
                <a:latin typeface="Averta Regular"/>
                <a:cs typeface="Arial"/>
              </a:rPr>
              <a:t>sortere</a:t>
            </a:r>
            <a:r>
              <a:rPr lang="en-US" sz="1200" dirty="0">
                <a:latin typeface="Averta Regular"/>
                <a:cs typeface="Arial"/>
              </a:rPr>
              <a:t> data</a:t>
            </a:r>
            <a:endParaRPr lang="en-US" sz="1200" dirty="0">
              <a:cs typeface="Arial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US" sz="1200" dirty="0">
                <a:latin typeface="Averta Regular"/>
                <a:cs typeface="Arial"/>
              </a:rPr>
              <a:t>B) </a:t>
            </a:r>
            <a:r>
              <a:rPr lang="en-US" sz="1200" dirty="0" err="1">
                <a:latin typeface="Averta Regular"/>
                <a:cs typeface="Arial"/>
              </a:rPr>
              <a:t>Primærnøglen</a:t>
            </a:r>
            <a:r>
              <a:rPr lang="en-US" sz="1200" dirty="0">
                <a:latin typeface="Averta Regular"/>
                <a:cs typeface="Arial"/>
              </a:rPr>
              <a:t> </a:t>
            </a:r>
            <a:r>
              <a:rPr lang="en-US" sz="1200" dirty="0" err="1">
                <a:latin typeface="Averta Regular"/>
                <a:cs typeface="Arial"/>
              </a:rPr>
              <a:t>identificerer</a:t>
            </a:r>
            <a:r>
              <a:rPr lang="en-US" sz="1200" dirty="0">
                <a:latin typeface="Averta Regular"/>
                <a:cs typeface="Arial"/>
              </a:rPr>
              <a:t> </a:t>
            </a:r>
            <a:r>
              <a:rPr lang="en-US" sz="1200" dirty="0" err="1">
                <a:latin typeface="Averta Regular"/>
                <a:cs typeface="Arial"/>
              </a:rPr>
              <a:t>en</a:t>
            </a:r>
            <a:r>
              <a:rPr lang="en-US" sz="1200" dirty="0">
                <a:latin typeface="Averta Regular"/>
                <a:cs typeface="Arial"/>
              </a:rPr>
              <a:t> post, </a:t>
            </a:r>
            <a:r>
              <a:rPr lang="en-US" sz="1200" dirty="0" err="1">
                <a:latin typeface="Averta Regular"/>
                <a:cs typeface="Arial"/>
              </a:rPr>
              <a:t>fremmednøglen</a:t>
            </a:r>
            <a:r>
              <a:rPr lang="en-US" sz="1200" dirty="0">
                <a:latin typeface="Averta Regular"/>
                <a:cs typeface="Arial"/>
              </a:rPr>
              <a:t> </a:t>
            </a:r>
            <a:r>
              <a:rPr lang="en-US" sz="1200" dirty="0" err="1">
                <a:latin typeface="Averta Regular"/>
                <a:cs typeface="Arial"/>
              </a:rPr>
              <a:t>skaber</a:t>
            </a:r>
            <a:r>
              <a:rPr lang="en-US" sz="1200" dirty="0">
                <a:latin typeface="Averta Regular"/>
                <a:cs typeface="Arial"/>
              </a:rPr>
              <a:t> </a:t>
            </a:r>
            <a:r>
              <a:rPr lang="en-US" sz="1200" dirty="0" err="1">
                <a:latin typeface="Averta Regular"/>
                <a:cs typeface="Arial"/>
              </a:rPr>
              <a:t>relationer</a:t>
            </a:r>
            <a:r>
              <a:rPr lang="en-US" sz="1200" dirty="0">
                <a:latin typeface="Averta Regular"/>
                <a:cs typeface="Arial"/>
              </a:rPr>
              <a:t> </a:t>
            </a:r>
            <a:endParaRPr lang="en-US" sz="1200" dirty="0">
              <a:cs typeface="Arial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US" sz="1200" dirty="0">
                <a:latin typeface="Averta Regular"/>
                <a:cs typeface="Arial"/>
              </a:rPr>
              <a:t>C) De er </a:t>
            </a:r>
            <a:r>
              <a:rPr lang="en-US" sz="1200" err="1">
                <a:latin typeface="Averta Regular"/>
                <a:cs typeface="Arial"/>
              </a:rPr>
              <a:t>begge</a:t>
            </a:r>
            <a:r>
              <a:rPr lang="en-US" sz="1200" dirty="0">
                <a:latin typeface="Averta Regular"/>
                <a:cs typeface="Arial"/>
              </a:rPr>
              <a:t> </a:t>
            </a:r>
            <a:r>
              <a:rPr lang="en-US" sz="1200" err="1">
                <a:latin typeface="Averta Regular"/>
                <a:cs typeface="Arial"/>
              </a:rPr>
              <a:t>valgfri</a:t>
            </a:r>
            <a:endParaRPr lang="en-US" sz="1200" err="1">
              <a:cs typeface="Arial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200" b="1" err="1">
                <a:latin typeface="Averta Regular"/>
                <a:cs typeface="Arial"/>
              </a:rPr>
              <a:t>Hvilken</a:t>
            </a:r>
            <a:r>
              <a:rPr lang="en-US" sz="1200" b="1" dirty="0">
                <a:latin typeface="Averta Regular"/>
                <a:cs typeface="Arial"/>
              </a:rPr>
              <a:t> datatype </a:t>
            </a:r>
            <a:r>
              <a:rPr lang="en-US" sz="1200" b="1" err="1">
                <a:latin typeface="Averta Regular"/>
                <a:cs typeface="Arial"/>
              </a:rPr>
              <a:t>bruges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til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tekst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i</a:t>
            </a:r>
            <a:r>
              <a:rPr lang="en-US" sz="1200" b="1" dirty="0">
                <a:latin typeface="Averta Regular"/>
                <a:cs typeface="Arial"/>
              </a:rPr>
              <a:t> MySQL?</a:t>
            </a:r>
            <a:endParaRPr lang="en-US" sz="1200" dirty="0">
              <a:cs typeface="Arial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US" sz="1200" dirty="0">
                <a:latin typeface="Averta Regular"/>
                <a:cs typeface="Arial"/>
              </a:rPr>
              <a:t>A) INT</a:t>
            </a:r>
            <a:endParaRPr lang="en-US" sz="1200" dirty="0">
              <a:cs typeface="Arial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US" sz="1200" dirty="0">
                <a:latin typeface="Averta Regular"/>
                <a:cs typeface="Arial"/>
              </a:rPr>
              <a:t>B) VARCHAR </a:t>
            </a:r>
            <a:endParaRPr lang="en-US" sz="1200" dirty="0">
              <a:cs typeface="Arial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US" sz="1200" dirty="0">
                <a:latin typeface="Averta Regular"/>
                <a:cs typeface="Arial"/>
              </a:rPr>
              <a:t>C) DATE</a:t>
            </a:r>
            <a:endParaRPr lang="en-US" sz="1200" dirty="0">
              <a:cs typeface="Arial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200" b="1" err="1">
                <a:latin typeface="Averta Regular"/>
                <a:cs typeface="Arial"/>
              </a:rPr>
              <a:t>Hvad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betyder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dirty="0">
                <a:latin typeface="Consolas"/>
                <a:cs typeface="Arial"/>
              </a:rPr>
              <a:t>NULL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i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en</a:t>
            </a:r>
            <a:r>
              <a:rPr lang="en-US" sz="1200" b="1" dirty="0">
                <a:latin typeface="Averta Regular"/>
                <a:cs typeface="Arial"/>
              </a:rPr>
              <a:t> database?</a:t>
            </a:r>
            <a:endParaRPr lang="en-US" sz="1200" dirty="0">
              <a:cs typeface="Arial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US" sz="1200" dirty="0">
                <a:latin typeface="Averta Regular"/>
                <a:cs typeface="Arial"/>
              </a:rPr>
              <a:t>A) En tom </a:t>
            </a:r>
            <a:r>
              <a:rPr lang="en-US" sz="1200" err="1">
                <a:latin typeface="Averta Regular"/>
                <a:cs typeface="Arial"/>
              </a:rPr>
              <a:t>streng</a:t>
            </a:r>
            <a:endParaRPr lang="en-US" sz="1200">
              <a:cs typeface="Arial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US" sz="1200" dirty="0">
                <a:latin typeface="Averta Regular"/>
                <a:cs typeface="Arial"/>
              </a:rPr>
              <a:t>B) En </a:t>
            </a:r>
            <a:r>
              <a:rPr lang="en-US" sz="1200" dirty="0" err="1">
                <a:latin typeface="Averta Regular"/>
                <a:cs typeface="Arial"/>
              </a:rPr>
              <a:t>ukendt</a:t>
            </a:r>
            <a:r>
              <a:rPr lang="en-US" sz="1200" dirty="0">
                <a:latin typeface="Averta Regular"/>
                <a:cs typeface="Arial"/>
              </a:rPr>
              <a:t> </a:t>
            </a:r>
            <a:r>
              <a:rPr lang="en-US" sz="1200" dirty="0" err="1">
                <a:latin typeface="Averta Regular"/>
                <a:cs typeface="Arial"/>
              </a:rPr>
              <a:t>eller</a:t>
            </a:r>
            <a:r>
              <a:rPr lang="en-US" sz="1200" dirty="0">
                <a:latin typeface="Averta Regular"/>
                <a:cs typeface="Arial"/>
              </a:rPr>
              <a:t> </a:t>
            </a:r>
            <a:r>
              <a:rPr lang="en-US" sz="1200" dirty="0" err="1">
                <a:latin typeface="Averta Regular"/>
                <a:cs typeface="Arial"/>
              </a:rPr>
              <a:t>manglende</a:t>
            </a:r>
            <a:r>
              <a:rPr lang="en-US" sz="1200" dirty="0">
                <a:latin typeface="Averta Regular"/>
                <a:cs typeface="Arial"/>
              </a:rPr>
              <a:t> </a:t>
            </a:r>
            <a:r>
              <a:rPr lang="en-US" sz="1200" dirty="0" err="1">
                <a:latin typeface="Averta Regular"/>
                <a:cs typeface="Arial"/>
              </a:rPr>
              <a:t>værdi</a:t>
            </a:r>
            <a:r>
              <a:rPr lang="en-US" sz="1200" dirty="0">
                <a:latin typeface="Averta Regular"/>
                <a:cs typeface="Arial"/>
              </a:rPr>
              <a:t> </a:t>
            </a:r>
            <a:endParaRPr lang="en-US" sz="1200" dirty="0">
              <a:cs typeface="Arial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US" sz="1200" dirty="0">
                <a:latin typeface="Averta Regular"/>
                <a:cs typeface="Arial"/>
              </a:rPr>
              <a:t>C) En </a:t>
            </a:r>
            <a:r>
              <a:rPr lang="en-US" sz="1200" err="1">
                <a:latin typeface="Averta Regular"/>
                <a:cs typeface="Arial"/>
              </a:rPr>
              <a:t>fejl</a:t>
            </a:r>
            <a:endParaRPr lang="en-US" sz="1200">
              <a:cs typeface="Arial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200" b="1" err="1">
                <a:latin typeface="Averta Regular"/>
                <a:cs typeface="Arial"/>
              </a:rPr>
              <a:t>Hvordan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skriver</a:t>
            </a:r>
            <a:r>
              <a:rPr lang="en-US" sz="1200" b="1" dirty="0">
                <a:latin typeface="Averta Regular"/>
                <a:cs typeface="Arial"/>
              </a:rPr>
              <a:t> man </a:t>
            </a:r>
            <a:r>
              <a:rPr lang="en-US" sz="1200" b="1" err="1">
                <a:latin typeface="Averta Regular"/>
                <a:cs typeface="Arial"/>
              </a:rPr>
              <a:t>en</a:t>
            </a:r>
            <a:r>
              <a:rPr lang="en-US" sz="1200" b="1" dirty="0">
                <a:latin typeface="Averta Regular"/>
                <a:cs typeface="Arial"/>
              </a:rPr>
              <a:t> SQL-</a:t>
            </a:r>
            <a:r>
              <a:rPr lang="en-US" sz="1200" b="1" err="1">
                <a:latin typeface="Averta Regular"/>
                <a:cs typeface="Arial"/>
              </a:rPr>
              <a:t>sætning</a:t>
            </a:r>
            <a:r>
              <a:rPr lang="en-US" sz="1200" b="1" dirty="0">
                <a:latin typeface="Averta Regular"/>
                <a:cs typeface="Arial"/>
              </a:rPr>
              <a:t> for at </a:t>
            </a:r>
            <a:r>
              <a:rPr lang="en-US" sz="1200" b="1" err="1">
                <a:latin typeface="Averta Regular"/>
                <a:cs typeface="Arial"/>
              </a:rPr>
              <a:t>hente</a:t>
            </a:r>
            <a:r>
              <a:rPr lang="en-US" sz="1200" b="1" dirty="0">
                <a:latin typeface="Averta Regular"/>
                <a:cs typeface="Arial"/>
              </a:rPr>
              <a:t> alle </a:t>
            </a:r>
            <a:r>
              <a:rPr lang="en-US" sz="1200" b="1" err="1">
                <a:latin typeface="Averta Regular"/>
                <a:cs typeface="Arial"/>
              </a:rPr>
              <a:t>rækker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fra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en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tabel</a:t>
            </a:r>
            <a:r>
              <a:rPr lang="en-US" sz="1200" b="1" dirty="0">
                <a:latin typeface="Averta Regular"/>
                <a:cs typeface="Arial"/>
              </a:rPr>
              <a:t>?</a:t>
            </a:r>
            <a:endParaRPr lang="en-US" sz="1200" dirty="0">
              <a:cs typeface="Arial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US" sz="1200" dirty="0">
                <a:latin typeface="Averta Regular"/>
                <a:cs typeface="Arial"/>
              </a:rPr>
              <a:t>A) SELECT ALL FROM table;</a:t>
            </a:r>
            <a:endParaRPr lang="en-US" sz="1200" dirty="0">
              <a:cs typeface="Arial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US" sz="1200" dirty="0">
                <a:latin typeface="Averta Regular"/>
                <a:cs typeface="Arial"/>
              </a:rPr>
              <a:t>B) GET * FROM table;</a:t>
            </a:r>
            <a:endParaRPr lang="en-US" sz="1200" dirty="0">
              <a:cs typeface="Arial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US" sz="1200" dirty="0">
                <a:latin typeface="Averta Regular"/>
                <a:cs typeface="Arial"/>
              </a:rPr>
              <a:t>C) SELECT * FROM table; </a:t>
            </a:r>
            <a:endParaRPr lang="en-US" sz="1200" dirty="0">
              <a:cs typeface="Arial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200" b="1" err="1">
                <a:latin typeface="Averta Regular"/>
                <a:cs typeface="Arial"/>
              </a:rPr>
              <a:t>Hvad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skal</a:t>
            </a:r>
            <a:r>
              <a:rPr lang="en-US" sz="1200" b="1" dirty="0">
                <a:latin typeface="Averta Regular"/>
                <a:cs typeface="Arial"/>
              </a:rPr>
              <a:t> man </a:t>
            </a:r>
            <a:r>
              <a:rPr lang="en-US" sz="1200" b="1" err="1">
                <a:latin typeface="Averta Regular"/>
                <a:cs typeface="Arial"/>
              </a:rPr>
              <a:t>gøre</a:t>
            </a:r>
            <a:r>
              <a:rPr lang="en-US" sz="1200" b="1" dirty="0">
                <a:latin typeface="Averta Regular"/>
                <a:cs typeface="Arial"/>
              </a:rPr>
              <a:t>, </a:t>
            </a:r>
            <a:r>
              <a:rPr lang="en-US" sz="1200" b="1" err="1">
                <a:latin typeface="Averta Regular"/>
                <a:cs typeface="Arial"/>
              </a:rPr>
              <a:t>hvis</a:t>
            </a:r>
            <a:r>
              <a:rPr lang="en-US" sz="1200" b="1" dirty="0">
                <a:latin typeface="Averta Regular"/>
                <a:cs typeface="Arial"/>
              </a:rPr>
              <a:t> man </a:t>
            </a:r>
            <a:r>
              <a:rPr lang="en-US" sz="1200" b="1" err="1">
                <a:latin typeface="Averta Regular"/>
                <a:cs typeface="Arial"/>
              </a:rPr>
              <a:t>vil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bruge</a:t>
            </a:r>
            <a:r>
              <a:rPr lang="en-US" sz="1200" b="1" dirty="0">
                <a:latin typeface="Averta Regular"/>
                <a:cs typeface="Arial"/>
              </a:rPr>
              <a:t> et </a:t>
            </a:r>
            <a:r>
              <a:rPr lang="en-US" sz="1200" b="1" err="1">
                <a:latin typeface="Averta Regular"/>
                <a:cs typeface="Arial"/>
              </a:rPr>
              <a:t>reserveret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ord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som</a:t>
            </a:r>
            <a:r>
              <a:rPr lang="en-US" sz="1200" b="1" dirty="0">
                <a:latin typeface="Averta Regular"/>
                <a:cs typeface="Arial"/>
              </a:rPr>
              <a:t> </a:t>
            </a:r>
            <a:r>
              <a:rPr lang="en-US" sz="1200" b="1" err="1">
                <a:latin typeface="Averta Regular"/>
                <a:cs typeface="Arial"/>
              </a:rPr>
              <a:t>tabelnavn</a:t>
            </a:r>
            <a:r>
              <a:rPr lang="en-US" sz="1200" b="1" dirty="0">
                <a:latin typeface="Averta Regular"/>
                <a:cs typeface="Arial"/>
              </a:rPr>
              <a:t>?</a:t>
            </a:r>
            <a:endParaRPr lang="en-US" sz="1200" dirty="0">
              <a:cs typeface="Arial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US" sz="1200" dirty="0">
                <a:latin typeface="Averta Regular"/>
                <a:cs typeface="Arial"/>
              </a:rPr>
              <a:t>A) </a:t>
            </a:r>
            <a:r>
              <a:rPr lang="en-US" sz="1200" err="1">
                <a:latin typeface="Averta Regular"/>
                <a:cs typeface="Arial"/>
              </a:rPr>
              <a:t>Undgå</a:t>
            </a:r>
            <a:r>
              <a:rPr lang="en-US" sz="1200" dirty="0">
                <a:latin typeface="Averta Regular"/>
                <a:cs typeface="Arial"/>
              </a:rPr>
              <a:t> det</a:t>
            </a:r>
            <a:endParaRPr lang="en-US" sz="1200" dirty="0">
              <a:cs typeface="Arial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US" sz="1200" dirty="0">
                <a:latin typeface="Averta Regular"/>
                <a:cs typeface="Arial"/>
              </a:rPr>
              <a:t>B) </a:t>
            </a:r>
            <a:r>
              <a:rPr lang="en-US" sz="1200" dirty="0" err="1">
                <a:latin typeface="Averta Regular"/>
                <a:cs typeface="Arial"/>
              </a:rPr>
              <a:t>Sætte</a:t>
            </a:r>
            <a:r>
              <a:rPr lang="en-US" sz="1200" dirty="0">
                <a:latin typeface="Averta Regular"/>
                <a:cs typeface="Arial"/>
              </a:rPr>
              <a:t> det </a:t>
            </a:r>
            <a:r>
              <a:rPr lang="en-US" sz="1200" dirty="0" err="1">
                <a:latin typeface="Averta Regular"/>
                <a:cs typeface="Arial"/>
              </a:rPr>
              <a:t>i</a:t>
            </a:r>
            <a:r>
              <a:rPr lang="en-US" sz="1200" dirty="0">
                <a:latin typeface="Averta Regular"/>
                <a:cs typeface="Arial"/>
              </a:rPr>
              <a:t> backticks (`) </a:t>
            </a:r>
            <a:endParaRPr lang="en-US" sz="1200" dirty="0">
              <a:cs typeface="Arial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US" sz="1200" dirty="0">
                <a:latin typeface="Averta Regular"/>
                <a:cs typeface="Arial"/>
              </a:rPr>
              <a:t>C) </a:t>
            </a:r>
            <a:r>
              <a:rPr lang="en-US" sz="1200" err="1">
                <a:latin typeface="Averta Regular"/>
                <a:cs typeface="Arial"/>
              </a:rPr>
              <a:t>Skrive</a:t>
            </a:r>
            <a:r>
              <a:rPr lang="en-US" sz="1200" dirty="0">
                <a:latin typeface="Averta Regular"/>
                <a:cs typeface="Arial"/>
              </a:rPr>
              <a:t> det med </a:t>
            </a:r>
            <a:r>
              <a:rPr lang="en-US" sz="1200" err="1">
                <a:latin typeface="Averta Regular"/>
                <a:cs typeface="Arial"/>
              </a:rPr>
              <a:t>små</a:t>
            </a:r>
            <a:r>
              <a:rPr lang="en-US" sz="1200" dirty="0">
                <a:latin typeface="Averta Regular"/>
                <a:cs typeface="Arial"/>
              </a:rPr>
              <a:t> </a:t>
            </a:r>
            <a:r>
              <a:rPr lang="en-US" sz="1200" err="1">
                <a:latin typeface="Averta Regular"/>
                <a:cs typeface="Arial"/>
              </a:rPr>
              <a:t>bogstaver</a:t>
            </a:r>
            <a:endParaRPr lang="en-US" sz="1200" err="1">
              <a:cs typeface="Arial"/>
            </a:endParaRP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4363857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tandard">
  <a:themeElements>
    <a:clrScheme name="nvcl2018">
      <a:dk1>
        <a:srgbClr val="424242"/>
      </a:dk1>
      <a:lt1>
        <a:srgbClr val="FFFFFF"/>
      </a:lt1>
      <a:dk2>
        <a:srgbClr val="797979"/>
      </a:dk2>
      <a:lt2>
        <a:srgbClr val="E7E6E6"/>
      </a:lt2>
      <a:accent1>
        <a:srgbClr val="C80046"/>
      </a:accent1>
      <a:accent2>
        <a:srgbClr val="7C0434"/>
      </a:accent2>
      <a:accent3>
        <a:srgbClr val="510034"/>
      </a:accent3>
      <a:accent4>
        <a:srgbClr val="75BC7F"/>
      </a:accent4>
      <a:accent5>
        <a:srgbClr val="C80046"/>
      </a:accent5>
      <a:accent6>
        <a:srgbClr val="7C0434"/>
      </a:accent6>
      <a:hlink>
        <a:srgbClr val="510034"/>
      </a:hlink>
      <a:folHlink>
        <a:srgbClr val="75BC7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nvcl2018">
    <a:dk1>
      <a:srgbClr val="424242"/>
    </a:dk1>
    <a:lt1>
      <a:srgbClr val="FFFFFF"/>
    </a:lt1>
    <a:dk2>
      <a:srgbClr val="797979"/>
    </a:dk2>
    <a:lt2>
      <a:srgbClr val="E7E6E6"/>
    </a:lt2>
    <a:accent1>
      <a:srgbClr val="C80046"/>
    </a:accent1>
    <a:accent2>
      <a:srgbClr val="7C0434"/>
    </a:accent2>
    <a:accent3>
      <a:srgbClr val="510034"/>
    </a:accent3>
    <a:accent4>
      <a:srgbClr val="75BC7F"/>
    </a:accent4>
    <a:accent5>
      <a:srgbClr val="C80046"/>
    </a:accent5>
    <a:accent6>
      <a:srgbClr val="7C0434"/>
    </a:accent6>
    <a:hlink>
      <a:srgbClr val="510034"/>
    </a:hlink>
    <a:folHlink>
      <a:srgbClr val="75BC7F"/>
    </a:folHlink>
  </a:clrScheme>
</a:themeOverride>
</file>

<file path=ppt/theme/themeOverride2.xml><?xml version="1.0" encoding="utf-8"?>
<a:themeOverride xmlns:a="http://schemas.openxmlformats.org/drawingml/2006/main">
  <a:clrScheme name="nvcl2018">
    <a:dk1>
      <a:srgbClr val="424242"/>
    </a:dk1>
    <a:lt1>
      <a:srgbClr val="FFFFFF"/>
    </a:lt1>
    <a:dk2>
      <a:srgbClr val="797979"/>
    </a:dk2>
    <a:lt2>
      <a:srgbClr val="E7E6E6"/>
    </a:lt2>
    <a:accent1>
      <a:srgbClr val="C80046"/>
    </a:accent1>
    <a:accent2>
      <a:srgbClr val="7C0434"/>
    </a:accent2>
    <a:accent3>
      <a:srgbClr val="510034"/>
    </a:accent3>
    <a:accent4>
      <a:srgbClr val="75BC7F"/>
    </a:accent4>
    <a:accent5>
      <a:srgbClr val="C80046"/>
    </a:accent5>
    <a:accent6>
      <a:srgbClr val="7C0434"/>
    </a:accent6>
    <a:hlink>
      <a:srgbClr val="510034"/>
    </a:hlink>
    <a:folHlink>
      <a:srgbClr val="75BC7F"/>
    </a:folHlink>
  </a:clrScheme>
</a:themeOverride>
</file>

<file path=ppt/theme/themeOverride3.xml><?xml version="1.0" encoding="utf-8"?>
<a:themeOverride xmlns:a="http://schemas.openxmlformats.org/drawingml/2006/main">
  <a:clrScheme name="nvcl2018">
    <a:dk1>
      <a:srgbClr val="424242"/>
    </a:dk1>
    <a:lt1>
      <a:srgbClr val="FFFFFF"/>
    </a:lt1>
    <a:dk2>
      <a:srgbClr val="797979"/>
    </a:dk2>
    <a:lt2>
      <a:srgbClr val="E7E6E6"/>
    </a:lt2>
    <a:accent1>
      <a:srgbClr val="C80046"/>
    </a:accent1>
    <a:accent2>
      <a:srgbClr val="7C0434"/>
    </a:accent2>
    <a:accent3>
      <a:srgbClr val="510034"/>
    </a:accent3>
    <a:accent4>
      <a:srgbClr val="75BC7F"/>
    </a:accent4>
    <a:accent5>
      <a:srgbClr val="C80046"/>
    </a:accent5>
    <a:accent6>
      <a:srgbClr val="7C0434"/>
    </a:accent6>
    <a:hlink>
      <a:srgbClr val="510034"/>
    </a:hlink>
    <a:folHlink>
      <a:srgbClr val="75BC7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7D341C545B0A44A26A103333756E90" ma:contentTypeVersion="3" ma:contentTypeDescription="Create a new document." ma:contentTypeScope="" ma:versionID="1e1e11fa94fdc738600f7826f5a7e6f4">
  <xsd:schema xmlns:xsd="http://www.w3.org/2001/XMLSchema" xmlns:xs="http://www.w3.org/2001/XMLSchema" xmlns:p="http://schemas.microsoft.com/office/2006/metadata/properties" xmlns:ns2="324ab4a6-501d-4b19-a031-862034374e5f" targetNamespace="http://schemas.microsoft.com/office/2006/metadata/properties" ma:root="true" ma:fieldsID="e296f118f8d18671f4199f5f20af3def" ns2:_="">
    <xsd:import namespace="324ab4a6-501d-4b19-a031-862034374e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4ab4a6-501d-4b19-a031-862034374e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913A9E3-8CA1-4F72-AEAC-29AE752FF4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4ab4a6-501d-4b19-a031-862034374e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C2475F-EF06-49E8-8BDB-98152C5F3F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5F6E89-A6EE-4FF0-9215-649C3DD3E427}">
  <ds:schemaRefs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dcmitype/"/>
    <ds:schemaRef ds:uri="324ab4a6-501d-4b19-a031-862034374e5f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</TotalTime>
  <Words>1435</Words>
  <Application>Microsoft Macintosh PowerPoint</Application>
  <PresentationFormat>Widescreen</PresentationFormat>
  <Paragraphs>244</Paragraphs>
  <Slides>39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4" baseType="lpstr">
      <vt:lpstr>Arial,Sans-Serif</vt:lpstr>
      <vt:lpstr>Averta</vt:lpstr>
      <vt:lpstr>Averta Regular</vt:lpstr>
      <vt:lpstr>Times</vt:lpstr>
      <vt:lpstr>Aptos</vt:lpstr>
      <vt:lpstr>Arial</vt:lpstr>
      <vt:lpstr>Calibri</vt:lpstr>
      <vt:lpstr>Calibri Light</vt:lpstr>
      <vt:lpstr>Consolas</vt:lpstr>
      <vt:lpstr>Ebrima</vt:lpstr>
      <vt:lpstr>Grandview Display</vt:lpstr>
      <vt:lpstr>Monotype Sorts</vt:lpstr>
      <vt:lpstr>Noto Sans</vt:lpstr>
      <vt:lpstr>Times New Roman</vt:lpstr>
      <vt:lpstr>Standard</vt:lpstr>
      <vt:lpstr>PowerPoint Presentation</vt:lpstr>
      <vt:lpstr>Hvad er SQL?</vt:lpstr>
      <vt:lpstr>Opgave: 2  </vt:lpstr>
      <vt:lpstr>Fordelene ved at bruge et DBMS (Database Management System) frem for et Excel-ark? 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Relationelle nøgler</vt:lpstr>
      <vt:lpstr>PowerPoint Presentation</vt:lpstr>
      <vt:lpstr>Data type I MySQL </vt:lpstr>
      <vt:lpstr>Null</vt:lpstr>
      <vt:lpstr>Open sample DB-world-mysql.sql</vt:lpstr>
      <vt:lpstr>DB/Skema World--&gt;Table city- &gt;</vt:lpstr>
      <vt:lpstr>Open sample DB-Albumn</vt:lpstr>
      <vt:lpstr>Open sample DB-scratch.sql see table sale-&gt; id price</vt:lpstr>
      <vt:lpstr>PowerPoint Presentation</vt:lpstr>
      <vt:lpstr>PowerPoint Presentation</vt:lpstr>
      <vt:lpstr>Open sample DB-albumn see table albumn   released</vt:lpstr>
      <vt:lpstr>PowerPoint Presentation</vt:lpstr>
      <vt:lpstr>MySQL – syntax</vt:lpstr>
      <vt:lpstr>  MySQL</vt:lpstr>
      <vt:lpstr>Skriv MySQL </vt:lpstr>
      <vt:lpstr>Reserveret  Ord</vt:lpstr>
      <vt:lpstr>Navngivningskonvention: </vt:lpstr>
      <vt:lpstr>SQL Literals </vt:lpstr>
      <vt:lpstr>PowerPoint Presentation</vt:lpstr>
      <vt:lpstr>Create DB  </vt:lpstr>
      <vt:lpstr>Create TABLE</vt:lpstr>
      <vt:lpstr>PowerPoint Presentation</vt:lpstr>
      <vt:lpstr>Null</vt:lpstr>
      <vt:lpstr>How to see the result?</vt:lpstr>
      <vt:lpstr> SELECT * FROM kunder;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Xiaolei Bi</cp:lastModifiedBy>
  <cp:revision>332</cp:revision>
  <dcterms:created xsi:type="dcterms:W3CDTF">2023-10-25T10:09:38Z</dcterms:created>
  <dcterms:modified xsi:type="dcterms:W3CDTF">2026-10-29T12:00:49Z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0x010100E57D341C545B0A44A26A103333756E90</vt:lpwstr>
  </property>
</Properties>
</file>