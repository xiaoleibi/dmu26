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1408" r:id="rId5"/>
    <p:sldId id="1425" r:id="rId6"/>
    <p:sldId id="1375" r:id="rId7"/>
    <p:sldId id="1343" r:id="rId8"/>
    <p:sldId id="1380" r:id="rId9"/>
    <p:sldId id="1372" r:id="rId10"/>
    <p:sldId id="1387" r:id="rId11"/>
    <p:sldId id="1340" r:id="rId12"/>
    <p:sldId id="1341" r:id="rId13"/>
    <p:sldId id="1342" r:id="rId14"/>
    <p:sldId id="1335" r:id="rId15"/>
    <p:sldId id="1391" r:id="rId16"/>
    <p:sldId id="1337" r:id="rId17"/>
    <p:sldId id="1419" r:id="rId18"/>
    <p:sldId id="1420" r:id="rId19"/>
    <p:sldId id="306" r:id="rId20"/>
    <p:sldId id="1416" r:id="rId21"/>
    <p:sldId id="296" r:id="rId22"/>
    <p:sldId id="1392" r:id="rId23"/>
    <p:sldId id="1426" r:id="rId24"/>
    <p:sldId id="142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4E4521-D422-4012-BEE6-F299DA931407}" v="1" dt="2025-11-18T11:37:21.561"/>
    <p1510:client id="{514AD81E-0DB8-477E-89DD-50670AFE4127}" v="39" dt="2025-11-17T13:54:32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867FCD95-7EF5-4AFA-B480-E6ED00FEA8BC}"/>
    <pc:docChg chg="addSld delSld modSld">
      <pc:chgData name="Xiaolei Bi" userId="S::xbi@eamv.dk::4defdd0b-eb6b-464a-acc0-49fc44ef47a7" providerId="AD" clId="Web-{867FCD95-7EF5-4AFA-B480-E6ED00FEA8BC}" dt="2025-11-12T09:33:19.838" v="120" actId="20577"/>
      <pc:docMkLst>
        <pc:docMk/>
      </pc:docMkLst>
      <pc:sldChg chg="add">
        <pc:chgData name="Xiaolei Bi" userId="S::xbi@eamv.dk::4defdd0b-eb6b-464a-acc0-49fc44ef47a7" providerId="AD" clId="Web-{867FCD95-7EF5-4AFA-B480-E6ED00FEA8BC}" dt="2025-11-12T09:16:03.126" v="29"/>
        <pc:sldMkLst>
          <pc:docMk/>
          <pc:sldMk cId="1693618588" sldId="296"/>
        </pc:sldMkLst>
      </pc:sldChg>
      <pc:sldChg chg="add">
        <pc:chgData name="Xiaolei Bi" userId="S::xbi@eamv.dk::4defdd0b-eb6b-464a-acc0-49fc44ef47a7" providerId="AD" clId="Web-{867FCD95-7EF5-4AFA-B480-E6ED00FEA8BC}" dt="2025-11-12T09:16:02.376" v="18"/>
        <pc:sldMkLst>
          <pc:docMk/>
          <pc:sldMk cId="0" sldId="306"/>
        </pc:sldMkLst>
      </pc:sldChg>
      <pc:sldChg chg="modSp add">
        <pc:chgData name="Xiaolei Bi" userId="S::xbi@eamv.dk::4defdd0b-eb6b-464a-acc0-49fc44ef47a7" providerId="AD" clId="Web-{867FCD95-7EF5-4AFA-B480-E6ED00FEA8BC}" dt="2025-11-12T09:18:45.165" v="53" actId="1076"/>
        <pc:sldMkLst>
          <pc:docMk/>
          <pc:sldMk cId="3251287274" sldId="1335"/>
        </pc:sldMkLst>
        <pc:spChg chg="mod">
          <ac:chgData name="Xiaolei Bi" userId="S::xbi@eamv.dk::4defdd0b-eb6b-464a-acc0-49fc44ef47a7" providerId="AD" clId="Web-{867FCD95-7EF5-4AFA-B480-E6ED00FEA8BC}" dt="2025-11-12T09:18:45.165" v="53" actId="1076"/>
          <ac:spMkLst>
            <pc:docMk/>
            <pc:sldMk cId="3251287274" sldId="1335"/>
            <ac:spMk id="4" creationId="{C7DC6E62-9CE9-4B86-97F4-8873476AD174}"/>
          </ac:spMkLst>
        </pc:spChg>
      </pc:sldChg>
      <pc:sldChg chg="modSp add">
        <pc:chgData name="Xiaolei Bi" userId="S::xbi@eamv.dk::4defdd0b-eb6b-464a-acc0-49fc44ef47a7" providerId="AD" clId="Web-{867FCD95-7EF5-4AFA-B480-E6ED00FEA8BC}" dt="2025-11-12T09:19:33.057" v="61" actId="1076"/>
        <pc:sldMkLst>
          <pc:docMk/>
          <pc:sldMk cId="4120275204" sldId="1337"/>
        </pc:sldMkLst>
        <pc:spChg chg="mod">
          <ac:chgData name="Xiaolei Bi" userId="S::xbi@eamv.dk::4defdd0b-eb6b-464a-acc0-49fc44ef47a7" providerId="AD" clId="Web-{867FCD95-7EF5-4AFA-B480-E6ED00FEA8BC}" dt="2025-11-12T09:19:33.057" v="61" actId="1076"/>
          <ac:spMkLst>
            <pc:docMk/>
            <pc:sldMk cId="4120275204" sldId="1337"/>
            <ac:spMk id="4" creationId="{4AB3666B-6C8C-4358-A765-9CB0C516078A}"/>
          </ac:spMkLst>
        </pc:spChg>
      </pc:sldChg>
      <pc:sldChg chg="modSp add">
        <pc:chgData name="Xiaolei Bi" userId="S::xbi@eamv.dk::4defdd0b-eb6b-464a-acc0-49fc44ef47a7" providerId="AD" clId="Web-{867FCD95-7EF5-4AFA-B480-E6ED00FEA8BC}" dt="2025-11-12T09:18:36.602" v="52" actId="1076"/>
        <pc:sldMkLst>
          <pc:docMk/>
          <pc:sldMk cId="3309261001" sldId="1340"/>
        </pc:sldMkLst>
        <pc:spChg chg="mod">
          <ac:chgData name="Xiaolei Bi" userId="S::xbi@eamv.dk::4defdd0b-eb6b-464a-acc0-49fc44ef47a7" providerId="AD" clId="Web-{867FCD95-7EF5-4AFA-B480-E6ED00FEA8BC}" dt="2025-11-12T09:18:36.602" v="52" actId="1076"/>
          <ac:spMkLst>
            <pc:docMk/>
            <pc:sldMk cId="3309261001" sldId="1340"/>
            <ac:spMk id="4" creationId="{E2A9DC92-30BA-460C-88E6-69DA4E3BEBC3}"/>
          </ac:spMkLst>
        </pc:spChg>
      </pc:sldChg>
      <pc:sldChg chg="add">
        <pc:chgData name="Xiaolei Bi" userId="S::xbi@eamv.dk::4defdd0b-eb6b-464a-acc0-49fc44ef47a7" providerId="AD" clId="Web-{867FCD95-7EF5-4AFA-B480-E6ED00FEA8BC}" dt="2025-11-12T09:16:01.407" v="10"/>
        <pc:sldMkLst>
          <pc:docMk/>
          <pc:sldMk cId="1043900489" sldId="1341"/>
        </pc:sldMkLst>
      </pc:sldChg>
      <pc:sldChg chg="add">
        <pc:chgData name="Xiaolei Bi" userId="S::xbi@eamv.dk::4defdd0b-eb6b-464a-acc0-49fc44ef47a7" providerId="AD" clId="Web-{867FCD95-7EF5-4AFA-B480-E6ED00FEA8BC}" dt="2025-11-12T09:16:01.485" v="11"/>
        <pc:sldMkLst>
          <pc:docMk/>
          <pc:sldMk cId="58466714" sldId="1342"/>
        </pc:sldMkLst>
      </pc:sldChg>
      <pc:sldChg chg="add">
        <pc:chgData name="Xiaolei Bi" userId="S::xbi@eamv.dk::4defdd0b-eb6b-464a-acc0-49fc44ef47a7" providerId="AD" clId="Web-{867FCD95-7EF5-4AFA-B480-E6ED00FEA8BC}" dt="2025-11-12T09:16:00.594" v="3"/>
        <pc:sldMkLst>
          <pc:docMk/>
          <pc:sldMk cId="772046792" sldId="1343"/>
        </pc:sldMkLst>
      </pc:sldChg>
      <pc:sldChg chg="modSp add">
        <pc:chgData name="Xiaolei Bi" userId="S::xbi@eamv.dk::4defdd0b-eb6b-464a-acc0-49fc44ef47a7" providerId="AD" clId="Web-{867FCD95-7EF5-4AFA-B480-E6ED00FEA8BC}" dt="2025-11-12T09:18:12.007" v="47" actId="20577"/>
        <pc:sldMkLst>
          <pc:docMk/>
          <pc:sldMk cId="4006080066" sldId="1372"/>
        </pc:sldMkLst>
        <pc:spChg chg="mod">
          <ac:chgData name="Xiaolei Bi" userId="S::xbi@eamv.dk::4defdd0b-eb6b-464a-acc0-49fc44ef47a7" providerId="AD" clId="Web-{867FCD95-7EF5-4AFA-B480-E6ED00FEA8BC}" dt="2025-11-12T09:18:12.007" v="47" actId="20577"/>
          <ac:spMkLst>
            <pc:docMk/>
            <pc:sldMk cId="4006080066" sldId="1372"/>
            <ac:spMk id="5" creationId="{56774EDA-2EEB-CF44-B603-5BE82CFEFA43}"/>
          </ac:spMkLst>
        </pc:spChg>
      </pc:sldChg>
      <pc:sldChg chg="addSp delSp modSp add mod setBg">
        <pc:chgData name="Xiaolei Bi" userId="S::xbi@eamv.dk::4defdd0b-eb6b-464a-acc0-49fc44ef47a7" providerId="AD" clId="Web-{867FCD95-7EF5-4AFA-B480-E6ED00FEA8BC}" dt="2025-11-12T09:17:13.411" v="34"/>
        <pc:sldMkLst>
          <pc:docMk/>
          <pc:sldMk cId="496723467" sldId="1375"/>
        </pc:sldMkLst>
        <pc:spChg chg="mo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2" creationId="{7789F0C0-49CB-244C-A5C8-C9D344ED0B60}"/>
          </ac:spMkLst>
        </pc:spChg>
        <pc:spChg chg="ad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9" creationId="{BACC6370-2D7E-4714-9D71-7542949D7D5D}"/>
          </ac:spMkLst>
        </pc:spChg>
        <pc:spChg chg="ad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11" creationId="{256B2C21-A230-48C0-8DF1-C46611373C44}"/>
          </ac:spMkLst>
        </pc:spChg>
        <pc:spChg chg="ad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13" creationId="{3847E18C-932D-4C95-AABA-FEC7C9499AD7}"/>
          </ac:spMkLst>
        </pc:spChg>
        <pc:spChg chg="ad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15" creationId="{3150CB11-0C61-439E-910F-5787759E72A0}"/>
          </ac:spMkLst>
        </pc:spChg>
        <pc:spChg chg="ad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17" creationId="{43F8A58B-5155-44CE-A5FF-7647B47D0A7A}"/>
          </ac:spMkLst>
        </pc:spChg>
        <pc:spChg chg="add">
          <ac:chgData name="Xiaolei Bi" userId="S::xbi@eamv.dk::4defdd0b-eb6b-464a-acc0-49fc44ef47a7" providerId="AD" clId="Web-{867FCD95-7EF5-4AFA-B480-E6ED00FEA8BC}" dt="2025-11-12T09:17:13.411" v="34"/>
          <ac:spMkLst>
            <pc:docMk/>
            <pc:sldMk cId="496723467" sldId="1375"/>
            <ac:spMk id="19" creationId="{443F2ACA-E6D6-4028-82DD-F03C262D5DE6}"/>
          </ac:spMkLst>
        </pc:spChg>
        <pc:graphicFrameChg chg="add">
          <ac:chgData name="Xiaolei Bi" userId="S::xbi@eamv.dk::4defdd0b-eb6b-464a-acc0-49fc44ef47a7" providerId="AD" clId="Web-{867FCD95-7EF5-4AFA-B480-E6ED00FEA8BC}" dt="2025-11-12T09:17:13.411" v="34"/>
          <ac:graphicFrameMkLst>
            <pc:docMk/>
            <pc:sldMk cId="496723467" sldId="1375"/>
            <ac:graphicFrameMk id="5" creationId="{F2631C40-A35C-59C5-5DA2-C95FFFF131EC}"/>
          </ac:graphicFrameMkLst>
        </pc:graphicFrameChg>
      </pc:sldChg>
      <pc:sldChg chg="add">
        <pc:chgData name="Xiaolei Bi" userId="S::xbi@eamv.dk::4defdd0b-eb6b-464a-acc0-49fc44ef47a7" providerId="AD" clId="Web-{867FCD95-7EF5-4AFA-B480-E6ED00FEA8BC}" dt="2025-11-12T09:16:00.532" v="2"/>
        <pc:sldMkLst>
          <pc:docMk/>
          <pc:sldMk cId="1141745869" sldId="1380"/>
        </pc:sldMkLst>
      </pc:sldChg>
      <pc:sldChg chg="add">
        <pc:chgData name="Xiaolei Bi" userId="S::xbi@eamv.dk::4defdd0b-eb6b-464a-acc0-49fc44ef47a7" providerId="AD" clId="Web-{867FCD95-7EF5-4AFA-B480-E6ED00FEA8BC}" dt="2025-11-12T09:16:00.829" v="8"/>
        <pc:sldMkLst>
          <pc:docMk/>
          <pc:sldMk cId="1287871128" sldId="1387"/>
        </pc:sldMkLst>
      </pc:sldChg>
      <pc:sldChg chg="add">
        <pc:chgData name="Xiaolei Bi" userId="S::xbi@eamv.dk::4defdd0b-eb6b-464a-acc0-49fc44ef47a7" providerId="AD" clId="Web-{867FCD95-7EF5-4AFA-B480-E6ED00FEA8BC}" dt="2025-11-12T09:16:02.079" v="13"/>
        <pc:sldMkLst>
          <pc:docMk/>
          <pc:sldMk cId="919614488" sldId="1391"/>
        </pc:sldMkLst>
      </pc:sldChg>
      <pc:sldChg chg="add">
        <pc:chgData name="Xiaolei Bi" userId="S::xbi@eamv.dk::4defdd0b-eb6b-464a-acc0-49fc44ef47a7" providerId="AD" clId="Web-{867FCD95-7EF5-4AFA-B480-E6ED00FEA8BC}" dt="2025-11-12T09:16:03.548" v="30"/>
        <pc:sldMkLst>
          <pc:docMk/>
          <pc:sldMk cId="4285167853" sldId="1392"/>
        </pc:sldMkLst>
      </pc:sldChg>
      <pc:sldChg chg="addSp modSp add mod setBg">
        <pc:chgData name="Xiaolei Bi" userId="S::xbi@eamv.dk::4defdd0b-eb6b-464a-acc0-49fc44ef47a7" providerId="AD" clId="Web-{867FCD95-7EF5-4AFA-B480-E6ED00FEA8BC}" dt="2025-11-12T09:17:04.457" v="33" actId="20577"/>
        <pc:sldMkLst>
          <pc:docMk/>
          <pc:sldMk cId="2609216209" sldId="1408"/>
        </pc:sldMkLst>
        <pc:spChg chg="mod">
          <ac:chgData name="Xiaolei Bi" userId="S::xbi@eamv.dk::4defdd0b-eb6b-464a-acc0-49fc44ef47a7" providerId="AD" clId="Web-{867FCD95-7EF5-4AFA-B480-E6ED00FEA8BC}" dt="2025-11-12T09:17:04.457" v="33" actId="20577"/>
          <ac:spMkLst>
            <pc:docMk/>
            <pc:sldMk cId="2609216209" sldId="1408"/>
            <ac:spMk id="2" creationId="{E8874F3A-D926-D148-B786-5BFF6D26584F}"/>
          </ac:spMkLst>
        </pc:spChg>
        <pc:spChg chg="mo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3" creationId="{159261D0-25E4-F65E-3749-4E25A804755E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8" creationId="{8C790BE2-4E4F-4AAF-81A2-4A6F4885EBE6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10" creationId="{D28B54C3-B57B-472A-B96E-1FCB67093DC2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12" creationId="{7DB3C429-F8DA-49B9-AF84-21996FCF78B5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14" creationId="{E12088DD-B1AD-40E0-8B86-1D87A2CCD9BE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16" creationId="{C4C9F2B0-1044-46EB-8AEB-C3BFFDE6C2CC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18" creationId="{0C395952-4E26-45A2-8756-2ADFD6E53C6E}"/>
          </ac:spMkLst>
        </pc:spChg>
        <pc:spChg chg="add">
          <ac:chgData name="Xiaolei Bi" userId="S::xbi@eamv.dk::4defdd0b-eb6b-464a-acc0-49fc44ef47a7" providerId="AD" clId="Web-{867FCD95-7EF5-4AFA-B480-E6ED00FEA8BC}" dt="2025-11-12T09:16:52.207" v="32"/>
          <ac:spMkLst>
            <pc:docMk/>
            <pc:sldMk cId="2609216209" sldId="1408"/>
            <ac:spMk id="20" creationId="{4734BADF-9461-4621-B112-2D7BABEA7DD0}"/>
          </ac:spMkLst>
        </pc:spChg>
      </pc:sldChg>
      <pc:sldChg chg="add">
        <pc:chgData name="Xiaolei Bi" userId="S::xbi@eamv.dk::4defdd0b-eb6b-464a-acc0-49fc44ef47a7" providerId="AD" clId="Web-{867FCD95-7EF5-4AFA-B480-E6ED00FEA8BC}" dt="2025-11-12T09:16:02.423" v="19"/>
        <pc:sldMkLst>
          <pc:docMk/>
          <pc:sldMk cId="945375859" sldId="1416"/>
        </pc:sldMkLst>
      </pc:sldChg>
      <pc:sldChg chg="modSp add">
        <pc:chgData name="Xiaolei Bi" userId="S::xbi@eamv.dk::4defdd0b-eb6b-464a-acc0-49fc44ef47a7" providerId="AD" clId="Web-{867FCD95-7EF5-4AFA-B480-E6ED00FEA8BC}" dt="2025-11-12T09:19:26.854" v="60" actId="20577"/>
        <pc:sldMkLst>
          <pc:docMk/>
          <pc:sldMk cId="1989346356" sldId="1419"/>
        </pc:sldMkLst>
        <pc:spChg chg="mod">
          <ac:chgData name="Xiaolei Bi" userId="S::xbi@eamv.dk::4defdd0b-eb6b-464a-acc0-49fc44ef47a7" providerId="AD" clId="Web-{867FCD95-7EF5-4AFA-B480-E6ED00FEA8BC}" dt="2025-11-12T09:19:26.854" v="60" actId="20577"/>
          <ac:spMkLst>
            <pc:docMk/>
            <pc:sldMk cId="1989346356" sldId="1419"/>
            <ac:spMk id="2" creationId="{F41B598D-882C-B198-EA89-0BE389CDF394}"/>
          </ac:spMkLst>
        </pc:spChg>
      </pc:sldChg>
      <pc:sldChg chg="modSp add">
        <pc:chgData name="Xiaolei Bi" userId="S::xbi@eamv.dk::4defdd0b-eb6b-464a-acc0-49fc44ef47a7" providerId="AD" clId="Web-{867FCD95-7EF5-4AFA-B480-E6ED00FEA8BC}" dt="2025-11-12T09:20:10.590" v="65" actId="20577"/>
        <pc:sldMkLst>
          <pc:docMk/>
          <pc:sldMk cId="2665097428" sldId="1420"/>
        </pc:sldMkLst>
        <pc:spChg chg="mod">
          <ac:chgData name="Xiaolei Bi" userId="S::xbi@eamv.dk::4defdd0b-eb6b-464a-acc0-49fc44ef47a7" providerId="AD" clId="Web-{867FCD95-7EF5-4AFA-B480-E6ED00FEA8BC}" dt="2025-11-12T09:20:10.590" v="65" actId="20577"/>
          <ac:spMkLst>
            <pc:docMk/>
            <pc:sldMk cId="2665097428" sldId="1420"/>
            <ac:spMk id="2" creationId="{EDEEBDEC-C067-FD54-DBDB-1CA02860AC62}"/>
          </ac:spMkLst>
        </pc:spChg>
      </pc:sldChg>
      <pc:sldChg chg="modSp new">
        <pc:chgData name="Xiaolei Bi" userId="S::xbi@eamv.dk::4defdd0b-eb6b-464a-acc0-49fc44ef47a7" providerId="AD" clId="Web-{867FCD95-7EF5-4AFA-B480-E6ED00FEA8BC}" dt="2025-11-12T09:32:55.868" v="110" actId="20577"/>
        <pc:sldMkLst>
          <pc:docMk/>
          <pc:sldMk cId="3884569649" sldId="1424"/>
        </pc:sldMkLst>
        <pc:spChg chg="mod">
          <ac:chgData name="Xiaolei Bi" userId="S::xbi@eamv.dk::4defdd0b-eb6b-464a-acc0-49fc44ef47a7" providerId="AD" clId="Web-{867FCD95-7EF5-4AFA-B480-E6ED00FEA8BC}" dt="2025-11-12T09:32:55.868" v="110" actId="20577"/>
          <ac:spMkLst>
            <pc:docMk/>
            <pc:sldMk cId="3884569649" sldId="1424"/>
            <ac:spMk id="2" creationId="{29A67CD9-E5D1-0122-73E3-F456480F8576}"/>
          </ac:spMkLst>
        </pc:spChg>
      </pc:sldChg>
      <pc:sldMasterChg chg="addSldLayout">
        <pc:chgData name="Xiaolei Bi" userId="S::xbi@eamv.dk::4defdd0b-eb6b-464a-acc0-49fc44ef47a7" providerId="AD" clId="Web-{867FCD95-7EF5-4AFA-B480-E6ED00FEA8BC}" dt="2025-11-12T09:16:02.860" v="27"/>
        <pc:sldMasterMkLst>
          <pc:docMk/>
          <pc:sldMasterMk cId="2460954070" sldId="2147483660"/>
        </pc:sldMasterMkLst>
        <pc:sldLayoutChg chg="add">
          <pc:chgData name="Xiaolei Bi" userId="S::xbi@eamv.dk::4defdd0b-eb6b-464a-acc0-49fc44ef47a7" providerId="AD" clId="Web-{867FCD95-7EF5-4AFA-B480-E6ED00FEA8BC}" dt="2025-11-12T09:16:02.860" v="27"/>
          <pc:sldLayoutMkLst>
            <pc:docMk/>
            <pc:sldMasterMk cId="2460954070" sldId="2147483660"/>
            <pc:sldLayoutMk cId="3792245303" sldId="2147483672"/>
          </pc:sldLayoutMkLst>
        </pc:sldLayoutChg>
      </pc:sldMasterChg>
    </pc:docChg>
  </pc:docChgLst>
  <pc:docChgLst>
    <pc:chgData name="Xiaolei Bi" userId="S::xbi@eamv.dk::4defdd0b-eb6b-464a-acc0-49fc44ef47a7" providerId="AD" clId="Web-{514AD81E-0DB8-477E-89DD-50670AFE4127}"/>
    <pc:docChg chg="delSld modSld sldOrd">
      <pc:chgData name="Xiaolei Bi" userId="S::xbi@eamv.dk::4defdd0b-eb6b-464a-acc0-49fc44ef47a7" providerId="AD" clId="Web-{514AD81E-0DB8-477E-89DD-50670AFE4127}" dt="2025-11-17T13:54:32.978" v="35"/>
      <pc:docMkLst>
        <pc:docMk/>
      </pc:docMkLst>
      <pc:sldChg chg="modSp">
        <pc:chgData name="Xiaolei Bi" userId="S::xbi@eamv.dk::4defdd0b-eb6b-464a-acc0-49fc44ef47a7" providerId="AD" clId="Web-{514AD81E-0DB8-477E-89DD-50670AFE4127}" dt="2025-11-17T13:53:05.489" v="24" actId="20577"/>
        <pc:sldMkLst>
          <pc:docMk/>
          <pc:sldMk cId="3251287274" sldId="1335"/>
        </pc:sldMkLst>
        <pc:spChg chg="mod">
          <ac:chgData name="Xiaolei Bi" userId="S::xbi@eamv.dk::4defdd0b-eb6b-464a-acc0-49fc44ef47a7" providerId="AD" clId="Web-{514AD81E-0DB8-477E-89DD-50670AFE4127}" dt="2025-11-17T13:53:05.489" v="24" actId="20577"/>
          <ac:spMkLst>
            <pc:docMk/>
            <pc:sldMk cId="3251287274" sldId="1335"/>
            <ac:spMk id="5" creationId="{ABD2D922-2885-4BF2-8A48-B4E9B3C5D560}"/>
          </ac:spMkLst>
        </pc:spChg>
      </pc:sldChg>
      <pc:sldChg chg="delSp modSp">
        <pc:chgData name="Xiaolei Bi" userId="S::xbi@eamv.dk::4defdd0b-eb6b-464a-acc0-49fc44ef47a7" providerId="AD" clId="Web-{514AD81E-0DB8-477E-89DD-50670AFE4127}" dt="2025-11-17T13:53:25.803" v="28"/>
        <pc:sldMkLst>
          <pc:docMk/>
          <pc:sldMk cId="4120275204" sldId="1337"/>
        </pc:sldMkLst>
        <pc:spChg chg="del">
          <ac:chgData name="Xiaolei Bi" userId="S::xbi@eamv.dk::4defdd0b-eb6b-464a-acc0-49fc44ef47a7" providerId="AD" clId="Web-{514AD81E-0DB8-477E-89DD-50670AFE4127}" dt="2025-11-17T13:53:25.803" v="28"/>
          <ac:spMkLst>
            <pc:docMk/>
            <pc:sldMk cId="4120275204" sldId="1337"/>
            <ac:spMk id="3" creationId="{D10469D4-A358-422F-BCA4-F47713405266}"/>
          </ac:spMkLst>
        </pc:spChg>
        <pc:spChg chg="mod">
          <ac:chgData name="Xiaolei Bi" userId="S::xbi@eamv.dk::4defdd0b-eb6b-464a-acc0-49fc44ef47a7" providerId="AD" clId="Web-{514AD81E-0DB8-477E-89DD-50670AFE4127}" dt="2025-11-17T13:53:20.193" v="27" actId="20577"/>
          <ac:spMkLst>
            <pc:docMk/>
            <pc:sldMk cId="4120275204" sldId="1337"/>
            <ac:spMk id="5" creationId="{4D9B706C-7CEF-45FB-8814-84EB128FADB6}"/>
          </ac:spMkLst>
        </pc:spChg>
      </pc:sldChg>
      <pc:sldChg chg="delSp">
        <pc:chgData name="Xiaolei Bi" userId="S::xbi@eamv.dk::4defdd0b-eb6b-464a-acc0-49fc44ef47a7" providerId="AD" clId="Web-{514AD81E-0DB8-477E-89DD-50670AFE4127}" dt="2025-11-17T13:52:13.393" v="21"/>
        <pc:sldMkLst>
          <pc:docMk/>
          <pc:sldMk cId="3309261001" sldId="1340"/>
        </pc:sldMkLst>
        <pc:spChg chg="del">
          <ac:chgData name="Xiaolei Bi" userId="S::xbi@eamv.dk::4defdd0b-eb6b-464a-acc0-49fc44ef47a7" providerId="AD" clId="Web-{514AD81E-0DB8-477E-89DD-50670AFE4127}" dt="2025-11-17T13:52:13.393" v="21"/>
          <ac:spMkLst>
            <pc:docMk/>
            <pc:sldMk cId="3309261001" sldId="1340"/>
            <ac:spMk id="3" creationId="{E8C56109-F357-4CE3-8C9A-146701275966}"/>
          </ac:spMkLst>
        </pc:spChg>
      </pc:sldChg>
      <pc:sldChg chg="delSp modSp">
        <pc:chgData name="Xiaolei Bi" userId="S::xbi@eamv.dk::4defdd0b-eb6b-464a-acc0-49fc44ef47a7" providerId="AD" clId="Web-{514AD81E-0DB8-477E-89DD-50670AFE4127}" dt="2025-11-17T13:51:53.626" v="19" actId="14100"/>
        <pc:sldMkLst>
          <pc:docMk/>
          <pc:sldMk cId="4006080066" sldId="1372"/>
        </pc:sldMkLst>
        <pc:spChg chg="del mod">
          <ac:chgData name="Xiaolei Bi" userId="S::xbi@eamv.dk::4defdd0b-eb6b-464a-acc0-49fc44ef47a7" providerId="AD" clId="Web-{514AD81E-0DB8-477E-89DD-50670AFE4127}" dt="2025-11-17T13:50:48.452" v="9"/>
          <ac:spMkLst>
            <pc:docMk/>
            <pc:sldMk cId="4006080066" sldId="1372"/>
            <ac:spMk id="2" creationId="{AD518B41-EEEE-3046-827A-363BE8460E86}"/>
          </ac:spMkLst>
        </pc:spChg>
        <pc:spChg chg="del mod">
          <ac:chgData name="Xiaolei Bi" userId="S::xbi@eamv.dk::4defdd0b-eb6b-464a-acc0-49fc44ef47a7" providerId="AD" clId="Web-{514AD81E-0DB8-477E-89DD-50670AFE4127}" dt="2025-11-17T13:50:54.514" v="11"/>
          <ac:spMkLst>
            <pc:docMk/>
            <pc:sldMk cId="4006080066" sldId="1372"/>
            <ac:spMk id="3" creationId="{4FB44B6E-6EA0-0046-9E3D-D8F7EE017E17}"/>
          </ac:spMkLst>
        </pc:spChg>
        <pc:spChg chg="mod">
          <ac:chgData name="Xiaolei Bi" userId="S::xbi@eamv.dk::4defdd0b-eb6b-464a-acc0-49fc44ef47a7" providerId="AD" clId="Web-{514AD81E-0DB8-477E-89DD-50670AFE4127}" dt="2025-11-17T13:51:53.626" v="19" actId="14100"/>
          <ac:spMkLst>
            <pc:docMk/>
            <pc:sldMk cId="4006080066" sldId="1372"/>
            <ac:spMk id="5" creationId="{56774EDA-2EEB-CF44-B603-5BE82CFEFA43}"/>
          </ac:spMkLst>
        </pc:spChg>
      </pc:sldChg>
      <pc:sldChg chg="del">
        <pc:chgData name="Xiaolei Bi" userId="S::xbi@eamv.dk::4defdd0b-eb6b-464a-acc0-49fc44ef47a7" providerId="AD" clId="Web-{514AD81E-0DB8-477E-89DD-50670AFE4127}" dt="2025-11-17T13:51:07.811" v="12"/>
        <pc:sldMkLst>
          <pc:docMk/>
          <pc:sldMk cId="1908165756" sldId="1382"/>
        </pc:sldMkLst>
      </pc:sldChg>
      <pc:sldChg chg="del">
        <pc:chgData name="Xiaolei Bi" userId="S::xbi@eamv.dk::4defdd0b-eb6b-464a-acc0-49fc44ef47a7" providerId="AD" clId="Web-{514AD81E-0DB8-477E-89DD-50670AFE4127}" dt="2025-11-17T13:51:08.874" v="13"/>
        <pc:sldMkLst>
          <pc:docMk/>
          <pc:sldMk cId="4220313317" sldId="1383"/>
        </pc:sldMkLst>
      </pc:sldChg>
      <pc:sldChg chg="del">
        <pc:chgData name="Xiaolei Bi" userId="S::xbi@eamv.dk::4defdd0b-eb6b-464a-acc0-49fc44ef47a7" providerId="AD" clId="Web-{514AD81E-0DB8-477E-89DD-50670AFE4127}" dt="2025-11-17T13:51:10.655" v="14"/>
        <pc:sldMkLst>
          <pc:docMk/>
          <pc:sldMk cId="1471409156" sldId="1384"/>
        </pc:sldMkLst>
      </pc:sldChg>
      <pc:sldChg chg="addSp delSp modSp">
        <pc:chgData name="Xiaolei Bi" userId="S::xbi@eamv.dk::4defdd0b-eb6b-464a-acc0-49fc44ef47a7" providerId="AD" clId="Web-{514AD81E-0DB8-477E-89DD-50670AFE4127}" dt="2025-11-17T13:52:03.298" v="20" actId="20577"/>
        <pc:sldMkLst>
          <pc:docMk/>
          <pc:sldMk cId="1287871128" sldId="1387"/>
        </pc:sldMkLst>
        <pc:spChg chg="del">
          <ac:chgData name="Xiaolei Bi" userId="S::xbi@eamv.dk::4defdd0b-eb6b-464a-acc0-49fc44ef47a7" providerId="AD" clId="Web-{514AD81E-0DB8-477E-89DD-50670AFE4127}" dt="2025-11-17T13:51:41.594" v="17"/>
          <ac:spMkLst>
            <pc:docMk/>
            <pc:sldMk cId="1287871128" sldId="1387"/>
            <ac:spMk id="2" creationId="{6CEFF051-B254-354A-AC4E-B87DF5FD6AC5}"/>
          </ac:spMkLst>
        </pc:spChg>
        <pc:spChg chg="mod">
          <ac:chgData name="Xiaolei Bi" userId="S::xbi@eamv.dk::4defdd0b-eb6b-464a-acc0-49fc44ef47a7" providerId="AD" clId="Web-{514AD81E-0DB8-477E-89DD-50670AFE4127}" dt="2025-11-17T13:52:03.298" v="20" actId="20577"/>
          <ac:spMkLst>
            <pc:docMk/>
            <pc:sldMk cId="1287871128" sldId="1387"/>
            <ac:spMk id="3" creationId="{BFB59FC9-6B30-C749-8F5D-7F22E3C39FB6}"/>
          </ac:spMkLst>
        </pc:spChg>
        <pc:spChg chg="add del mod">
          <ac:chgData name="Xiaolei Bi" userId="S::xbi@eamv.dk::4defdd0b-eb6b-464a-acc0-49fc44ef47a7" providerId="AD" clId="Web-{514AD81E-0DB8-477E-89DD-50670AFE4127}" dt="2025-11-17T13:51:46.844" v="18"/>
          <ac:spMkLst>
            <pc:docMk/>
            <pc:sldMk cId="1287871128" sldId="1387"/>
            <ac:spMk id="5" creationId="{C3CA557F-C012-4BB1-7AFA-401590F4BAB7}"/>
          </ac:spMkLst>
        </pc:spChg>
      </pc:sldChg>
      <pc:sldChg chg="del">
        <pc:chgData name="Xiaolei Bi" userId="S::xbi@eamv.dk::4defdd0b-eb6b-464a-acc0-49fc44ef47a7" providerId="AD" clId="Web-{514AD81E-0DB8-477E-89DD-50670AFE4127}" dt="2025-11-17T13:54:14.102" v="34"/>
        <pc:sldMkLst>
          <pc:docMk/>
          <pc:sldMk cId="730454833" sldId="1415"/>
        </pc:sldMkLst>
      </pc:sldChg>
      <pc:sldChg chg="del">
        <pc:chgData name="Xiaolei Bi" userId="S::xbi@eamv.dk::4defdd0b-eb6b-464a-acc0-49fc44ef47a7" providerId="AD" clId="Web-{514AD81E-0DB8-477E-89DD-50670AFE4127}" dt="2025-11-17T13:54:14.086" v="32"/>
        <pc:sldMkLst>
          <pc:docMk/>
          <pc:sldMk cId="2097825203" sldId="1417"/>
        </pc:sldMkLst>
      </pc:sldChg>
      <pc:sldChg chg="del">
        <pc:chgData name="Xiaolei Bi" userId="S::xbi@eamv.dk::4defdd0b-eb6b-464a-acc0-49fc44ef47a7" providerId="AD" clId="Web-{514AD81E-0DB8-477E-89DD-50670AFE4127}" dt="2025-11-17T13:54:14.086" v="31"/>
        <pc:sldMkLst>
          <pc:docMk/>
          <pc:sldMk cId="390116967" sldId="1418"/>
        </pc:sldMkLst>
      </pc:sldChg>
      <pc:sldChg chg="modSp">
        <pc:chgData name="Xiaolei Bi" userId="S::xbi@eamv.dk::4defdd0b-eb6b-464a-acc0-49fc44ef47a7" providerId="AD" clId="Web-{514AD81E-0DB8-477E-89DD-50670AFE4127}" dt="2025-11-17T13:53:45.382" v="30" actId="20577"/>
        <pc:sldMkLst>
          <pc:docMk/>
          <pc:sldMk cId="1989346356" sldId="1419"/>
        </pc:sldMkLst>
        <pc:spChg chg="mod">
          <ac:chgData name="Xiaolei Bi" userId="S::xbi@eamv.dk::4defdd0b-eb6b-464a-acc0-49fc44ef47a7" providerId="AD" clId="Web-{514AD81E-0DB8-477E-89DD-50670AFE4127}" dt="2025-11-17T13:53:45.382" v="30" actId="20577"/>
          <ac:spMkLst>
            <pc:docMk/>
            <pc:sldMk cId="1989346356" sldId="1419"/>
            <ac:spMk id="3" creationId="{6B6C7C79-57A5-1896-CAEE-9724166702D3}"/>
          </ac:spMkLst>
        </pc:spChg>
      </pc:sldChg>
      <pc:sldChg chg="del">
        <pc:chgData name="Xiaolei Bi" userId="S::xbi@eamv.dk::4defdd0b-eb6b-464a-acc0-49fc44ef47a7" providerId="AD" clId="Web-{514AD81E-0DB8-477E-89DD-50670AFE4127}" dt="2025-11-17T13:54:14.102" v="33"/>
        <pc:sldMkLst>
          <pc:docMk/>
          <pc:sldMk cId="2630596430" sldId="1422"/>
        </pc:sldMkLst>
      </pc:sldChg>
      <pc:sldChg chg="modSp">
        <pc:chgData name="Xiaolei Bi" userId="S::xbi@eamv.dk::4defdd0b-eb6b-464a-acc0-49fc44ef47a7" providerId="AD" clId="Web-{514AD81E-0DB8-477E-89DD-50670AFE4127}" dt="2025-11-17T13:50:33.248" v="6" actId="20577"/>
        <pc:sldMkLst>
          <pc:docMk/>
          <pc:sldMk cId="389565679" sldId="1425"/>
        </pc:sldMkLst>
        <pc:spChg chg="mod">
          <ac:chgData name="Xiaolei Bi" userId="S::xbi@eamv.dk::4defdd0b-eb6b-464a-acc0-49fc44ef47a7" providerId="AD" clId="Web-{514AD81E-0DB8-477E-89DD-50670AFE4127}" dt="2025-11-17T13:50:33.248" v="6" actId="20577"/>
          <ac:spMkLst>
            <pc:docMk/>
            <pc:sldMk cId="389565679" sldId="1425"/>
            <ac:spMk id="3" creationId="{0378E4F5-27B4-734D-1400-3CDF4DCCEAFB}"/>
          </ac:spMkLst>
        </pc:spChg>
      </pc:sldChg>
      <pc:sldChg chg="ord">
        <pc:chgData name="Xiaolei Bi" userId="S::xbi@eamv.dk::4defdd0b-eb6b-464a-acc0-49fc44ef47a7" providerId="AD" clId="Web-{514AD81E-0DB8-477E-89DD-50670AFE4127}" dt="2025-11-17T13:54:32.978" v="35"/>
        <pc:sldMkLst>
          <pc:docMk/>
          <pc:sldMk cId="1983313512" sldId="1426"/>
        </pc:sldMkLst>
      </pc:sldChg>
    </pc:docChg>
  </pc:docChgLst>
  <pc:docChgLst>
    <pc:chgData name="Xiaolei Bi" userId="S::xbi@eamv.dk::4defdd0b-eb6b-464a-acc0-49fc44ef47a7" providerId="AD" clId="Web-{8D6FA46D-7E57-4309-B66E-54678FE5954B}"/>
    <pc:docChg chg="addSld modSld">
      <pc:chgData name="Xiaolei Bi" userId="S::xbi@eamv.dk::4defdd0b-eb6b-464a-acc0-49fc44ef47a7" providerId="AD" clId="Web-{8D6FA46D-7E57-4309-B66E-54678FE5954B}" dt="2025-11-12T10:36:44.913" v="25" actId="20577"/>
      <pc:docMkLst>
        <pc:docMk/>
      </pc:docMkLst>
      <pc:sldChg chg="modSp new">
        <pc:chgData name="Xiaolei Bi" userId="S::xbi@eamv.dk::4defdd0b-eb6b-464a-acc0-49fc44ef47a7" providerId="AD" clId="Web-{8D6FA46D-7E57-4309-B66E-54678FE5954B}" dt="2025-11-12T10:36:10.006" v="14" actId="20577"/>
        <pc:sldMkLst>
          <pc:docMk/>
          <pc:sldMk cId="389565679" sldId="1425"/>
        </pc:sldMkLst>
        <pc:spChg chg="mod">
          <ac:chgData name="Xiaolei Bi" userId="S::xbi@eamv.dk::4defdd0b-eb6b-464a-acc0-49fc44ef47a7" providerId="AD" clId="Web-{8D6FA46D-7E57-4309-B66E-54678FE5954B}" dt="2025-11-12T10:35:48.537" v="10" actId="20577"/>
          <ac:spMkLst>
            <pc:docMk/>
            <pc:sldMk cId="389565679" sldId="1425"/>
            <ac:spMk id="2" creationId="{C9917E61-2187-C7FD-B7FA-3F2AE74D6518}"/>
          </ac:spMkLst>
        </pc:spChg>
        <pc:spChg chg="mod">
          <ac:chgData name="Xiaolei Bi" userId="S::xbi@eamv.dk::4defdd0b-eb6b-464a-acc0-49fc44ef47a7" providerId="AD" clId="Web-{8D6FA46D-7E57-4309-B66E-54678FE5954B}" dt="2025-11-12T10:36:10.006" v="14" actId="20577"/>
          <ac:spMkLst>
            <pc:docMk/>
            <pc:sldMk cId="389565679" sldId="1425"/>
            <ac:spMk id="3" creationId="{0378E4F5-27B4-734D-1400-3CDF4DCCEAFB}"/>
          </ac:spMkLst>
        </pc:spChg>
      </pc:sldChg>
      <pc:sldChg chg="modSp new">
        <pc:chgData name="Xiaolei Bi" userId="S::xbi@eamv.dk::4defdd0b-eb6b-464a-acc0-49fc44ef47a7" providerId="AD" clId="Web-{8D6FA46D-7E57-4309-B66E-54678FE5954B}" dt="2025-11-12T10:36:44.913" v="25" actId="20577"/>
        <pc:sldMkLst>
          <pc:docMk/>
          <pc:sldMk cId="1983313512" sldId="1426"/>
        </pc:sldMkLst>
        <pc:spChg chg="mod">
          <ac:chgData name="Xiaolei Bi" userId="S::xbi@eamv.dk::4defdd0b-eb6b-464a-acc0-49fc44ef47a7" providerId="AD" clId="Web-{8D6FA46D-7E57-4309-B66E-54678FE5954B}" dt="2025-11-12T10:36:21.944" v="21" actId="20577"/>
          <ac:spMkLst>
            <pc:docMk/>
            <pc:sldMk cId="1983313512" sldId="1426"/>
            <ac:spMk id="2" creationId="{9C037358-7CA6-96F0-0E8E-DB40260E76EA}"/>
          </ac:spMkLst>
        </pc:spChg>
        <pc:spChg chg="mod">
          <ac:chgData name="Xiaolei Bi" userId="S::xbi@eamv.dk::4defdd0b-eb6b-464a-acc0-49fc44ef47a7" providerId="AD" clId="Web-{8D6FA46D-7E57-4309-B66E-54678FE5954B}" dt="2025-11-12T10:36:44.913" v="25" actId="20577"/>
          <ac:spMkLst>
            <pc:docMk/>
            <pc:sldMk cId="1983313512" sldId="1426"/>
            <ac:spMk id="3" creationId="{D8CC6C13-7E13-9838-95B6-2A515BD9F49A}"/>
          </ac:spMkLst>
        </pc:spChg>
      </pc:sldChg>
    </pc:docChg>
  </pc:docChgLst>
  <pc:docChgLst>
    <pc:chgData name="Xiaolei Bi" userId="S::xbi@eamv.dk::4defdd0b-eb6b-464a-acc0-49fc44ef47a7" providerId="AD" clId="Web-{364E4521-D422-4012-BEE6-F299DA931407}"/>
    <pc:docChg chg="modSld">
      <pc:chgData name="Xiaolei Bi" userId="S::xbi@eamv.dk::4defdd0b-eb6b-464a-acc0-49fc44ef47a7" providerId="AD" clId="Web-{364E4521-D422-4012-BEE6-F299DA931407}" dt="2025-11-18T11:37:21.561" v="0" actId="20577"/>
      <pc:docMkLst>
        <pc:docMk/>
      </pc:docMkLst>
      <pc:sldChg chg="modSp">
        <pc:chgData name="Xiaolei Bi" userId="S::xbi@eamv.dk::4defdd0b-eb6b-464a-acc0-49fc44ef47a7" providerId="AD" clId="Web-{364E4521-D422-4012-BEE6-F299DA931407}" dt="2025-11-18T11:37:21.561" v="0" actId="20577"/>
        <pc:sldMkLst>
          <pc:docMk/>
          <pc:sldMk cId="1983313512" sldId="1426"/>
        </pc:sldMkLst>
        <pc:spChg chg="mod">
          <ac:chgData name="Xiaolei Bi" userId="S::xbi@eamv.dk::4defdd0b-eb6b-464a-acc0-49fc44ef47a7" providerId="AD" clId="Web-{364E4521-D422-4012-BEE6-F299DA931407}" dt="2025-11-18T11:37:21.561" v="0" actId="20577"/>
          <ac:spMkLst>
            <pc:docMk/>
            <pc:sldMk cId="1983313512" sldId="1426"/>
            <ac:spMk id="3" creationId="{D8CC6C13-7E13-9838-95B6-2A515BD9F49A}"/>
          </ac:spMkLst>
        </pc:spChg>
      </pc:sldChg>
    </pc:docChg>
  </pc:docChgLst>
  <pc:docChgLst>
    <pc:chgData name="Xiaolei Bi" userId="S::xbi@eamv.dk::4defdd0b-eb6b-464a-acc0-49fc44ef47a7" providerId="AD" clId="Web-{8C7FACD1-DECE-44CC-A6D4-049E85C636B7}"/>
    <pc:docChg chg="modSld sldOrd">
      <pc:chgData name="Xiaolei Bi" userId="S::xbi@eamv.dk::4defdd0b-eb6b-464a-acc0-49fc44ef47a7" providerId="AD" clId="Web-{8C7FACD1-DECE-44CC-A6D4-049E85C636B7}" dt="2025-11-12T09:42:41.586" v="17" actId="20577"/>
      <pc:docMkLst>
        <pc:docMk/>
      </pc:docMkLst>
      <pc:sldChg chg="modSp ord">
        <pc:chgData name="Xiaolei Bi" userId="S::xbi@eamv.dk::4defdd0b-eb6b-464a-acc0-49fc44ef47a7" providerId="AD" clId="Web-{8C7FACD1-DECE-44CC-A6D4-049E85C636B7}" dt="2025-11-12T09:42:08.024" v="16"/>
        <pc:sldMkLst>
          <pc:docMk/>
          <pc:sldMk cId="772046792" sldId="1343"/>
        </pc:sldMkLst>
        <pc:spChg chg="mod">
          <ac:chgData name="Xiaolei Bi" userId="S::xbi@eamv.dk::4defdd0b-eb6b-464a-acc0-49fc44ef47a7" providerId="AD" clId="Web-{8C7FACD1-DECE-44CC-A6D4-049E85C636B7}" dt="2025-11-12T09:42:01.680" v="15" actId="1076"/>
          <ac:spMkLst>
            <pc:docMk/>
            <pc:sldMk cId="772046792" sldId="1343"/>
            <ac:spMk id="4" creationId="{90C8CAA3-E003-43DA-8CC7-E322A70F198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89C3D2-1470-4936-8705-7F0F32C888FB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C27F2DB-18A4-4DEE-8D9B-2976D0DADCB1}">
      <dgm:prSet/>
      <dgm:spPr/>
      <dgm:t>
        <a:bodyPr/>
        <a:lstStyle/>
        <a:p>
          <a:r>
            <a:rPr lang="en-US"/>
            <a:t>Create</a:t>
          </a:r>
        </a:p>
      </dgm:t>
    </dgm:pt>
    <dgm:pt modelId="{4D2D61A3-CB01-4C62-A613-290F5E64F488}" type="parTrans" cxnId="{8BF83AA3-A8F3-43DE-95C2-2EB9D9F336A1}">
      <dgm:prSet/>
      <dgm:spPr/>
      <dgm:t>
        <a:bodyPr/>
        <a:lstStyle/>
        <a:p>
          <a:endParaRPr lang="en-US"/>
        </a:p>
      </dgm:t>
    </dgm:pt>
    <dgm:pt modelId="{98889396-84B0-4922-81EA-26A70D6BAC73}" type="sibTrans" cxnId="{8BF83AA3-A8F3-43DE-95C2-2EB9D9F336A1}">
      <dgm:prSet/>
      <dgm:spPr/>
      <dgm:t>
        <a:bodyPr/>
        <a:lstStyle/>
        <a:p>
          <a:endParaRPr lang="en-US"/>
        </a:p>
      </dgm:t>
    </dgm:pt>
    <dgm:pt modelId="{1A267FD9-162D-4B9B-BF87-E203A7EC061D}">
      <dgm:prSet/>
      <dgm:spPr/>
      <dgm:t>
        <a:bodyPr/>
        <a:lstStyle/>
        <a:p>
          <a:r>
            <a:rPr lang="en-US"/>
            <a:t>Read</a:t>
          </a:r>
        </a:p>
      </dgm:t>
    </dgm:pt>
    <dgm:pt modelId="{10221402-1FF0-406E-B571-B94D12D5EE9C}" type="parTrans" cxnId="{6E5A3ADE-FED4-42BE-99A8-F5283E817308}">
      <dgm:prSet/>
      <dgm:spPr/>
      <dgm:t>
        <a:bodyPr/>
        <a:lstStyle/>
        <a:p>
          <a:endParaRPr lang="en-US"/>
        </a:p>
      </dgm:t>
    </dgm:pt>
    <dgm:pt modelId="{A5C9A6C1-3510-4424-8935-96C50AAA763D}" type="sibTrans" cxnId="{6E5A3ADE-FED4-42BE-99A8-F5283E817308}">
      <dgm:prSet/>
      <dgm:spPr/>
      <dgm:t>
        <a:bodyPr/>
        <a:lstStyle/>
        <a:p>
          <a:endParaRPr lang="en-US"/>
        </a:p>
      </dgm:t>
    </dgm:pt>
    <dgm:pt modelId="{9372D5CC-F8B3-48B2-9D66-929E39CCCFF0}">
      <dgm:prSet/>
      <dgm:spPr/>
      <dgm:t>
        <a:bodyPr/>
        <a:lstStyle/>
        <a:p>
          <a:r>
            <a:rPr lang="en-US"/>
            <a:t>Update</a:t>
          </a:r>
        </a:p>
      </dgm:t>
    </dgm:pt>
    <dgm:pt modelId="{4836BA36-F638-41F0-8813-9CF5FC1811BD}" type="parTrans" cxnId="{34380931-9291-4998-90B0-7041D4948A4E}">
      <dgm:prSet/>
      <dgm:spPr/>
      <dgm:t>
        <a:bodyPr/>
        <a:lstStyle/>
        <a:p>
          <a:endParaRPr lang="en-US"/>
        </a:p>
      </dgm:t>
    </dgm:pt>
    <dgm:pt modelId="{4C42C3AA-4D93-4B9B-A793-901DCEC11258}" type="sibTrans" cxnId="{34380931-9291-4998-90B0-7041D4948A4E}">
      <dgm:prSet/>
      <dgm:spPr/>
      <dgm:t>
        <a:bodyPr/>
        <a:lstStyle/>
        <a:p>
          <a:endParaRPr lang="en-US"/>
        </a:p>
      </dgm:t>
    </dgm:pt>
    <dgm:pt modelId="{A62B21C1-8E72-41B7-9A5E-86731BE4DACC}">
      <dgm:prSet/>
      <dgm:spPr/>
      <dgm:t>
        <a:bodyPr/>
        <a:lstStyle/>
        <a:p>
          <a:r>
            <a:rPr lang="en-US"/>
            <a:t>Delete</a:t>
          </a:r>
        </a:p>
      </dgm:t>
    </dgm:pt>
    <dgm:pt modelId="{30A03546-672B-405C-847F-F1D66BCD853F}" type="parTrans" cxnId="{F9538A4E-4D51-4DC1-8406-E770F2ED5DD4}">
      <dgm:prSet/>
      <dgm:spPr/>
      <dgm:t>
        <a:bodyPr/>
        <a:lstStyle/>
        <a:p>
          <a:endParaRPr lang="en-US"/>
        </a:p>
      </dgm:t>
    </dgm:pt>
    <dgm:pt modelId="{507BE356-C1FF-452C-8331-F160C1CD99B2}" type="sibTrans" cxnId="{F9538A4E-4D51-4DC1-8406-E770F2ED5DD4}">
      <dgm:prSet/>
      <dgm:spPr/>
      <dgm:t>
        <a:bodyPr/>
        <a:lstStyle/>
        <a:p>
          <a:endParaRPr lang="en-US"/>
        </a:p>
      </dgm:t>
    </dgm:pt>
    <dgm:pt modelId="{91BB26C5-70C8-4E96-8E78-1078E0714EF0}" type="pres">
      <dgm:prSet presAssocID="{3189C3D2-1470-4936-8705-7F0F32C888FB}" presName="matrix" presStyleCnt="0">
        <dgm:presLayoutVars>
          <dgm:chMax val="1"/>
          <dgm:dir/>
          <dgm:resizeHandles val="exact"/>
        </dgm:presLayoutVars>
      </dgm:prSet>
      <dgm:spPr/>
    </dgm:pt>
    <dgm:pt modelId="{5F3041FE-1070-4035-87F1-504826D82F5C}" type="pres">
      <dgm:prSet presAssocID="{3189C3D2-1470-4936-8705-7F0F32C888FB}" presName="diamond" presStyleLbl="bgShp" presStyleIdx="0" presStyleCnt="1"/>
      <dgm:spPr/>
    </dgm:pt>
    <dgm:pt modelId="{35C556E2-2474-4D9D-81E4-D9D9569FAD98}" type="pres">
      <dgm:prSet presAssocID="{3189C3D2-1470-4936-8705-7F0F32C888F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57D5D96-936F-401E-B51E-EC16A5CDD9B9}" type="pres">
      <dgm:prSet presAssocID="{3189C3D2-1470-4936-8705-7F0F32C888F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81A6025-4693-4406-926B-CAF4FD6A2527}" type="pres">
      <dgm:prSet presAssocID="{3189C3D2-1470-4936-8705-7F0F32C888F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25A2435-81B2-4FCD-8557-C51E40CBECA6}" type="pres">
      <dgm:prSet presAssocID="{3189C3D2-1470-4936-8705-7F0F32C888F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4380931-9291-4998-90B0-7041D4948A4E}" srcId="{3189C3D2-1470-4936-8705-7F0F32C888FB}" destId="{9372D5CC-F8B3-48B2-9D66-929E39CCCFF0}" srcOrd="2" destOrd="0" parTransId="{4836BA36-F638-41F0-8813-9CF5FC1811BD}" sibTransId="{4C42C3AA-4D93-4B9B-A793-901DCEC11258}"/>
    <dgm:cxn modelId="{DB682947-65BF-4147-AC94-A2FCA2061CB8}" type="presOf" srcId="{1A267FD9-162D-4B9B-BF87-E203A7EC061D}" destId="{F57D5D96-936F-401E-B51E-EC16A5CDD9B9}" srcOrd="0" destOrd="0" presId="urn:microsoft.com/office/officeart/2005/8/layout/matrix3"/>
    <dgm:cxn modelId="{F9538A4E-4D51-4DC1-8406-E770F2ED5DD4}" srcId="{3189C3D2-1470-4936-8705-7F0F32C888FB}" destId="{A62B21C1-8E72-41B7-9A5E-86731BE4DACC}" srcOrd="3" destOrd="0" parTransId="{30A03546-672B-405C-847F-F1D66BCD853F}" sibTransId="{507BE356-C1FF-452C-8331-F160C1CD99B2}"/>
    <dgm:cxn modelId="{ABF58F57-FBF2-40DF-B6C7-CDF8D53EC560}" type="presOf" srcId="{A62B21C1-8E72-41B7-9A5E-86731BE4DACC}" destId="{125A2435-81B2-4FCD-8557-C51E40CBECA6}" srcOrd="0" destOrd="0" presId="urn:microsoft.com/office/officeart/2005/8/layout/matrix3"/>
    <dgm:cxn modelId="{8BF83AA3-A8F3-43DE-95C2-2EB9D9F336A1}" srcId="{3189C3D2-1470-4936-8705-7F0F32C888FB}" destId="{4C27F2DB-18A4-4DEE-8D9B-2976D0DADCB1}" srcOrd="0" destOrd="0" parTransId="{4D2D61A3-CB01-4C62-A613-290F5E64F488}" sibTransId="{98889396-84B0-4922-81EA-26A70D6BAC73}"/>
    <dgm:cxn modelId="{F2ABDFAE-411C-4B73-A31B-EC6460C34C3E}" type="presOf" srcId="{9372D5CC-F8B3-48B2-9D66-929E39CCCFF0}" destId="{F81A6025-4693-4406-926B-CAF4FD6A2527}" srcOrd="0" destOrd="0" presId="urn:microsoft.com/office/officeart/2005/8/layout/matrix3"/>
    <dgm:cxn modelId="{EED3E7C3-06A4-4E11-8A73-485F1D7C756F}" type="presOf" srcId="{4C27F2DB-18A4-4DEE-8D9B-2976D0DADCB1}" destId="{35C556E2-2474-4D9D-81E4-D9D9569FAD98}" srcOrd="0" destOrd="0" presId="urn:microsoft.com/office/officeart/2005/8/layout/matrix3"/>
    <dgm:cxn modelId="{6E5A3ADE-FED4-42BE-99A8-F5283E817308}" srcId="{3189C3D2-1470-4936-8705-7F0F32C888FB}" destId="{1A267FD9-162D-4B9B-BF87-E203A7EC061D}" srcOrd="1" destOrd="0" parTransId="{10221402-1FF0-406E-B571-B94D12D5EE9C}" sibTransId="{A5C9A6C1-3510-4424-8935-96C50AAA763D}"/>
    <dgm:cxn modelId="{D5E439F0-A6F0-4453-9AA7-0F2A999DC9E5}" type="presOf" srcId="{3189C3D2-1470-4936-8705-7F0F32C888FB}" destId="{91BB26C5-70C8-4E96-8E78-1078E0714EF0}" srcOrd="0" destOrd="0" presId="urn:microsoft.com/office/officeart/2005/8/layout/matrix3"/>
    <dgm:cxn modelId="{3B932D22-8F04-4624-8EE4-E1FE128703CD}" type="presParOf" srcId="{91BB26C5-70C8-4E96-8E78-1078E0714EF0}" destId="{5F3041FE-1070-4035-87F1-504826D82F5C}" srcOrd="0" destOrd="0" presId="urn:microsoft.com/office/officeart/2005/8/layout/matrix3"/>
    <dgm:cxn modelId="{694B7743-6A41-4749-8300-5D6D2353866B}" type="presParOf" srcId="{91BB26C5-70C8-4E96-8E78-1078E0714EF0}" destId="{35C556E2-2474-4D9D-81E4-D9D9569FAD98}" srcOrd="1" destOrd="0" presId="urn:microsoft.com/office/officeart/2005/8/layout/matrix3"/>
    <dgm:cxn modelId="{1C5F2B02-62B4-4DD4-B0F2-05527DB3763A}" type="presParOf" srcId="{91BB26C5-70C8-4E96-8E78-1078E0714EF0}" destId="{F57D5D96-936F-401E-B51E-EC16A5CDD9B9}" srcOrd="2" destOrd="0" presId="urn:microsoft.com/office/officeart/2005/8/layout/matrix3"/>
    <dgm:cxn modelId="{3EDBBBE5-67D2-469F-965E-0394FE13119E}" type="presParOf" srcId="{91BB26C5-70C8-4E96-8E78-1078E0714EF0}" destId="{F81A6025-4693-4406-926B-CAF4FD6A2527}" srcOrd="3" destOrd="0" presId="urn:microsoft.com/office/officeart/2005/8/layout/matrix3"/>
    <dgm:cxn modelId="{D3565B3F-3B16-417F-A220-FAFD4D49C3C2}" type="presParOf" srcId="{91BB26C5-70C8-4E96-8E78-1078E0714EF0}" destId="{125A2435-81B2-4FCD-8557-C51E40CBECA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041FE-1070-4035-87F1-504826D82F5C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C556E2-2474-4D9D-81E4-D9D9569FAD98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Create</a:t>
          </a:r>
        </a:p>
      </dsp:txBody>
      <dsp:txXfrm>
        <a:off x="1228411" y="621955"/>
        <a:ext cx="1919362" cy="1919362"/>
      </dsp:txXfrm>
    </dsp:sp>
    <dsp:sp modelId="{F57D5D96-936F-401E-B51E-EC16A5CDD9B9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Read</a:t>
          </a:r>
        </a:p>
      </dsp:txBody>
      <dsp:txXfrm>
        <a:off x="3519058" y="621955"/>
        <a:ext cx="1919362" cy="1919362"/>
      </dsp:txXfrm>
    </dsp:sp>
    <dsp:sp modelId="{F81A6025-4693-4406-926B-CAF4FD6A2527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Update</a:t>
          </a:r>
        </a:p>
      </dsp:txBody>
      <dsp:txXfrm>
        <a:off x="1228411" y="2912601"/>
        <a:ext cx="1919362" cy="1919362"/>
      </dsp:txXfrm>
    </dsp:sp>
    <dsp:sp modelId="{125A2435-81B2-4FCD-8557-C51E40CBECA6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Delete</a:t>
          </a:r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783D6-2A9C-43C2-9D6B-3056B8A01FB2}" type="datetimeFigureOut"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64C19-2C7F-4242-B96E-5F916F24A5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42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The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SQL </a:t>
            </a:r>
            <a:r>
              <a:rPr lang="en-US" sz="1200" b="1">
                <a:solidFill>
                  <a:srgbClr val="404040"/>
                </a:solidFill>
                <a:latin typeface="Ebrima"/>
                <a:cs typeface="Ebrima"/>
              </a:rPr>
              <a:t>SELECT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command is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used to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fetch data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from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MySQL database.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You 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can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use this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command at </a:t>
            </a:r>
            <a:r>
              <a:rPr lang="en-US" sz="1200" spc="-5" err="1">
                <a:solidFill>
                  <a:srgbClr val="404040"/>
                </a:solidFill>
                <a:latin typeface="Ebrima"/>
                <a:cs typeface="Ebrima"/>
              </a:rPr>
              <a:t>mysql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&gt; prompt as well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as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in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any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script like</a:t>
            </a:r>
            <a:r>
              <a:rPr lang="en-US" sz="1200" spc="-35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lang="en-US" sz="1200" spc="-10">
                <a:solidFill>
                  <a:srgbClr val="404040"/>
                </a:solidFill>
                <a:latin typeface="Ebrima"/>
                <a:cs typeface="Ebrima"/>
              </a:rPr>
              <a:t>PHP.</a:t>
            </a:r>
            <a:endParaRPr lang="en-US" sz="1200">
              <a:latin typeface="Ebrima"/>
              <a:cs typeface="Ebrima"/>
            </a:endParaRP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0757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</a:t>
            </a:r>
            <a:r>
              <a:rPr lang="en-DK"/>
              <a:t>ote use ‘ ‘ when varchar, not use ‘’ when int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artist,label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album where label='Columbia’;</a:t>
            </a:r>
          </a:p>
          <a:p>
            <a:endParaRPr lang="en-DK"/>
          </a:p>
          <a:p>
            <a:endParaRPr lang="en-DK"/>
          </a:p>
          <a:p>
            <a:r>
              <a:rPr lang="en-GB"/>
              <a:t>N</a:t>
            </a:r>
            <a:r>
              <a:rPr lang="en-DK"/>
              <a:t>otice sql is not case sensitive ( email address)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694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https://www.w3schools.com/</a:t>
            </a:r>
            <a:r>
              <a:rPr lang="en-GB" err="1"/>
              <a:t>mysql</a:t>
            </a:r>
            <a:r>
              <a:rPr lang="en-GB"/>
              <a:t>/</a:t>
            </a:r>
            <a:r>
              <a:rPr lang="en-GB" err="1"/>
              <a:t>mysql_orderby.asp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8615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We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use the UPDATE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statement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to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update existing data in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</a:t>
            </a:r>
            <a:r>
              <a:rPr lang="en-US" sz="1200" spc="-85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table.</a:t>
            </a:r>
            <a:endParaRPr lang="en-US" sz="1200">
              <a:latin typeface="Ebrima"/>
              <a:cs typeface="Ebrima"/>
            </a:endParaRPr>
          </a:p>
          <a:p>
            <a:pPr marL="12700" marR="5080">
              <a:lnSpc>
                <a:spcPct val="150000"/>
              </a:lnSpc>
            </a:pP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We can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use the UPDATE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statement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to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change column values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of a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single row, 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group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of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rows,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or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all rows in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</a:t>
            </a:r>
            <a:r>
              <a:rPr lang="en-US" sz="1200" spc="-75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table.</a:t>
            </a:r>
            <a:endParaRPr lang="en-US" sz="1200">
              <a:latin typeface="Ebrima"/>
              <a:cs typeface="Ebrima"/>
            </a:endParaRP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16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MySQL </a:t>
            </a:r>
            <a:r>
              <a:rPr lang="en-US" sz="1200" b="1" spc="-10">
                <a:solidFill>
                  <a:srgbClr val="404040"/>
                </a:solidFill>
                <a:latin typeface="Consolas"/>
                <a:cs typeface="Consolas"/>
              </a:rPr>
              <a:t>DELETE</a:t>
            </a:r>
            <a:r>
              <a:rPr lang="en-US" sz="1200" b="1" spc="-575">
                <a:solidFill>
                  <a:srgbClr val="404040"/>
                </a:solidFill>
                <a:latin typeface="Consolas"/>
                <a:cs typeface="Consolas"/>
              </a:rPr>
              <a:t>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statement allows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you to remove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records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from not only one 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table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but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also multiple tables using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single </a:t>
            </a:r>
            <a:r>
              <a:rPr lang="en-US" sz="1200" b="1" spc="-10">
                <a:solidFill>
                  <a:srgbClr val="404040"/>
                </a:solidFill>
                <a:latin typeface="Consolas"/>
                <a:cs typeface="Consolas"/>
              </a:rPr>
              <a:t>DELETE</a:t>
            </a:r>
            <a:r>
              <a:rPr lang="en-US" sz="1200" b="1" spc="-515">
                <a:solidFill>
                  <a:srgbClr val="404040"/>
                </a:solidFill>
                <a:latin typeface="Consolas"/>
                <a:cs typeface="Consolas"/>
              </a:rPr>
              <a:t>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statement.</a:t>
            </a:r>
            <a:endParaRPr lang="en-US" sz="1200">
              <a:latin typeface="Ebrima"/>
              <a:cs typeface="Ebrima"/>
            </a:endParaRP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0891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US" sz="1200" b="1" spc="-5">
                <a:solidFill>
                  <a:srgbClr val="404040"/>
                </a:solidFill>
                <a:latin typeface="Ebrima"/>
                <a:cs typeface="Ebrima"/>
              </a:rPr>
              <a:t>Alter</a:t>
            </a:r>
            <a:r>
              <a:rPr lang="en-US" sz="1200" b="1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lang="en-US" sz="1200" b="1" spc="-5">
                <a:solidFill>
                  <a:srgbClr val="404040"/>
                </a:solidFill>
                <a:latin typeface="Ebrima"/>
                <a:cs typeface="Ebrima"/>
              </a:rPr>
              <a:t>tables:</a:t>
            </a:r>
            <a:endParaRPr lang="en-US" sz="1200">
              <a:latin typeface="Ebrima"/>
              <a:cs typeface="Ebrima"/>
            </a:endParaRPr>
          </a:p>
          <a:p>
            <a:pPr marL="12700" marR="189230">
              <a:lnSpc>
                <a:spcPct val="150000"/>
              </a:lnSpc>
            </a:pP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The ALTER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TABLE statement allows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you to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add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column, drop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column,  change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the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data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type of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column, add primary key, rename table, and many  more.</a:t>
            </a:r>
            <a:endParaRPr lang="en-US" sz="1200">
              <a:latin typeface="Ebrima"/>
              <a:cs typeface="Ebrima"/>
            </a:endParaRP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4688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It is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very easy to drop an existing MySQL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table,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but you need to be  very careful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while deleting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any existing table because data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lost will 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not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be recovered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after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deleting </a:t>
            </a:r>
            <a:r>
              <a:rPr lang="en-US" sz="1200">
                <a:solidFill>
                  <a:srgbClr val="404040"/>
                </a:solidFill>
                <a:latin typeface="Ebrima"/>
                <a:cs typeface="Ebrima"/>
              </a:rPr>
              <a:t>a</a:t>
            </a:r>
            <a:r>
              <a:rPr lang="en-US" sz="1200" spc="40">
                <a:solidFill>
                  <a:srgbClr val="404040"/>
                </a:solidFill>
                <a:latin typeface="Ebrima"/>
                <a:cs typeface="Ebrima"/>
              </a:rPr>
              <a:t> </a:t>
            </a:r>
            <a:r>
              <a:rPr lang="en-US" sz="1200" spc="-5">
                <a:solidFill>
                  <a:srgbClr val="404040"/>
                </a:solidFill>
                <a:latin typeface="Ebrima"/>
                <a:cs typeface="Ebrima"/>
              </a:rPr>
              <a:t>table.</a:t>
            </a:r>
            <a:endParaRPr lang="en-US" sz="1200">
              <a:latin typeface="Ebrima"/>
              <a:cs typeface="Ebrima"/>
            </a:endParaRPr>
          </a:p>
          <a:p>
            <a:endParaRPr lang="da-DK"/>
          </a:p>
          <a:p>
            <a:r>
              <a:rPr lang="da-DK"/>
              <a:t>Drop database</a:t>
            </a:r>
          </a:p>
          <a:p>
            <a:r>
              <a:rPr lang="da-DK" err="1"/>
              <a:t>https</a:t>
            </a:r>
            <a:r>
              <a:rPr lang="da-DK"/>
              <a:t>://www.w3schools.com/</a:t>
            </a:r>
            <a:r>
              <a:rPr lang="da-DK" err="1"/>
              <a:t>mysql</a:t>
            </a:r>
            <a:r>
              <a:rPr lang="da-DK"/>
              <a:t>/</a:t>
            </a:r>
            <a:r>
              <a:rPr lang="da-DK" err="1"/>
              <a:t>mysql_drop_db.asp</a:t>
            </a:r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77448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3157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album.artist,album.id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track.title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track.track_number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album INNER JOIN track ON 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album.id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GB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track.album_id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02354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7565" y="444705"/>
            <a:ext cx="995686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891A7"/>
                </a:solidFill>
                <a:latin typeface="Ebrima"/>
                <a:cs typeface="Ebri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50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35436A"/>
                </a:solidFill>
                <a:latin typeface="Ebrima"/>
                <a:cs typeface="Ebrima"/>
              </a:defRPr>
            </a:lvl1pPr>
          </a:lstStyle>
          <a:p>
            <a:pPr marL="93980">
              <a:spcBef>
                <a:spcPts val="175"/>
              </a:spcBef>
            </a:pPr>
            <a:fld id="{81D60167-4931-47E6-BA6A-407CBD079E47}" type="slidenum">
              <a:rPr lang="da-DK" spc="-5" smtClean="0"/>
              <a:pPr marL="93980">
                <a:spcBef>
                  <a:spcPts val="175"/>
                </a:spcBef>
              </a:pPr>
              <a:t>‹#›</a:t>
            </a:fld>
            <a:endParaRPr lang="da-DK" spc="-5"/>
          </a:p>
        </p:txBody>
      </p:sp>
    </p:spTree>
    <p:extLst>
      <p:ext uri="{BB962C8B-B14F-4D97-AF65-F5344CB8AC3E}">
        <p14:creationId xmlns:p14="http://schemas.microsoft.com/office/powerpoint/2010/main" val="3792245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74F3A-D926-D148-B786-5BFF6D265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a-DK" sz="4800" dirty="0">
                <a:solidFill>
                  <a:srgbClr val="FFFFFF"/>
                </a:solidFill>
              </a:rPr>
              <a:t>MySQL 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261D0-25E4-F65E-3749-4E25A8047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b="1" noProof="0">
                <a:solidFill>
                  <a:srgbClr val="FFFFFF"/>
                </a:solidFill>
              </a:rPr>
              <a:t>Avancerede teknikker </a:t>
            </a:r>
            <a:endParaRPr lang="da-DK" noProof="0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21620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7E61-2187-C7FD-B7FA-3F2AE74D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E4F5-27B4-734D-1400-3CDF4DCCE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Formålet</a:t>
            </a:r>
            <a:r>
              <a:rPr lang="en-US">
                <a:ea typeface="+mn-lt"/>
                <a:cs typeface="+mn-lt"/>
              </a:rPr>
              <a:t> er at give 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dybere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forståelse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af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hvordan</a:t>
            </a:r>
            <a:r>
              <a:rPr lang="en-US">
                <a:ea typeface="+mn-lt"/>
                <a:cs typeface="+mn-lt"/>
              </a:rPr>
              <a:t> man </a:t>
            </a:r>
            <a:r>
              <a:rPr lang="en-US" err="1">
                <a:ea typeface="+mn-lt"/>
                <a:cs typeface="+mn-lt"/>
              </a:rPr>
              <a:t>arbejdereffektivt</a:t>
            </a:r>
            <a:r>
              <a:rPr lang="en-US">
                <a:ea typeface="+mn-lt"/>
                <a:cs typeface="+mn-lt"/>
              </a:rPr>
              <a:t> med MySQL 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komplekse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scenarier</a:t>
            </a:r>
            <a:r>
              <a:rPr lang="en-US">
                <a:ea typeface="+mn-lt"/>
                <a:cs typeface="+mn-lt"/>
              </a:rPr>
              <a:t>.</a:t>
            </a:r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CRUD-</a:t>
            </a:r>
            <a:r>
              <a:rPr lang="en-US" b="1" dirty="0" err="1">
                <a:ea typeface="+mn-lt"/>
                <a:cs typeface="+mn-lt"/>
              </a:rPr>
              <a:t>operationer</a:t>
            </a:r>
            <a:r>
              <a:rPr lang="en-US" dirty="0">
                <a:ea typeface="+mn-lt"/>
                <a:cs typeface="+mn-lt"/>
              </a:rPr>
              <a:t> ( Read, Update, Delete)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syntaks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Brug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SELECT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herunder</a:t>
            </a:r>
            <a:r>
              <a:rPr lang="en-US" dirty="0">
                <a:ea typeface="+mn-lt"/>
                <a:cs typeface="+mn-lt"/>
              </a:rPr>
              <a:t> WHERE, </a:t>
            </a:r>
            <a:r>
              <a:rPr lang="en-US" dirty="0" err="1">
                <a:ea typeface="+mn-lt"/>
                <a:cs typeface="+mn-lt"/>
              </a:rPr>
              <a:t>aliaser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sortering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UPDATE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DELETE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kommandoer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ændring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fjernelse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data.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ALTER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DROP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ændring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tabelstruktur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sletning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tabeller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SQL Views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rapportering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genbrug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forespørgsler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INNER JOIN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til</a:t>
            </a:r>
            <a:r>
              <a:rPr lang="en-US" dirty="0">
                <a:ea typeface="+mn-lt"/>
                <a:cs typeface="+mn-lt"/>
              </a:rPr>
              <a:t> at </a:t>
            </a:r>
            <a:r>
              <a:rPr lang="en-US" dirty="0" err="1">
                <a:ea typeface="+mn-lt"/>
                <a:cs typeface="+mn-lt"/>
              </a:rPr>
              <a:t>kombinere</a:t>
            </a:r>
            <a:r>
              <a:rPr lang="en-US" dirty="0">
                <a:ea typeface="+mn-lt"/>
                <a:cs typeface="+mn-lt"/>
              </a:rPr>
              <a:t> data </a:t>
            </a:r>
            <a:r>
              <a:rPr lang="en-US" dirty="0" err="1">
                <a:ea typeface="+mn-lt"/>
                <a:cs typeface="+mn-lt"/>
              </a:rPr>
              <a:t>fra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flere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tabeller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9F0C0-49CB-244C-A5C8-C9D344ED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CRUD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631C40-A35C-59C5-5DA2-C95FFFF13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58046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67234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0C8CAA3-E003-43DA-8CC7-E322A70F198C}"/>
              </a:ext>
            </a:extLst>
          </p:cNvPr>
          <p:cNvSpPr txBox="1">
            <a:spLocks/>
          </p:cNvSpPr>
          <p:nvPr/>
        </p:nvSpPr>
        <p:spPr>
          <a:xfrm>
            <a:off x="-890895" y="419745"/>
            <a:ext cx="4991735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latin typeface="Averta Regular"/>
              </a:rPr>
              <a:t>READ</a:t>
            </a:r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13BBA7D5-127F-4D88-B6AB-C5A5C72A594B}"/>
              </a:ext>
            </a:extLst>
          </p:cNvPr>
          <p:cNvSpPr txBox="1"/>
          <p:nvPr/>
        </p:nvSpPr>
        <p:spPr>
          <a:xfrm>
            <a:off x="538683" y="1512824"/>
            <a:ext cx="7658100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/>
              <a:t>Syntax:</a:t>
            </a:r>
            <a:endParaRPr sz="1800" dirty="0">
              <a:latin typeface="Ebrima"/>
              <a:cs typeface="Ebrima"/>
            </a:endParaRPr>
          </a:p>
          <a:p>
            <a:pPr marL="12700" marR="184785">
              <a:lnSpc>
                <a:spcPct val="150000"/>
              </a:lnSpc>
            </a:pPr>
            <a:r>
              <a:rPr dirty="0"/>
              <a:t>Here is generic SQL syntax of SELECT command to fetch data from MySQL  table:</a:t>
            </a:r>
            <a:endParaRPr sz="1800" dirty="0">
              <a:latin typeface="Ebrima"/>
              <a:cs typeface="Ebrima"/>
            </a:endParaRPr>
          </a:p>
          <a:p>
            <a:pPr marL="12700" marR="3251200">
              <a:lnSpc>
                <a:spcPct val="100000"/>
              </a:lnSpc>
              <a:spcBef>
                <a:spcPts val="335"/>
              </a:spcBef>
            </a:pPr>
            <a:r>
              <a:rPr dirty="0"/>
              <a:t>SELECT field1, field2,...</a:t>
            </a:r>
            <a:r>
              <a:rPr dirty="0" err="1"/>
              <a:t>fieldN</a:t>
            </a:r>
            <a:r>
              <a:rPr dirty="0"/>
              <a:t>  FROM table_name1, table_name2...  </a:t>
            </a:r>
            <a:r>
              <a:rPr dirty="0">
                <a:solidFill>
                  <a:srgbClr val="FF0000"/>
                </a:solidFill>
              </a:rPr>
              <a:t>[WHERE Clause]</a:t>
            </a:r>
            <a:endParaRPr sz="1800" dirty="0">
              <a:solidFill>
                <a:srgbClr val="FF0000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720467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F3D3-5E59-1C4E-9EFF-156535960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t>SELECT * FROM album;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DDC12-57E2-B84A-BB1C-8F893138D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417458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774EDA-2EEB-CF44-B603-5BE82CFEFA43}"/>
              </a:ext>
            </a:extLst>
          </p:cNvPr>
          <p:cNvSpPr txBox="1"/>
          <p:nvPr/>
        </p:nvSpPr>
        <p:spPr>
          <a:xfrm>
            <a:off x="1900163" y="4197690"/>
            <a:ext cx="7722809" cy="12926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/>
              <a:t>SELECT artist</a:t>
            </a:r>
            <a:r>
              <a:rPr sz="2400" dirty="0"/>
              <a:t>,label from album </a:t>
            </a:r>
            <a:r>
              <a:rPr sz="2400" u="sng" dirty="0">
                <a:solidFill>
                  <a:srgbClr val="FF0000"/>
                </a:solidFill>
              </a:rPr>
              <a:t>where </a:t>
            </a:r>
            <a:r>
              <a:rPr sz="2400" u="sng" dirty="0"/>
              <a:t>label= 'Columbia';</a:t>
            </a:r>
            <a:endParaRPr lang="en-GB" sz="2400" u="sng">
              <a:solidFill>
                <a:schemeClr val="tx2">
                  <a:lumMod val="50000"/>
                </a:schemeClr>
              </a:solidFill>
              <a:effectLst/>
              <a:latin typeface="Andale Mono"/>
            </a:endParaRPr>
          </a:p>
          <a:p>
            <a:endParaRPr lang="en-GB" dirty="0">
              <a:solidFill>
                <a:schemeClr val="accent1"/>
              </a:solidFill>
              <a:effectLst/>
              <a:latin typeface="Andale Mono" panose="020B0509000000000004" pitchFamily="49" charset="0"/>
            </a:endParaRPr>
          </a:p>
          <a:p>
            <a:endParaRPr dirty="0"/>
          </a:p>
          <a:p>
            <a:endParaRPr lang="en-GB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08006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B59FC9-6B30-C749-8F5D-7F22E3C39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SELECT label, artist from album </a:t>
            </a: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order by artist </a:t>
            </a:r>
            <a:r>
              <a:rPr lang="en-GB" dirty="0">
                <a:solidFill>
                  <a:schemeClr val="accent3"/>
                </a:solidFill>
              </a:rPr>
              <a:t>DESC;</a:t>
            </a:r>
            <a:endParaRPr lang="en-US">
              <a:solidFill>
                <a:schemeClr val="accent3"/>
              </a:solidFill>
            </a:endParaRP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2878711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2A9DC92-30BA-460C-88E6-69DA4E3BEBC3}"/>
              </a:ext>
            </a:extLst>
          </p:cNvPr>
          <p:cNvSpPr txBox="1">
            <a:spLocks/>
          </p:cNvSpPr>
          <p:nvPr/>
        </p:nvSpPr>
        <p:spPr>
          <a:xfrm>
            <a:off x="588818" y="771715"/>
            <a:ext cx="5213985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UPDATE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95BD62B-AB05-4A15-99A8-B4E90B4002C3}"/>
              </a:ext>
            </a:extLst>
          </p:cNvPr>
          <p:cNvSpPr txBox="1"/>
          <p:nvPr/>
        </p:nvSpPr>
        <p:spPr>
          <a:xfrm>
            <a:off x="1964817" y="1507619"/>
            <a:ext cx="7682230" cy="2980303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t>Syntax:</a:t>
            </a:r>
            <a:endParaRPr sz="1800">
              <a:latin typeface="Ebrima"/>
              <a:cs typeface="Ebrima"/>
            </a:endParaRPr>
          </a:p>
          <a:p>
            <a:pPr marL="12700" marR="5531485">
              <a:lnSpc>
                <a:spcPct val="100000"/>
              </a:lnSpc>
              <a:spcBef>
                <a:spcPts val="335"/>
              </a:spcBef>
            </a:pPr>
            <a:r>
              <a:t>UPDATE table_name  SET</a:t>
            </a:r>
            <a:endParaRPr sz="1800">
              <a:latin typeface="Consolas"/>
              <a:cs typeface="Consolas"/>
            </a:endParaRPr>
          </a:p>
          <a:p>
            <a:pPr marL="512445" marR="4528185">
              <a:lnSpc>
                <a:spcPct val="100000"/>
              </a:lnSpc>
            </a:pPr>
            <a:r>
              <a:t>column_name1 = expr1,  column_name2 = expr2,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WHERE</a:t>
            </a:r>
            <a:endParaRPr sz="1800">
              <a:solidFill>
                <a:schemeClr val="accent1"/>
              </a:solidFill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t>condition;</a:t>
            </a:r>
            <a:endParaRPr sz="18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0926100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titel 2">
            <a:extLst>
              <a:ext uri="{FF2B5EF4-FFF2-40B4-BE49-F238E27FC236}">
                <a16:creationId xmlns:a16="http://schemas.microsoft.com/office/drawing/2014/main" id="{46F1C81A-6DEB-4432-8F37-ED5E83C86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C4527FB-0586-4449-9069-91848EC46187}"/>
              </a:ext>
            </a:extLst>
          </p:cNvPr>
          <p:cNvSpPr txBox="1">
            <a:spLocks/>
          </p:cNvSpPr>
          <p:nvPr/>
        </p:nvSpPr>
        <p:spPr>
          <a:xfrm>
            <a:off x="455507" y="185568"/>
            <a:ext cx="5213985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UPDATE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C82C498-530F-CA43-B692-89CAAA58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2" y="1396236"/>
            <a:ext cx="12192000" cy="46751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A67B9B-4E5F-2844-B5B2-477A3EBF8E9E}"/>
              </a:ext>
            </a:extLst>
          </p:cNvPr>
          <p:cNvCxnSpPr/>
          <p:nvPr/>
        </p:nvCxnSpPr>
        <p:spPr>
          <a:xfrm flipV="1">
            <a:off x="8665029" y="3730171"/>
            <a:ext cx="725714" cy="281577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90048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577A439-144C-4D2B-95D8-7F6272141D4A}"/>
              </a:ext>
            </a:extLst>
          </p:cNvPr>
          <p:cNvSpPr txBox="1">
            <a:spLocks/>
          </p:cNvSpPr>
          <p:nvPr/>
        </p:nvSpPr>
        <p:spPr>
          <a:xfrm>
            <a:off x="-474663" y="391371"/>
            <a:ext cx="5024755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DELETE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E4AB1D4-3023-495B-BF3D-C303D75B5142}"/>
              </a:ext>
            </a:extLst>
          </p:cNvPr>
          <p:cNvSpPr txBox="1"/>
          <p:nvPr/>
        </p:nvSpPr>
        <p:spPr>
          <a:xfrm>
            <a:off x="538683" y="1512824"/>
            <a:ext cx="7538720" cy="1267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t>Syntax:</a:t>
            </a:r>
            <a:endParaRPr sz="180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t>DELETE FROM table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t>[WHERE conditions]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D1CDF-C692-0F66-2350-92E912DE612B}"/>
              </a:ext>
            </a:extLst>
          </p:cNvPr>
          <p:cNvSpPr txBox="1"/>
          <p:nvPr/>
        </p:nvSpPr>
        <p:spPr>
          <a:xfrm>
            <a:off x="2690735" y="3248081"/>
            <a:ext cx="6340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 DELETE FROM album WHERE id=18; </a:t>
            </a:r>
          </a:p>
        </p:txBody>
      </p:sp>
    </p:spTree>
    <p:extLst>
      <p:ext uri="{BB962C8B-B14F-4D97-AF65-F5344CB8AC3E}">
        <p14:creationId xmlns:p14="http://schemas.microsoft.com/office/powerpoint/2010/main" val="584667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C7DC6E62-9CE9-4B86-97F4-8873476AD174}"/>
              </a:ext>
            </a:extLst>
          </p:cNvPr>
          <p:cNvSpPr txBox="1">
            <a:spLocks/>
          </p:cNvSpPr>
          <p:nvPr/>
        </p:nvSpPr>
        <p:spPr>
          <a:xfrm>
            <a:off x="-467355" y="643720"/>
            <a:ext cx="4715510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ALTER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BD2D922-2885-4BF2-8A48-B4E9B3C5D560}"/>
              </a:ext>
            </a:extLst>
          </p:cNvPr>
          <p:cNvSpPr txBox="1"/>
          <p:nvPr/>
        </p:nvSpPr>
        <p:spPr>
          <a:xfrm>
            <a:off x="538683" y="1580515"/>
            <a:ext cx="7698105" cy="1974900"/>
          </a:xfrm>
          <a:prstGeom prst="rect">
            <a:avLst/>
          </a:prstGeom>
        </p:spPr>
        <p:txBody>
          <a:bodyPr vert="horz" wrap="square" lIns="0" tIns="14986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/>
              <a:t>Syntax:</a:t>
            </a:r>
            <a:endParaRPr sz="18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/>
              <a:t>ALTER TABLE </a:t>
            </a:r>
            <a:r>
              <a:rPr dirty="0" err="1"/>
              <a:t>table_name</a:t>
            </a:r>
            <a:r>
              <a:rPr dirty="0"/>
              <a:t> action1[,action2,…]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5128727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F9D7-02CB-974F-837D-6C3CF57318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36FF6-7676-054D-8EC9-9DF1F8F13D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2ED0E349-16AF-A241-9BA8-9AE94279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0" y="0"/>
            <a:ext cx="11052958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E95ADA-8680-8A44-9AA1-F731DCD606CD}"/>
              </a:ext>
            </a:extLst>
          </p:cNvPr>
          <p:cNvCxnSpPr>
            <a:cxnSpLocks/>
          </p:cNvCxnSpPr>
          <p:nvPr/>
        </p:nvCxnSpPr>
        <p:spPr>
          <a:xfrm flipH="1" flipV="1">
            <a:off x="4644573" y="406402"/>
            <a:ext cx="4998439" cy="19097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D47595-00D1-C845-8550-15F9711D2E4E}"/>
              </a:ext>
            </a:extLst>
          </p:cNvPr>
          <p:cNvCxnSpPr>
            <a:cxnSpLocks/>
          </p:cNvCxnSpPr>
          <p:nvPr/>
        </p:nvCxnSpPr>
        <p:spPr>
          <a:xfrm flipH="1" flipV="1">
            <a:off x="4332516" y="3833020"/>
            <a:ext cx="5310496" cy="1902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61448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AB3666B-6C8C-4358-A765-9CB0C516078A}"/>
              </a:ext>
            </a:extLst>
          </p:cNvPr>
          <p:cNvSpPr txBox="1">
            <a:spLocks/>
          </p:cNvSpPr>
          <p:nvPr/>
        </p:nvSpPr>
        <p:spPr>
          <a:xfrm>
            <a:off x="223355" y="448551"/>
            <a:ext cx="4624705" cy="936795"/>
          </a:xfrm>
          <a:prstGeom prst="rect">
            <a:avLst/>
          </a:prstGeom>
        </p:spPr>
        <p:txBody>
          <a:bodyPr vert="horz" wrap="square" lIns="0" tIns="13335" rIns="0" bIns="0" rtlCol="0" anchor="b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3"/>
                </a:solidFill>
                <a:latin typeface="Averta Regular" pitchFamily="2" charset="77"/>
                <a:ea typeface="Averta Regular" pitchFamily="2" charset="77"/>
                <a:cs typeface="Averta Regular" pitchFamily="2" charset="77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DROP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D9B706C-7CEF-45FB-8814-84EB128FADB6}"/>
              </a:ext>
            </a:extLst>
          </p:cNvPr>
          <p:cNvSpPr txBox="1"/>
          <p:nvPr/>
        </p:nvSpPr>
        <p:spPr>
          <a:xfrm>
            <a:off x="1524000" y="1381090"/>
            <a:ext cx="7474584" cy="135165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dirty="0"/>
              <a:t>Syntax:</a:t>
            </a:r>
            <a:endParaRPr sz="20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/>
              <a:t>DROP TABLE </a:t>
            </a:r>
            <a:r>
              <a:rPr dirty="0" err="1"/>
              <a:t>table_name</a:t>
            </a:r>
            <a:r>
              <a:rPr dirty="0"/>
              <a:t>;</a:t>
            </a:r>
            <a:endParaRPr sz="2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2027520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598D-882C-B198-EA89-0BE389CD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DK" sz="6000" b="1" dirty="0">
                <a:solidFill>
                  <a:schemeClr val="accent3"/>
                </a:solidFill>
                <a:latin typeface="Averta Regular"/>
              </a:rPr>
              <a:t>SQL VIEW –-</a:t>
            </a:r>
            <a:r>
              <a:rPr lang="en-GB" sz="6000" b="1" dirty="0">
                <a:solidFill>
                  <a:schemeClr val="accent3"/>
                </a:solidFill>
                <a:latin typeface="Averta Regular"/>
              </a:rPr>
              <a:t> </a:t>
            </a:r>
            <a:r>
              <a:rPr lang="en-GB" sz="6000" b="1" dirty="0" err="1">
                <a:solidFill>
                  <a:schemeClr val="accent3"/>
                </a:solidFill>
                <a:latin typeface="Averta Regular"/>
              </a:rPr>
              <a:t>til</a:t>
            </a:r>
            <a:r>
              <a:rPr lang="en-GB" sz="6000" b="1" dirty="0">
                <a:solidFill>
                  <a:schemeClr val="accent3"/>
                </a:solidFill>
                <a:latin typeface="Averta Regular"/>
              </a:rPr>
              <a:t> </a:t>
            </a:r>
            <a:r>
              <a:rPr lang="en-GB" sz="6000" b="1" dirty="0" err="1">
                <a:solidFill>
                  <a:schemeClr val="accent3"/>
                </a:solidFill>
                <a:latin typeface="Averta Regular"/>
              </a:rPr>
              <a:t>Rapportering</a:t>
            </a:r>
            <a:r>
              <a:rPr lang="en-GB" sz="6000" b="1" dirty="0">
                <a:solidFill>
                  <a:schemeClr val="accent3"/>
                </a:solidFill>
                <a:latin typeface="Averta Regular"/>
              </a:rPr>
              <a:t> </a:t>
            </a:r>
            <a:r>
              <a:rPr lang="en-GB" sz="6000" b="1" dirty="0" err="1">
                <a:solidFill>
                  <a:schemeClr val="accent3"/>
                </a:solidFill>
                <a:latin typeface="Averta Regular"/>
              </a:rPr>
              <a:t>og</a:t>
            </a:r>
            <a:r>
              <a:rPr lang="en-GB" sz="6000" b="1" dirty="0">
                <a:solidFill>
                  <a:schemeClr val="accent3"/>
                </a:solidFill>
                <a:latin typeface="Averta Regular"/>
              </a:rPr>
              <a:t> Analyse</a:t>
            </a:r>
            <a:endParaRPr lang="en-DK" sz="6000" b="1" dirty="0">
              <a:solidFill>
                <a:schemeClr val="accent3"/>
              </a:solidFill>
              <a:latin typeface="Averta Regula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7C79-57A5-1896-CAEE-972416670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DK" altLang="en-DK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DK" altLang="en-DK" dirty="0">
                <a:latin typeface="Arial" panose="020B0604020202020204" pitchFamily="34" charset="0"/>
              </a:rPr>
              <a:t>Foruddefinerede beregninger (fx salgstotaler, månedlig omsætning)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DK" b="1" dirty="0">
                <a:latin typeface="Arial"/>
                <a:cs typeface="Arial"/>
              </a:rPr>
              <a:t>Eksempel:</a:t>
            </a:r>
            <a:r>
              <a:rPr lang="en-DK" dirty="0">
                <a:latin typeface="Arial"/>
                <a:cs typeface="Arial"/>
              </a:rPr>
              <a:t> </a:t>
            </a:r>
            <a:r>
              <a:rPr lang="en-DK" i="1" dirty="0" err="1">
                <a:latin typeface="Arial"/>
                <a:cs typeface="Arial"/>
              </a:rPr>
              <a:t>monthly_sales_view</a:t>
            </a:r>
            <a:r>
              <a:rPr lang="en-DK" dirty="0">
                <a:latin typeface="Arial"/>
                <a:cs typeface="Arial"/>
              </a:rPr>
              <a:t> </a:t>
            </a:r>
            <a:endParaRPr lang="en-DK" sz="1200" dirty="0">
              <a:latin typeface="Arial"/>
              <a:ea typeface="Arial Unicode M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34635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BDEC-C067-FD54-DBDB-1CA02860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804072" cy="1339417"/>
          </a:xfrm>
        </p:spPr>
        <p:txBody>
          <a:bodyPr>
            <a:normAutofit fontScale="90000"/>
          </a:bodyPr>
          <a:lstStyle/>
          <a:p>
            <a:r>
              <a:rPr lang="en-GB" sz="5400" b="1" dirty="0">
                <a:solidFill>
                  <a:schemeClr val="accent3"/>
                </a:solidFill>
                <a:latin typeface="Averta Regular"/>
              </a:rPr>
              <a:t>SQL VIEW </a:t>
            </a:r>
            <a:r>
              <a:rPr lang="en-GB" sz="5400" b="1" err="1">
                <a:solidFill>
                  <a:schemeClr val="accent3"/>
                </a:solidFill>
                <a:latin typeface="Averta Regular"/>
              </a:rPr>
              <a:t>Genbrug</a:t>
            </a:r>
            <a:r>
              <a:rPr lang="en-GB" sz="5400" b="1" dirty="0">
                <a:solidFill>
                  <a:schemeClr val="accent3"/>
                </a:solidFill>
                <a:latin typeface="Averta Regular"/>
              </a:rPr>
              <a:t> </a:t>
            </a:r>
            <a:r>
              <a:rPr lang="en-GB" sz="5400" b="1" err="1">
                <a:solidFill>
                  <a:schemeClr val="accent3"/>
                </a:solidFill>
                <a:latin typeface="Averta Regular"/>
              </a:rPr>
              <a:t>af</a:t>
            </a:r>
            <a:r>
              <a:rPr lang="en-GB" sz="5400" b="1" dirty="0">
                <a:solidFill>
                  <a:schemeClr val="accent3"/>
                </a:solidFill>
                <a:latin typeface="Averta Regular"/>
              </a:rPr>
              <a:t> Query-</a:t>
            </a:r>
            <a:r>
              <a:rPr lang="en-GB" sz="5400" b="1" err="1">
                <a:solidFill>
                  <a:schemeClr val="accent3"/>
                </a:solidFill>
                <a:latin typeface="Averta Regular"/>
              </a:rPr>
              <a:t>logik</a:t>
            </a:r>
            <a:br>
              <a:rPr lang="en-GB" dirty="0"/>
            </a:b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94559-3574-36A8-30A5-02A8CA2D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 </a:t>
            </a:r>
            <a:r>
              <a:rPr lang="en-GB" b="1" dirty="0" err="1"/>
              <a:t>Genbrug</a:t>
            </a:r>
            <a:r>
              <a:rPr lang="en-GB" b="1" dirty="0"/>
              <a:t> </a:t>
            </a:r>
            <a:r>
              <a:rPr lang="en-GB" b="1" dirty="0" err="1"/>
              <a:t>af</a:t>
            </a:r>
            <a:r>
              <a:rPr lang="en-GB" b="1" dirty="0"/>
              <a:t> Query-</a:t>
            </a:r>
            <a:r>
              <a:rPr lang="en-GB" b="1" dirty="0" err="1"/>
              <a:t>logik</a:t>
            </a:r>
            <a:endParaRPr lang="en-GB" b="1" dirty="0"/>
          </a:p>
          <a:p>
            <a:r>
              <a:rPr lang="en-GB" b="1" dirty="0"/>
              <a:t> </a:t>
            </a:r>
            <a:r>
              <a:rPr lang="en-GB" dirty="0" err="1"/>
              <a:t>Skriv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forespørgsel</a:t>
            </a:r>
            <a:r>
              <a:rPr lang="en-GB" dirty="0"/>
              <a:t> </a:t>
            </a:r>
            <a:r>
              <a:rPr lang="en-GB" dirty="0" err="1"/>
              <a:t>én</a:t>
            </a:r>
            <a:r>
              <a:rPr lang="en-GB" dirty="0"/>
              <a:t> gang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genbrug</a:t>
            </a:r>
            <a:r>
              <a:rPr lang="en-GB" dirty="0"/>
              <a:t> den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flere</a:t>
            </a:r>
            <a:r>
              <a:rPr lang="en-GB" dirty="0"/>
              <a:t> </a:t>
            </a:r>
            <a:r>
              <a:rPr lang="en-GB" dirty="0" err="1"/>
              <a:t>rapporter</a:t>
            </a:r>
            <a:r>
              <a:rPr lang="en-GB" dirty="0"/>
              <a:t>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procedurer</a:t>
            </a:r>
            <a:endParaRPr lang="en-GB" dirty="0"/>
          </a:p>
          <a:p>
            <a:endParaRPr lang="en-GB" b="1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6509742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026">
            <a:extLst>
              <a:ext uri="{FF2B5EF4-FFF2-40B4-BE49-F238E27FC236}">
                <a16:creationId xmlns:a16="http://schemas.microsoft.com/office/drawing/2014/main" id="{35AE0319-43EC-D5BD-9580-40082CA9E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30189"/>
            <a:ext cx="8382000" cy="554037"/>
          </a:xfrm>
        </p:spPr>
        <p:txBody>
          <a:bodyPr>
            <a:normAutofit fontScale="90000"/>
          </a:bodyPr>
          <a:lstStyle/>
          <a:p>
            <a:pPr algn="just" eaLnBrk="1" hangingPunct="1">
              <a:defRPr/>
            </a:pPr>
            <a:r>
              <a:rPr dirty="0"/>
              <a:t>SQL - CREATE VIEW</a:t>
            </a:r>
            <a:r>
              <a:rPr lang="da-DK" dirty="0"/>
              <a:t> demo</a:t>
            </a:r>
            <a:endParaRPr dirty="0"/>
          </a:p>
        </p:txBody>
      </p:sp>
      <p:sp>
        <p:nvSpPr>
          <p:cNvPr id="104451" name="Rectangle 1027">
            <a:extLst>
              <a:ext uri="{FF2B5EF4-FFF2-40B4-BE49-F238E27FC236}">
                <a16:creationId xmlns:a16="http://schemas.microsoft.com/office/drawing/2014/main" id="{F8F0D967-04BD-6E4A-5F9E-20B74FAD31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07107" y="1331887"/>
            <a:ext cx="8229600" cy="4824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CREATE VIEW </a:t>
            </a:r>
            <a:r>
              <a:rPr lang="en-GB" dirty="0" err="1">
                <a:highlight>
                  <a:srgbClr val="00FF00"/>
                </a:highlight>
              </a:rPr>
              <a:t>album_release_info</a:t>
            </a:r>
            <a:r>
              <a:rPr lang="en-GB" dirty="0">
                <a:highlight>
                  <a:srgbClr val="00FF00"/>
                </a:highlight>
              </a:rPr>
              <a:t> AS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SELECT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    id,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    title,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    artist,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    YEAR(released) AS </a:t>
            </a:r>
            <a:r>
              <a:rPr lang="en-GB" dirty="0" err="1">
                <a:highlight>
                  <a:srgbClr val="00FF00"/>
                </a:highlight>
              </a:rPr>
              <a:t>release_year</a:t>
            </a:r>
            <a:r>
              <a:rPr lang="en-GB" dirty="0">
                <a:highlight>
                  <a:srgbClr val="00FF00"/>
                </a:highlight>
              </a:rPr>
              <a:t>,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    MONTH(released) AS </a:t>
            </a:r>
            <a:r>
              <a:rPr lang="en-GB" dirty="0" err="1">
                <a:highlight>
                  <a:srgbClr val="00FF00"/>
                </a:highlight>
              </a:rPr>
              <a:t>release_month</a:t>
            </a:r>
            <a:endParaRPr lang="en-GB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FROM album;</a:t>
            </a:r>
          </a:p>
          <a:p>
            <a:pPr algn="just"/>
            <a:endParaRPr dirty="0">
              <a:highlight>
                <a:srgbClr val="00FF00"/>
              </a:highlight>
            </a:endParaRPr>
          </a:p>
        </p:txBody>
      </p:sp>
      <p:sp>
        <p:nvSpPr>
          <p:cNvPr id="61445" name="Slide Number Placeholder 3">
            <a:extLst>
              <a:ext uri="{FF2B5EF4-FFF2-40B4-BE49-F238E27FC236}">
                <a16:creationId xmlns:a16="http://schemas.microsoft.com/office/drawing/2014/main" id="{DB6D4D05-A161-19BF-6355-78AC8C93C7DD}"/>
              </a:ext>
            </a:extLst>
          </p:cNvPr>
          <p:cNvSpPr txBox="1">
            <a:spLocks/>
          </p:cNvSpPr>
          <p:nvPr/>
        </p:nvSpPr>
        <p:spPr bwMode="auto">
          <a:xfrm>
            <a:off x="10036175" y="6310313"/>
            <a:ext cx="611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t>35</a:t>
            </a:r>
            <a:endParaRPr lang="en-GB" altLang="en-US" sz="180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C5B06-A70E-F8EA-3CE6-214564BC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View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 </a:t>
            </a:r>
            <a:r>
              <a:rPr lang="en-GB" dirty="0" err="1"/>
              <a:t>Genbrug</a:t>
            </a:r>
            <a:r>
              <a:rPr lang="en-GB" dirty="0"/>
              <a:t> </a:t>
            </a:r>
            <a:r>
              <a:rPr lang="en-GB" dirty="0" err="1"/>
              <a:t>af</a:t>
            </a:r>
            <a:r>
              <a:rPr lang="en-GB" dirty="0"/>
              <a:t> Query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317E-8639-FB27-62A1-ECF2A9DB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SELECT *</a:t>
            </a: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FROM </a:t>
            </a:r>
            <a:r>
              <a:rPr lang="en-GB" dirty="0" err="1">
                <a:highlight>
                  <a:srgbClr val="FFFF00"/>
                </a:highlight>
              </a:rPr>
              <a:t>album_release_info</a:t>
            </a:r>
            <a:endParaRPr lang="en-GB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dirty="0">
                <a:highlight>
                  <a:srgbClr val="00FF00"/>
                </a:highlight>
              </a:rPr>
              <a:t>WHERE </a:t>
            </a:r>
            <a:r>
              <a:rPr lang="en-GB" dirty="0" err="1">
                <a:highlight>
                  <a:srgbClr val="00FF00"/>
                </a:highlight>
              </a:rPr>
              <a:t>release_month</a:t>
            </a:r>
            <a:r>
              <a:rPr lang="en-GB" dirty="0">
                <a:highlight>
                  <a:srgbClr val="00FF00"/>
                </a:highlight>
              </a:rPr>
              <a:t> IN (1, 2, 3);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94537585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0903" y="-17536"/>
            <a:ext cx="2329815" cy="136768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INNER JOIN</a:t>
            </a:r>
          </a:p>
        </p:txBody>
      </p:sp>
      <p:sp>
        <p:nvSpPr>
          <p:cNvPr id="3" name="object 3"/>
          <p:cNvSpPr/>
          <p:nvPr/>
        </p:nvSpPr>
        <p:spPr>
          <a:xfrm>
            <a:off x="3515867" y="1181100"/>
            <a:ext cx="1781810" cy="0"/>
          </a:xfrm>
          <a:custGeom>
            <a:avLst/>
            <a:gdLst/>
            <a:ahLst/>
            <a:cxnLst/>
            <a:rect l="l" t="t" r="r" b="b"/>
            <a:pathLst>
              <a:path w="1781810">
                <a:moveTo>
                  <a:pt x="0" y="0"/>
                </a:moveTo>
                <a:lnTo>
                  <a:pt x="1781556" y="0"/>
                </a:lnTo>
              </a:path>
            </a:pathLst>
          </a:custGeom>
          <a:ln w="5181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26964" y="1181100"/>
            <a:ext cx="1338580" cy="0"/>
          </a:xfrm>
          <a:custGeom>
            <a:avLst/>
            <a:gdLst/>
            <a:ahLst/>
            <a:cxnLst/>
            <a:rect l="l" t="t" r="r" b="b"/>
            <a:pathLst>
              <a:path w="1338579">
                <a:moveTo>
                  <a:pt x="0" y="0"/>
                </a:moveTo>
                <a:lnTo>
                  <a:pt x="1338072" y="0"/>
                </a:lnTo>
              </a:path>
            </a:pathLst>
          </a:custGeom>
          <a:ln w="51815">
            <a:solidFill>
              <a:srgbClr val="BADD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94576" y="1181100"/>
            <a:ext cx="1781810" cy="0"/>
          </a:xfrm>
          <a:custGeom>
            <a:avLst/>
            <a:gdLst/>
            <a:ahLst/>
            <a:cxnLst/>
            <a:rect l="l" t="t" r="r" b="b"/>
            <a:pathLst>
              <a:path w="1781809">
                <a:moveTo>
                  <a:pt x="0" y="0"/>
                </a:moveTo>
                <a:lnTo>
                  <a:pt x="1781555" y="0"/>
                </a:lnTo>
              </a:path>
            </a:pathLst>
          </a:custGeom>
          <a:ln w="51815">
            <a:solidFill>
              <a:srgbClr val="F885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62684" y="1425173"/>
            <a:ext cx="748982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spcBef>
                <a:spcPts val="1175"/>
              </a:spcBef>
            </a:pPr>
            <a:r>
              <a:t>The following Venn diagram illustrates how the MySQL INNER JOIN clause</a:t>
            </a:r>
            <a:endParaRPr>
              <a:latin typeface="Ebrima"/>
              <a:cs typeface="Ebrima"/>
            </a:endParaRPr>
          </a:p>
          <a:p>
            <a:pPr marL="12700">
              <a:spcBef>
                <a:spcPts val="1080"/>
              </a:spcBef>
            </a:pPr>
            <a:r>
              <a:t>works. The rows in the result set must appear in both tables: T1 and T2.</a:t>
            </a:r>
            <a:endParaRPr>
              <a:latin typeface="Ebrima"/>
              <a:cs typeface="Ebri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2562" y="2780214"/>
            <a:ext cx="4286610" cy="3057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432545" y="6382666"/>
            <a:ext cx="187959" cy="19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da-DK"/>
            </a:defPPr>
            <a:lvl1pPr marL="0" algn="l" defTabSz="914400" rtl="0" eaLnBrk="1" latinLnBrk="0" hangingPunct="1">
              <a:defRPr sz="1000" b="0" i="0" kern="1200">
                <a:solidFill>
                  <a:srgbClr val="35436A"/>
                </a:solidFill>
                <a:latin typeface="Ebrima"/>
                <a:ea typeface="+mn-ea"/>
                <a:cs typeface="Ebri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980">
              <a:spcBef>
                <a:spcPts val="175"/>
              </a:spcBef>
            </a:pPr>
            <a:r>
              <a:t>41</a:t>
            </a:r>
            <a:endParaRPr spc="-5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61999B23-064D-442D-93DD-FA287C4BA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034" y="3673755"/>
            <a:ext cx="4476980" cy="127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1858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0406-33B3-8C49-8BA5-7677BC44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706620B7-C7EF-1944-9731-97F089EF9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430440"/>
            <a:ext cx="10284097" cy="6427560"/>
          </a:xfrm>
        </p:spPr>
      </p:pic>
    </p:spTree>
    <p:extLst>
      <p:ext uri="{BB962C8B-B14F-4D97-AF65-F5344CB8AC3E}">
        <p14:creationId xmlns:p14="http://schemas.microsoft.com/office/powerpoint/2010/main" val="428516785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7358-7CA6-96F0-0E8E-DB40260E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ptos"/>
              </a:rPr>
              <a:t>Mini Quiz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C6C13-7E13-9838-95B6-2A515BD9F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800" b="1" dirty="0"/>
          </a:p>
          <a:p>
            <a:r>
              <a:rPr lang="en-US" sz="1800" err="1"/>
              <a:t>Hvad</a:t>
            </a:r>
            <a:r>
              <a:rPr lang="en-US" sz="1800" dirty="0"/>
              <a:t> </a:t>
            </a:r>
            <a:r>
              <a:rPr lang="en-US" sz="1800" err="1"/>
              <a:t>står</a:t>
            </a:r>
            <a:r>
              <a:rPr lang="en-US" sz="1800" dirty="0"/>
              <a:t> CRUD for </a:t>
            </a:r>
            <a:r>
              <a:rPr lang="en-US" sz="1800" err="1"/>
              <a:t>i</a:t>
            </a:r>
            <a:r>
              <a:rPr lang="en-US" sz="1800" dirty="0"/>
              <a:t> </a:t>
            </a:r>
            <a:r>
              <a:rPr lang="en-US" sz="1800" err="1"/>
              <a:t>databaser</a:t>
            </a:r>
            <a:r>
              <a:rPr lang="en-US" sz="1800" dirty="0"/>
              <a:t>?</a:t>
            </a:r>
          </a:p>
          <a:p>
            <a:r>
              <a:rPr lang="en-US" sz="1800" err="1"/>
              <a:t>Hvilken</a:t>
            </a:r>
            <a:r>
              <a:rPr lang="en-US" sz="1800" dirty="0"/>
              <a:t> SQL-</a:t>
            </a:r>
            <a:r>
              <a:rPr lang="en-US" sz="1800" err="1"/>
              <a:t>kommando</a:t>
            </a:r>
            <a:r>
              <a:rPr lang="en-US" sz="1800" dirty="0"/>
              <a:t> </a:t>
            </a:r>
            <a:r>
              <a:rPr lang="en-US" sz="1800" err="1"/>
              <a:t>bruges</a:t>
            </a:r>
            <a:r>
              <a:rPr lang="en-US" sz="1800" dirty="0"/>
              <a:t> </a:t>
            </a:r>
            <a:r>
              <a:rPr lang="en-US" sz="1800" err="1"/>
              <a:t>til</a:t>
            </a:r>
            <a:r>
              <a:rPr lang="en-US" sz="1800" dirty="0"/>
              <a:t> at </a:t>
            </a:r>
            <a:r>
              <a:rPr lang="en-US" sz="1800" err="1"/>
              <a:t>hente</a:t>
            </a:r>
            <a:r>
              <a:rPr lang="en-US" sz="1800" dirty="0"/>
              <a:t> data </a:t>
            </a:r>
            <a:r>
              <a:rPr lang="en-US" sz="1800" err="1"/>
              <a:t>fra</a:t>
            </a:r>
            <a:r>
              <a:rPr lang="en-US" sz="1800" dirty="0"/>
              <a:t> </a:t>
            </a:r>
            <a:r>
              <a:rPr lang="en-US" sz="1800" err="1"/>
              <a:t>en</a:t>
            </a:r>
            <a:r>
              <a:rPr lang="en-US" sz="1800" dirty="0"/>
              <a:t> </a:t>
            </a:r>
            <a:r>
              <a:rPr lang="en-US" sz="1800" err="1"/>
              <a:t>tabel</a:t>
            </a:r>
            <a:r>
              <a:rPr lang="en-US" sz="1800" dirty="0"/>
              <a:t>?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err="1"/>
              <a:t>Hvad</a:t>
            </a:r>
            <a:r>
              <a:rPr lang="en-US" sz="1800" dirty="0"/>
              <a:t> </a:t>
            </a:r>
            <a:r>
              <a:rPr lang="en-US" sz="1800" err="1"/>
              <a:t>gør</a:t>
            </a:r>
            <a:r>
              <a:rPr lang="en-US" sz="1800" dirty="0"/>
              <a:t> </a:t>
            </a:r>
            <a:r>
              <a:rPr lang="en-US" sz="1800" dirty="0">
                <a:latin typeface="Consolas"/>
              </a:rPr>
              <a:t>ORDER BY</a:t>
            </a:r>
            <a:r>
              <a:rPr lang="en-US" sz="1800" dirty="0"/>
              <a:t> </a:t>
            </a:r>
            <a:r>
              <a:rPr lang="en-US" sz="1800" err="1"/>
              <a:t>i</a:t>
            </a:r>
            <a:r>
              <a:rPr lang="en-US" sz="1800" dirty="0"/>
              <a:t> </a:t>
            </a:r>
            <a:r>
              <a:rPr lang="en-US" sz="1800" err="1"/>
              <a:t>en</a:t>
            </a:r>
            <a:r>
              <a:rPr lang="en-US" sz="1800" dirty="0"/>
              <a:t> SELECT-</a:t>
            </a:r>
            <a:r>
              <a:rPr lang="en-US" sz="1800" err="1"/>
              <a:t>forespørgsel</a:t>
            </a:r>
            <a:r>
              <a:rPr lang="en-US" sz="1800" dirty="0"/>
              <a:t>?</a:t>
            </a:r>
          </a:p>
          <a:p>
            <a:r>
              <a:rPr lang="en-US" sz="1800" err="1"/>
              <a:t>Nævn</a:t>
            </a:r>
            <a:r>
              <a:rPr lang="en-US" sz="1800" dirty="0"/>
              <a:t> </a:t>
            </a:r>
            <a:r>
              <a:rPr lang="en-US" sz="1800" err="1"/>
              <a:t>én</a:t>
            </a:r>
            <a:r>
              <a:rPr lang="en-US" sz="1800" dirty="0"/>
              <a:t> </a:t>
            </a:r>
            <a:r>
              <a:rPr lang="en-US" sz="1800" err="1"/>
              <a:t>fordel</a:t>
            </a:r>
            <a:r>
              <a:rPr lang="en-US" sz="1800" dirty="0"/>
              <a:t> </a:t>
            </a:r>
            <a:r>
              <a:rPr lang="en-US" sz="1800" err="1"/>
              <a:t>ved</a:t>
            </a:r>
            <a:r>
              <a:rPr lang="en-US" sz="1800" dirty="0"/>
              <a:t> at </a:t>
            </a:r>
            <a:r>
              <a:rPr lang="en-US" sz="1800" err="1"/>
              <a:t>bruge</a:t>
            </a:r>
            <a:r>
              <a:rPr lang="en-US" sz="1800" dirty="0"/>
              <a:t> Views.</a:t>
            </a:r>
          </a:p>
          <a:p>
            <a:endParaRPr lang="en-US" sz="1800" dirty="0"/>
          </a:p>
          <a:p>
            <a:r>
              <a:rPr lang="en-US" sz="1800" err="1"/>
              <a:t>Hvad</a:t>
            </a:r>
            <a:r>
              <a:rPr lang="en-US" sz="1800" dirty="0"/>
              <a:t> </a:t>
            </a:r>
            <a:r>
              <a:rPr lang="en-US" sz="1800" err="1"/>
              <a:t>returnerer</a:t>
            </a:r>
            <a:r>
              <a:rPr lang="en-US" sz="1800" dirty="0"/>
              <a:t> </a:t>
            </a:r>
            <a:r>
              <a:rPr lang="en-US" sz="1800" err="1"/>
              <a:t>en</a:t>
            </a:r>
            <a:r>
              <a:rPr lang="en-US" sz="1800" dirty="0"/>
              <a:t> INNER JOIN?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8331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7CD9-E5D1-0122-73E3-F456480F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Præsentation</a:t>
            </a:r>
            <a:r>
              <a:rPr lang="en-US" dirty="0"/>
              <a:t> I </a:t>
            </a:r>
            <a:r>
              <a:rPr lang="en-US" dirty="0" err="1"/>
              <a:t>gruppen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8E5EE-DB31-3FA6-D907-85B46CF8E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6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7D341C545B0A44A26A103333756E90" ma:contentTypeVersion="3" ma:contentTypeDescription="Create a new document." ma:contentTypeScope="" ma:versionID="f91149fe5975474b8481cda37e53905a">
  <xsd:schema xmlns:xsd="http://www.w3.org/2001/XMLSchema" xmlns:xs="http://www.w3.org/2001/XMLSchema" xmlns:p="http://schemas.microsoft.com/office/2006/metadata/properties" xmlns:ns2="324ab4a6-501d-4b19-a031-862034374e5f" targetNamespace="http://schemas.microsoft.com/office/2006/metadata/properties" ma:root="true" ma:fieldsID="e67414c6d20753f4c4237bfbb5db7a82" ns2:_="">
    <xsd:import namespace="324ab4a6-501d-4b19-a031-862034374e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4ab4a6-501d-4b19-a031-862034374e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2D08C5-91BF-4E19-AB0D-39797A6688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4ab4a6-501d-4b19-a031-862034374e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5A9222-1C33-4931-B259-47BFBC2708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87BFFE5-5E1A-409E-B818-BE3C528BA3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943</Words>
  <Application>Microsoft Office PowerPoint</Application>
  <PresentationFormat>Widescreen</PresentationFormat>
  <Paragraphs>155</Paragraphs>
  <Slides>21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MySQL  </vt:lpstr>
      <vt:lpstr>AGENDA</vt:lpstr>
      <vt:lpstr>CRUD</vt:lpstr>
      <vt:lpstr>PowerPoint Presentation</vt:lpstr>
      <vt:lpstr>SELECT * FROM album;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VIEW –- til Rapportering og Analyse</vt:lpstr>
      <vt:lpstr>SQL VIEW Genbrug af Query-logik </vt:lpstr>
      <vt:lpstr>SQL - CREATE VIEW demo</vt:lpstr>
      <vt:lpstr>View  Genbrug af Query</vt:lpstr>
      <vt:lpstr>INNER JOIN</vt:lpstr>
      <vt:lpstr>PowerPoint Presentation</vt:lpstr>
      <vt:lpstr>Mini Quiz</vt:lpstr>
      <vt:lpstr>Præsentation I gruppen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Xiaolei Bi</cp:lastModifiedBy>
  <cp:revision>88</cp:revision>
  <dcterms:created xsi:type="dcterms:W3CDTF">2025-11-12T09:15:49Z</dcterms:created>
  <dcterms:modified xsi:type="dcterms:W3CDTF">2025-11-18T11:37:21Z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0x010100E57D341C545B0A44A26A103333756E90</vt:lpwstr>
  </property>
</Properties>
</file>