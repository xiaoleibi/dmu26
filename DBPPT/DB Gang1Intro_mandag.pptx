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media/image8.jpg" ContentType="image/jpg"/>
  <Override PartName="/ppt/notesSlides/notesSlide13.xml" ContentType="application/vnd.openxmlformats-officedocument.presentationml.notesSlide+xml"/>
  <Override PartName="/ppt/notesSlides/notesSlide14.xml" ContentType="application/vnd.openxmlformats-officedocument.presentationml.notesSlide+xml"/>
  <Override PartName="/ppt/media/image12.jpg" ContentType="image/jpg"/>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96" r:id="rId4"/>
  </p:sldMasterIdLst>
  <p:notesMasterIdLst>
    <p:notesMasterId r:id="rId33"/>
  </p:notesMasterIdLst>
  <p:sldIdLst>
    <p:sldId id="256" r:id="rId5"/>
    <p:sldId id="257" r:id="rId6"/>
    <p:sldId id="324" r:id="rId7"/>
    <p:sldId id="326" r:id="rId8"/>
    <p:sldId id="2587" r:id="rId9"/>
    <p:sldId id="329" r:id="rId10"/>
    <p:sldId id="321" r:id="rId11"/>
    <p:sldId id="258" r:id="rId12"/>
    <p:sldId id="2570" r:id="rId13"/>
    <p:sldId id="320" r:id="rId14"/>
    <p:sldId id="365" r:id="rId15"/>
    <p:sldId id="259" r:id="rId16"/>
    <p:sldId id="272" r:id="rId17"/>
    <p:sldId id="366" r:id="rId18"/>
    <p:sldId id="2588" r:id="rId19"/>
    <p:sldId id="2589" r:id="rId20"/>
    <p:sldId id="2579" r:id="rId21"/>
    <p:sldId id="2584" r:id="rId22"/>
    <p:sldId id="2585" r:id="rId23"/>
    <p:sldId id="2573" r:id="rId24"/>
    <p:sldId id="333" r:id="rId25"/>
    <p:sldId id="2574" r:id="rId26"/>
    <p:sldId id="2577" r:id="rId27"/>
    <p:sldId id="367" r:id="rId28"/>
    <p:sldId id="2586" r:id="rId29"/>
    <p:sldId id="2576" r:id="rId30"/>
    <p:sldId id="2581" r:id="rId31"/>
    <p:sldId id="2582" r:id="rId32"/>
  </p:sldIdLst>
  <p:sldSz cx="9144000" cy="5143500" type="screen16x9"/>
  <p:notesSz cx="9144000" cy="51435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8C9AB45-D581-E0DB-1964-B8BD9E541724}" v="13" dt="2026-05-08T12:41:01.988"/>
    <p1510:client id="{E0D9DB8B-32B2-312C-08EF-E2B1B4A5F5E8}" v="42" dt="2026-05-08T07:32:43.495"/>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364"/>
    <p:restoredTop sz="94657"/>
  </p:normalViewPr>
  <p:slideViewPr>
    <p:cSldViewPr snapToGrid="0">
      <p:cViewPr varScale="1">
        <p:scale>
          <a:sx n="136" d="100"/>
          <a:sy n="136" d="100"/>
        </p:scale>
        <p:origin x="864" y="184"/>
      </p:cViewPr>
      <p:guideLst>
        <p:guide orient="horz" pos="2880"/>
        <p:guide pos="216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microsoft.com/office/2015/10/relationships/revisionInfo" Target="revisionInfo.xml"/><Relationship Id="rId21" Type="http://schemas.openxmlformats.org/officeDocument/2006/relationships/slide" Target="slides/slide17.xml"/><Relationship Id="rId34"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notesMaster" Target="notesMasters/notesMaster1.xml"/><Relationship Id="rId38"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viewProps" Target="viewProps.xml"/><Relationship Id="rId8" Type="http://schemas.openxmlformats.org/officeDocument/2006/relationships/slide" Target="slides/slide4.xml"/><Relationship Id="rId3" Type="http://schemas.openxmlformats.org/officeDocument/2006/relationships/customXml" Target="../customXml/item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Xiaolei Bi" userId="S::xbi@eamv.dk::4defdd0b-eb6b-464a-acc0-49fc44ef47a7" providerId="AD" clId="Web-{B8C9AB45-D581-E0DB-1964-B8BD9E541724}"/>
    <pc:docChg chg="modSld">
      <pc:chgData name="Xiaolei Bi" userId="S::xbi@eamv.dk::4defdd0b-eb6b-464a-acc0-49fc44ef47a7" providerId="AD" clId="Web-{B8C9AB45-D581-E0DB-1964-B8BD9E541724}" dt="2026-05-08T12:41:01.988" v="12" actId="20577"/>
      <pc:docMkLst>
        <pc:docMk/>
      </pc:docMkLst>
      <pc:sldChg chg="modSp">
        <pc:chgData name="Xiaolei Bi" userId="S::xbi@eamv.dk::4defdd0b-eb6b-464a-acc0-49fc44ef47a7" providerId="AD" clId="Web-{B8C9AB45-D581-E0DB-1964-B8BD9E541724}" dt="2026-05-08T12:41:01.988" v="12" actId="20577"/>
        <pc:sldMkLst>
          <pc:docMk/>
          <pc:sldMk cId="4241216235" sldId="2585"/>
        </pc:sldMkLst>
        <pc:spChg chg="mod">
          <ac:chgData name="Xiaolei Bi" userId="S::xbi@eamv.dk::4defdd0b-eb6b-464a-acc0-49fc44ef47a7" providerId="AD" clId="Web-{B8C9AB45-D581-E0DB-1964-B8BD9E541724}" dt="2026-05-08T12:41:01.988" v="12" actId="20577"/>
          <ac:spMkLst>
            <pc:docMk/>
            <pc:sldMk cId="4241216235" sldId="2585"/>
            <ac:spMk id="2" creationId="{25D3C086-307A-9D9B-4370-5C9AC66FBF81}"/>
          </ac:spMkLst>
        </pc:spChg>
      </pc:sldChg>
    </pc:docChg>
  </pc:docChgLst>
  <pc:docChgLst>
    <pc:chgData name="Xiaolei Bi" userId="S::xbi@eamv.dk::4defdd0b-eb6b-464a-acc0-49fc44ef47a7" providerId="AD" clId="Web-{E0D9DB8B-32B2-312C-08EF-E2B1B4A5F5E8}"/>
    <pc:docChg chg="addSld delSld modSld">
      <pc:chgData name="Xiaolei Bi" userId="S::xbi@eamv.dk::4defdd0b-eb6b-464a-acc0-49fc44ef47a7" providerId="AD" clId="Web-{E0D9DB8B-32B2-312C-08EF-E2B1B4A5F5E8}" dt="2026-05-08T07:32:43.495" v="37" actId="1076"/>
      <pc:docMkLst>
        <pc:docMk/>
      </pc:docMkLst>
      <pc:sldChg chg="addSp modSp">
        <pc:chgData name="Xiaolei Bi" userId="S::xbi@eamv.dk::4defdd0b-eb6b-464a-acc0-49fc44ef47a7" providerId="AD" clId="Web-{E0D9DB8B-32B2-312C-08EF-E2B1B4A5F5E8}" dt="2026-05-08T07:32:43.495" v="37" actId="1076"/>
        <pc:sldMkLst>
          <pc:docMk/>
          <pc:sldMk cId="2417146422" sldId="333"/>
        </pc:sldMkLst>
        <pc:picChg chg="add mod modCrop">
          <ac:chgData name="Xiaolei Bi" userId="S::xbi@eamv.dk::4defdd0b-eb6b-464a-acc0-49fc44ef47a7" providerId="AD" clId="Web-{E0D9DB8B-32B2-312C-08EF-E2B1B4A5F5E8}" dt="2026-05-08T07:32:43.495" v="37" actId="1076"/>
          <ac:picMkLst>
            <pc:docMk/>
            <pc:sldMk cId="2417146422" sldId="333"/>
            <ac:picMk id="5" creationId="{AA37D0CC-53F2-3FC0-BCB2-8EAA67392CDF}"/>
          </ac:picMkLst>
        </pc:picChg>
      </pc:sldChg>
      <pc:sldChg chg="addSp delSp modSp">
        <pc:chgData name="Xiaolei Bi" userId="S::xbi@eamv.dk::4defdd0b-eb6b-464a-acc0-49fc44ef47a7" providerId="AD" clId="Web-{E0D9DB8B-32B2-312C-08EF-E2B1B4A5F5E8}" dt="2026-05-08T07:32:21.760" v="33"/>
        <pc:sldMkLst>
          <pc:docMk/>
          <pc:sldMk cId="4151100925" sldId="2573"/>
        </pc:sldMkLst>
        <pc:picChg chg="add del mod">
          <ac:chgData name="Xiaolei Bi" userId="S::xbi@eamv.dk::4defdd0b-eb6b-464a-acc0-49fc44ef47a7" providerId="AD" clId="Web-{E0D9DB8B-32B2-312C-08EF-E2B1B4A5F5E8}" dt="2026-05-08T07:32:21.760" v="33"/>
          <ac:picMkLst>
            <pc:docMk/>
            <pc:sldMk cId="4151100925" sldId="2573"/>
            <ac:picMk id="4" creationId="{E4DC49B0-8505-4222-9EDC-513E57304A77}"/>
          </ac:picMkLst>
        </pc:picChg>
      </pc:sldChg>
      <pc:sldChg chg="del">
        <pc:chgData name="Xiaolei Bi" userId="S::xbi@eamv.dk::4defdd0b-eb6b-464a-acc0-49fc44ef47a7" providerId="AD" clId="Web-{E0D9DB8B-32B2-312C-08EF-E2B1B4A5F5E8}" dt="2026-05-08T07:26:15.621" v="19"/>
        <pc:sldMkLst>
          <pc:docMk/>
          <pc:sldMk cId="1386416426" sldId="2580"/>
        </pc:sldMkLst>
      </pc:sldChg>
      <pc:sldChg chg="addSp delSp modSp new">
        <pc:chgData name="Xiaolei Bi" userId="S::xbi@eamv.dk::4defdd0b-eb6b-464a-acc0-49fc44ef47a7" providerId="AD" clId="Web-{E0D9DB8B-32B2-312C-08EF-E2B1B4A5F5E8}" dt="2026-05-08T07:25:26.306" v="6"/>
        <pc:sldMkLst>
          <pc:docMk/>
          <pc:sldMk cId="3869308135" sldId="2583"/>
        </pc:sldMkLst>
        <pc:spChg chg="del">
          <ac:chgData name="Xiaolei Bi" userId="S::xbi@eamv.dk::4defdd0b-eb6b-464a-acc0-49fc44ef47a7" providerId="AD" clId="Web-{E0D9DB8B-32B2-312C-08EF-E2B1B4A5F5E8}" dt="2026-05-08T07:22:14.120" v="1"/>
          <ac:spMkLst>
            <pc:docMk/>
            <pc:sldMk cId="3869308135" sldId="2583"/>
            <ac:spMk id="2" creationId="{B25A8609-A5DA-3D99-6423-A0365B087B07}"/>
          </ac:spMkLst>
        </pc:spChg>
        <pc:spChg chg="del">
          <ac:chgData name="Xiaolei Bi" userId="S::xbi@eamv.dk::4defdd0b-eb6b-464a-acc0-49fc44ef47a7" providerId="AD" clId="Web-{E0D9DB8B-32B2-312C-08EF-E2B1B4A5F5E8}" dt="2026-05-08T07:22:41.810" v="3"/>
          <ac:spMkLst>
            <pc:docMk/>
            <pc:sldMk cId="3869308135" sldId="2583"/>
            <ac:spMk id="3" creationId="{73CFABF5-F8FD-2620-936A-A847D1FF7B0A}"/>
          </ac:spMkLst>
        </pc:spChg>
        <pc:spChg chg="del">
          <ac:chgData name="Xiaolei Bi" userId="S::xbi@eamv.dk::4defdd0b-eb6b-464a-acc0-49fc44ef47a7" providerId="AD" clId="Web-{E0D9DB8B-32B2-312C-08EF-E2B1B4A5F5E8}" dt="2026-05-08T07:22:34.997" v="2"/>
          <ac:spMkLst>
            <pc:docMk/>
            <pc:sldMk cId="3869308135" sldId="2583"/>
            <ac:spMk id="4" creationId="{1F11FB12-661B-2D2A-8198-F9F28D7E6563}"/>
          </ac:spMkLst>
        </pc:spChg>
        <pc:picChg chg="add mod ord">
          <ac:chgData name="Xiaolei Bi" userId="S::xbi@eamv.dk::4defdd0b-eb6b-464a-acc0-49fc44ef47a7" providerId="AD" clId="Web-{E0D9DB8B-32B2-312C-08EF-E2B1B4A5F5E8}" dt="2026-05-08T07:22:14.120" v="1"/>
          <ac:picMkLst>
            <pc:docMk/>
            <pc:sldMk cId="3869308135" sldId="2583"/>
            <ac:picMk id="5" creationId="{C84F9ED8-226E-528E-43D3-2800EA359199}"/>
          </ac:picMkLst>
        </pc:picChg>
        <pc:picChg chg="add del mod">
          <ac:chgData name="Xiaolei Bi" userId="S::xbi@eamv.dk::4defdd0b-eb6b-464a-acc0-49fc44ef47a7" providerId="AD" clId="Web-{E0D9DB8B-32B2-312C-08EF-E2B1B4A5F5E8}" dt="2026-05-08T07:25:26.306" v="6"/>
          <ac:picMkLst>
            <pc:docMk/>
            <pc:sldMk cId="3869308135" sldId="2583"/>
            <ac:picMk id="6" creationId="{58C5A8AB-56F5-B851-C74D-A2F6D513AD9D}"/>
          </ac:picMkLst>
        </pc:picChg>
      </pc:sldChg>
      <pc:sldChg chg="addSp delSp modSp new mod modTransition modClrScheme chgLayout">
        <pc:chgData name="Xiaolei Bi" userId="S::xbi@eamv.dk::4defdd0b-eb6b-464a-acc0-49fc44ef47a7" providerId="AD" clId="Web-{E0D9DB8B-32B2-312C-08EF-E2B1B4A5F5E8}" dt="2026-05-08T07:26:01.417" v="18"/>
        <pc:sldMkLst>
          <pc:docMk/>
          <pc:sldMk cId="773413288" sldId="2584"/>
        </pc:sldMkLst>
        <pc:spChg chg="del">
          <ac:chgData name="Xiaolei Bi" userId="S::xbi@eamv.dk::4defdd0b-eb6b-464a-acc0-49fc44ef47a7" providerId="AD" clId="Web-{E0D9DB8B-32B2-312C-08EF-E2B1B4A5F5E8}" dt="2026-05-08T07:25:29.181" v="7"/>
          <ac:spMkLst>
            <pc:docMk/>
            <pc:sldMk cId="773413288" sldId="2584"/>
            <ac:spMk id="2" creationId="{7BF71180-6245-2250-B3C4-023879775B88}"/>
          </ac:spMkLst>
        </pc:spChg>
        <pc:spChg chg="del">
          <ac:chgData name="Xiaolei Bi" userId="S::xbi@eamv.dk::4defdd0b-eb6b-464a-acc0-49fc44ef47a7" providerId="AD" clId="Web-{E0D9DB8B-32B2-312C-08EF-E2B1B4A5F5E8}" dt="2026-05-08T07:25:49.198" v="15"/>
          <ac:spMkLst>
            <pc:docMk/>
            <pc:sldMk cId="773413288" sldId="2584"/>
            <ac:spMk id="3" creationId="{ACB1DDF1-D7FA-08E4-8828-8D20656AAAA0}"/>
          </ac:spMkLst>
        </pc:spChg>
        <pc:spChg chg="del">
          <ac:chgData name="Xiaolei Bi" userId="S::xbi@eamv.dk::4defdd0b-eb6b-464a-acc0-49fc44ef47a7" providerId="AD" clId="Web-{E0D9DB8B-32B2-312C-08EF-E2B1B4A5F5E8}" dt="2026-05-08T07:25:56.182" v="16"/>
          <ac:spMkLst>
            <pc:docMk/>
            <pc:sldMk cId="773413288" sldId="2584"/>
            <ac:spMk id="4" creationId="{F1F2E751-237E-2B9A-A5B8-A369D5E6ACE4}"/>
          </ac:spMkLst>
        </pc:spChg>
        <pc:picChg chg="add mod ord modCrop">
          <ac:chgData name="Xiaolei Bi" userId="S::xbi@eamv.dk::4defdd0b-eb6b-464a-acc0-49fc44ef47a7" providerId="AD" clId="Web-{E0D9DB8B-32B2-312C-08EF-E2B1B4A5F5E8}" dt="2026-05-08T07:26:01.417" v="18"/>
          <ac:picMkLst>
            <pc:docMk/>
            <pc:sldMk cId="773413288" sldId="2584"/>
            <ac:picMk id="5" creationId="{4A8BF141-1003-C723-D849-5858AFB96454}"/>
          </ac:picMkLst>
        </pc:picChg>
        <pc:picChg chg="add del mod modCrop">
          <ac:chgData name="Xiaolei Bi" userId="S::xbi@eamv.dk::4defdd0b-eb6b-464a-acc0-49fc44ef47a7" providerId="AD" clId="Web-{E0D9DB8B-32B2-312C-08EF-E2B1B4A5F5E8}" dt="2026-05-08T07:25:39.916" v="13"/>
          <ac:picMkLst>
            <pc:docMk/>
            <pc:sldMk cId="773413288" sldId="2584"/>
            <ac:picMk id="6" creationId="{BCC587CD-8C7F-E9CD-8715-731A99A96098}"/>
          </ac:picMkLst>
        </pc:picChg>
      </pc:sldChg>
      <pc:sldChg chg="addSp delSp modSp new">
        <pc:chgData name="Xiaolei Bi" userId="S::xbi@eamv.dk::4defdd0b-eb6b-464a-acc0-49fc44ef47a7" providerId="AD" clId="Web-{E0D9DB8B-32B2-312C-08EF-E2B1B4A5F5E8}" dt="2026-05-08T07:31:28.149" v="31" actId="20577"/>
        <pc:sldMkLst>
          <pc:docMk/>
          <pc:sldMk cId="4241216235" sldId="2585"/>
        </pc:sldMkLst>
        <pc:spChg chg="mod">
          <ac:chgData name="Xiaolei Bi" userId="S::xbi@eamv.dk::4defdd0b-eb6b-464a-acc0-49fc44ef47a7" providerId="AD" clId="Web-{E0D9DB8B-32B2-312C-08EF-E2B1B4A5F5E8}" dt="2026-05-08T07:31:28.149" v="31" actId="20577"/>
          <ac:spMkLst>
            <pc:docMk/>
            <pc:sldMk cId="4241216235" sldId="2585"/>
            <ac:spMk id="2" creationId="{25D3C086-307A-9D9B-4370-5C9AC66FBF81}"/>
          </ac:spMkLst>
        </pc:spChg>
        <pc:spChg chg="del">
          <ac:chgData name="Xiaolei Bi" userId="S::xbi@eamv.dk::4defdd0b-eb6b-464a-acc0-49fc44ef47a7" providerId="AD" clId="Web-{E0D9DB8B-32B2-312C-08EF-E2B1B4A5F5E8}" dt="2026-05-08T07:29:46.614" v="23"/>
          <ac:spMkLst>
            <pc:docMk/>
            <pc:sldMk cId="4241216235" sldId="2585"/>
            <ac:spMk id="3" creationId="{C661A802-257F-C422-8368-1C4F4CB6A7BD}"/>
          </ac:spMkLst>
        </pc:spChg>
        <pc:picChg chg="add mod ord">
          <ac:chgData name="Xiaolei Bi" userId="S::xbi@eamv.dk::4defdd0b-eb6b-464a-acc0-49fc44ef47a7" providerId="AD" clId="Web-{E0D9DB8B-32B2-312C-08EF-E2B1B4A5F5E8}" dt="2026-05-08T07:29:49.396" v="24" actId="1076"/>
          <ac:picMkLst>
            <pc:docMk/>
            <pc:sldMk cId="4241216235" sldId="2585"/>
            <ac:picMk id="7" creationId="{8127A8C2-F71B-E3D8-58C4-0231C190AD25}"/>
          </ac:picMkLst>
        </pc:picChg>
        <pc:picChg chg="add mod">
          <ac:chgData name="Xiaolei Bi" userId="S::xbi@eamv.dk::4defdd0b-eb6b-464a-acc0-49fc44ef47a7" providerId="AD" clId="Web-{E0D9DB8B-32B2-312C-08EF-E2B1B4A5F5E8}" dt="2026-05-08T07:29:58.427" v="26" actId="14100"/>
          <ac:picMkLst>
            <pc:docMk/>
            <pc:sldMk cId="4241216235" sldId="2585"/>
            <ac:picMk id="8" creationId="{4E0F170C-1E28-8505-190B-F696EAA4836F}"/>
          </ac:picMkLst>
        </pc:picChg>
      </pc:sldChg>
      <pc:sldChg chg="addSp modSp new">
        <pc:chgData name="Xiaolei Bi" userId="S::xbi@eamv.dk::4defdd0b-eb6b-464a-acc0-49fc44ef47a7" providerId="AD" clId="Web-{E0D9DB8B-32B2-312C-08EF-E2B1B4A5F5E8}" dt="2026-05-08T07:27:48.563" v="22"/>
        <pc:sldMkLst>
          <pc:docMk/>
          <pc:sldMk cId="590912446" sldId="2586"/>
        </pc:sldMkLst>
        <pc:picChg chg="add mod">
          <ac:chgData name="Xiaolei Bi" userId="S::xbi@eamv.dk::4defdd0b-eb6b-464a-acc0-49fc44ef47a7" providerId="AD" clId="Web-{E0D9DB8B-32B2-312C-08EF-E2B1B4A5F5E8}" dt="2026-05-08T07:27:48.563" v="22"/>
          <ac:picMkLst>
            <pc:docMk/>
            <pc:sldMk cId="590912446" sldId="2586"/>
            <ac:picMk id="5" creationId="{6BF3F514-F6FD-6EDC-4285-C519E87B0771}"/>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7175"/>
          </a:xfrm>
          <a:prstGeom prst="rect">
            <a:avLst/>
          </a:prstGeom>
        </p:spPr>
        <p:txBody>
          <a:bodyPr vert="horz" lIns="91440" tIns="45720" rIns="91440" bIns="45720" rtlCol="0"/>
          <a:lstStyle>
            <a:lvl1pPr algn="l">
              <a:defRPr sz="1200"/>
            </a:lvl1pPr>
          </a:lstStyle>
          <a:p>
            <a:endParaRPr lang="en-DK"/>
          </a:p>
        </p:txBody>
      </p:sp>
      <p:sp>
        <p:nvSpPr>
          <p:cNvPr id="3" name="Date Placeholder 2"/>
          <p:cNvSpPr>
            <a:spLocks noGrp="1"/>
          </p:cNvSpPr>
          <p:nvPr>
            <p:ph type="dt" idx="1"/>
          </p:nvPr>
        </p:nvSpPr>
        <p:spPr>
          <a:xfrm>
            <a:off x="5180013" y="0"/>
            <a:ext cx="3962400" cy="257175"/>
          </a:xfrm>
          <a:prstGeom prst="rect">
            <a:avLst/>
          </a:prstGeom>
        </p:spPr>
        <p:txBody>
          <a:bodyPr vert="horz" lIns="91440" tIns="45720" rIns="91440" bIns="45720" rtlCol="0"/>
          <a:lstStyle>
            <a:lvl1pPr algn="r">
              <a:defRPr sz="1200"/>
            </a:lvl1pPr>
          </a:lstStyle>
          <a:p>
            <a:fld id="{1608A20B-5F9C-CA44-9513-F0825AC47325}" type="datetimeFigureOut">
              <a:rPr lang="en-DK" smtClean="0"/>
              <a:t>14/10/2026</a:t>
            </a:fld>
            <a:endParaRPr lang="en-DK"/>
          </a:p>
        </p:txBody>
      </p:sp>
      <p:sp>
        <p:nvSpPr>
          <p:cNvPr id="4" name="Slide Image Placeholder 3"/>
          <p:cNvSpPr>
            <a:spLocks noGrp="1" noRot="1" noChangeAspect="1"/>
          </p:cNvSpPr>
          <p:nvPr>
            <p:ph type="sldImg" idx="2"/>
          </p:nvPr>
        </p:nvSpPr>
        <p:spPr>
          <a:xfrm>
            <a:off x="3028950" y="642938"/>
            <a:ext cx="3086100" cy="1736725"/>
          </a:xfrm>
          <a:prstGeom prst="rect">
            <a:avLst/>
          </a:prstGeom>
          <a:noFill/>
          <a:ln w="12700">
            <a:solidFill>
              <a:prstClr val="black"/>
            </a:solidFill>
          </a:ln>
        </p:spPr>
        <p:txBody>
          <a:bodyPr vert="horz" lIns="91440" tIns="45720" rIns="91440" bIns="45720" rtlCol="0" anchor="ctr"/>
          <a:lstStyle/>
          <a:p>
            <a:endParaRPr lang="en-DK"/>
          </a:p>
        </p:txBody>
      </p:sp>
      <p:sp>
        <p:nvSpPr>
          <p:cNvPr id="5" name="Notes Placeholder 4"/>
          <p:cNvSpPr>
            <a:spLocks noGrp="1"/>
          </p:cNvSpPr>
          <p:nvPr>
            <p:ph type="body" sz="quarter" idx="3"/>
          </p:nvPr>
        </p:nvSpPr>
        <p:spPr>
          <a:xfrm>
            <a:off x="914400" y="2474913"/>
            <a:ext cx="7315200" cy="20256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6" name="Footer Placeholder 5"/>
          <p:cNvSpPr>
            <a:spLocks noGrp="1"/>
          </p:cNvSpPr>
          <p:nvPr>
            <p:ph type="ftr" sz="quarter" idx="4"/>
          </p:nvPr>
        </p:nvSpPr>
        <p:spPr>
          <a:xfrm>
            <a:off x="0" y="4886325"/>
            <a:ext cx="3962400" cy="257175"/>
          </a:xfrm>
          <a:prstGeom prst="rect">
            <a:avLst/>
          </a:prstGeom>
        </p:spPr>
        <p:txBody>
          <a:bodyPr vert="horz" lIns="91440" tIns="45720" rIns="91440" bIns="45720" rtlCol="0" anchor="b"/>
          <a:lstStyle>
            <a:lvl1pPr algn="l">
              <a:defRPr sz="1200"/>
            </a:lvl1pPr>
          </a:lstStyle>
          <a:p>
            <a:endParaRPr lang="en-DK"/>
          </a:p>
        </p:txBody>
      </p:sp>
      <p:sp>
        <p:nvSpPr>
          <p:cNvPr id="7" name="Slide Number Placeholder 6"/>
          <p:cNvSpPr>
            <a:spLocks noGrp="1"/>
          </p:cNvSpPr>
          <p:nvPr>
            <p:ph type="sldNum" sz="quarter" idx="5"/>
          </p:nvPr>
        </p:nvSpPr>
        <p:spPr>
          <a:xfrm>
            <a:off x="5180013" y="4886325"/>
            <a:ext cx="3962400" cy="257175"/>
          </a:xfrm>
          <a:prstGeom prst="rect">
            <a:avLst/>
          </a:prstGeom>
        </p:spPr>
        <p:txBody>
          <a:bodyPr vert="horz" lIns="91440" tIns="45720" rIns="91440" bIns="45720" rtlCol="0" anchor="b"/>
          <a:lstStyle>
            <a:lvl1pPr algn="r">
              <a:defRPr sz="1200"/>
            </a:lvl1pPr>
          </a:lstStyle>
          <a:p>
            <a:fld id="{BCC35371-ACE0-7C42-A59A-EDF234485393}" type="slidenum">
              <a:rPr lang="en-DK" smtClean="0"/>
              <a:t>‹#›</a:t>
            </a:fld>
            <a:endParaRPr lang="en-DK"/>
          </a:p>
        </p:txBody>
      </p:sp>
    </p:spTree>
    <p:extLst>
      <p:ext uri="{BB962C8B-B14F-4D97-AF65-F5344CB8AC3E}">
        <p14:creationId xmlns:p14="http://schemas.microsoft.com/office/powerpoint/2010/main" val="15687464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CC35371-ACE0-7C42-A59A-EDF234485393}" type="slidenum">
              <a:rPr lang="en-DK" smtClean="0"/>
              <a:t>1</a:t>
            </a:fld>
            <a:endParaRPr lang="en-DK"/>
          </a:p>
        </p:txBody>
      </p:sp>
    </p:spTree>
    <p:extLst>
      <p:ext uri="{BB962C8B-B14F-4D97-AF65-F5344CB8AC3E}">
        <p14:creationId xmlns:p14="http://schemas.microsoft.com/office/powerpoint/2010/main" val="33723323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CC35371-ACE0-7C42-A59A-EDF234485393}" type="slidenum">
              <a:rPr lang="en-DK" smtClean="0"/>
              <a:t>2</a:t>
            </a:fld>
            <a:endParaRPr lang="en-DK"/>
          </a:p>
        </p:txBody>
      </p:sp>
    </p:spTree>
    <p:extLst>
      <p:ext uri="{BB962C8B-B14F-4D97-AF65-F5344CB8AC3E}">
        <p14:creationId xmlns:p14="http://schemas.microsoft.com/office/powerpoint/2010/main" val="139048089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CC35371-ACE0-7C42-A59A-EDF234485393}" type="slidenum">
              <a:rPr lang="en-DK" smtClean="0"/>
              <a:t>3</a:t>
            </a:fld>
            <a:endParaRPr lang="en-DK"/>
          </a:p>
        </p:txBody>
      </p:sp>
    </p:spTree>
    <p:extLst>
      <p:ext uri="{BB962C8B-B14F-4D97-AF65-F5344CB8AC3E}">
        <p14:creationId xmlns:p14="http://schemas.microsoft.com/office/powerpoint/2010/main" val="30203652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CC35371-ACE0-7C42-A59A-EDF234485393}" type="slidenum">
              <a:rPr lang="en-DK" smtClean="0"/>
              <a:t>4</a:t>
            </a:fld>
            <a:endParaRPr lang="en-DK"/>
          </a:p>
        </p:txBody>
      </p:sp>
    </p:spTree>
    <p:extLst>
      <p:ext uri="{BB962C8B-B14F-4D97-AF65-F5344CB8AC3E}">
        <p14:creationId xmlns:p14="http://schemas.microsoft.com/office/powerpoint/2010/main" val="40244175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CC35371-ACE0-7C42-A59A-EDF234485393}" type="slidenum">
              <a:rPr lang="en-DK" smtClean="0"/>
              <a:t>6</a:t>
            </a:fld>
            <a:endParaRPr lang="en-DK"/>
          </a:p>
        </p:txBody>
      </p:sp>
    </p:spTree>
    <p:extLst>
      <p:ext uri="{BB962C8B-B14F-4D97-AF65-F5344CB8AC3E}">
        <p14:creationId xmlns:p14="http://schemas.microsoft.com/office/powerpoint/2010/main" val="34874311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a:t>1. Cloud-</a:t>
            </a:r>
            <a:r>
              <a:rPr lang="en-GB" b="1" err="1"/>
              <a:t>tjenester</a:t>
            </a:r>
            <a:r>
              <a:rPr lang="en-GB" b="1"/>
              <a:t> </a:t>
            </a:r>
            <a:r>
              <a:rPr lang="en-GB" b="1" err="1"/>
              <a:t>og</a:t>
            </a:r>
            <a:r>
              <a:rPr lang="en-GB" b="1"/>
              <a:t> </a:t>
            </a:r>
            <a:r>
              <a:rPr lang="en-GB" b="1" err="1"/>
              <a:t>licensaftaler</a:t>
            </a:r>
            <a:r>
              <a:rPr lang="en-GB" b="1"/>
              <a:t> (</a:t>
            </a:r>
            <a:r>
              <a:rPr lang="en-GB" b="1" err="1"/>
              <a:t>største</a:t>
            </a:r>
            <a:r>
              <a:rPr lang="en-GB" b="1"/>
              <a:t> </a:t>
            </a:r>
            <a:r>
              <a:rPr lang="en-GB" b="1" err="1"/>
              <a:t>indtægtskilde</a:t>
            </a:r>
            <a:r>
              <a:rPr lang="en-GB" b="1"/>
              <a:t>)</a:t>
            </a:r>
          </a:p>
          <a:p>
            <a:br>
              <a:rPr lang="en-GB"/>
            </a:br>
            <a:endParaRPr lang="en-GB"/>
          </a:p>
          <a:p>
            <a:r>
              <a:rPr lang="en-GB"/>
              <a:t>Oracle </a:t>
            </a:r>
            <a:r>
              <a:rPr lang="en-GB" err="1"/>
              <a:t>tjener</a:t>
            </a:r>
            <a:r>
              <a:rPr lang="en-GB"/>
              <a:t> </a:t>
            </a:r>
            <a:r>
              <a:rPr lang="en-GB" err="1"/>
              <a:t>løbende</a:t>
            </a:r>
            <a:r>
              <a:rPr lang="en-GB"/>
              <a:t> </a:t>
            </a:r>
            <a:r>
              <a:rPr lang="en-GB" err="1"/>
              <a:t>på</a:t>
            </a:r>
            <a:r>
              <a:rPr lang="en-GB"/>
              <a:t>:</a:t>
            </a:r>
          </a:p>
          <a:p>
            <a:r>
              <a:rPr lang="en-GB" b="1"/>
              <a:t>Oracle Cloud Infrastructure (OCI)</a:t>
            </a:r>
            <a:r>
              <a:rPr lang="en-GB"/>
              <a:t> – public </a:t>
            </a:r>
            <a:r>
              <a:rPr lang="en-GB" err="1"/>
              <a:t>og</a:t>
            </a:r>
            <a:r>
              <a:rPr lang="en-GB"/>
              <a:t> private cloud-</a:t>
            </a:r>
            <a:r>
              <a:rPr lang="en-GB" err="1"/>
              <a:t>løsninger</a:t>
            </a:r>
            <a:r>
              <a:rPr lang="en-GB"/>
              <a:t>, </a:t>
            </a:r>
            <a:r>
              <a:rPr lang="en-GB" err="1"/>
              <a:t>konkurrent</a:t>
            </a:r>
            <a:r>
              <a:rPr lang="en-GB"/>
              <a:t> </a:t>
            </a:r>
            <a:r>
              <a:rPr lang="en-GB" err="1"/>
              <a:t>til</a:t>
            </a:r>
            <a:r>
              <a:rPr lang="en-GB"/>
              <a:t> AWS, Azure </a:t>
            </a:r>
            <a:r>
              <a:rPr lang="en-GB" err="1"/>
              <a:t>og</a:t>
            </a:r>
            <a:r>
              <a:rPr lang="en-GB"/>
              <a:t> Google Cloud.</a:t>
            </a:r>
          </a:p>
          <a:p>
            <a:endParaRPr lang="en-US"/>
          </a:p>
        </p:txBody>
      </p:sp>
      <p:sp>
        <p:nvSpPr>
          <p:cNvPr id="4" name="Slide Number Placeholder 3"/>
          <p:cNvSpPr>
            <a:spLocks noGrp="1"/>
          </p:cNvSpPr>
          <p:nvPr>
            <p:ph type="sldNum" sz="quarter" idx="5"/>
          </p:nvPr>
        </p:nvSpPr>
        <p:spPr/>
        <p:txBody>
          <a:bodyPr/>
          <a:lstStyle/>
          <a:p>
            <a:fld id="{BCC35371-ACE0-7C42-A59A-EDF234485393}" type="slidenum">
              <a:rPr lang="en-DK" smtClean="0"/>
              <a:t>7</a:t>
            </a:fld>
            <a:endParaRPr lang="en-DK"/>
          </a:p>
        </p:txBody>
      </p:sp>
    </p:spTree>
    <p:extLst>
      <p:ext uri="{BB962C8B-B14F-4D97-AF65-F5344CB8AC3E}">
        <p14:creationId xmlns:p14="http://schemas.microsoft.com/office/powerpoint/2010/main" val="39614759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CC35371-ACE0-7C42-A59A-EDF234485393}" type="slidenum">
              <a:rPr lang="en-DK" smtClean="0"/>
              <a:t>8</a:t>
            </a:fld>
            <a:endParaRPr lang="en-DK"/>
          </a:p>
        </p:txBody>
      </p:sp>
    </p:spTree>
    <p:extLst>
      <p:ext uri="{BB962C8B-B14F-4D97-AF65-F5344CB8AC3E}">
        <p14:creationId xmlns:p14="http://schemas.microsoft.com/office/powerpoint/2010/main" val="134376149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
Denne slide refererer til oplysninger fra følgende fil: https://eamvdk.sharepoint.com/sites/DMUHE25_GrundlggendeprogrammeringDatabase/_layouts/15/Doc.aspx?sourcedoc=%7B1AC9B8A7-5AA3-4C38-82E1-694A89524261%7D&amp;file=DB1mandag_Uge46.pptx&amp;action=edit&amp;mobileredirect=true
Det relationelle datamodel-koncept blev introduceret af E.F. Codd i 1970. Hans arbejde revolutionerede måden, hvorpå data blev organiseret og behandlet, og lagde grundlaget for moderne databaser. Codd beskrev også teoretiske forespørgselssprog, som senere udviklede sig til SQL. Spørgsmålet tester om brugeren kender til den historiske baggrund og betydningen af Codd's bidrag.
</a:t>
            </a:r>
          </a:p>
        </p:txBody>
      </p:sp>
      <p:sp>
        <p:nvSpPr>
          <p:cNvPr id="4" name="Slide Number Placeholder 3"/>
          <p:cNvSpPr>
            <a:spLocks noGrp="1"/>
          </p:cNvSpPr>
          <p:nvPr>
            <p:ph type="sldNum" sz="quarter" idx="5"/>
          </p:nvPr>
        </p:nvSpPr>
        <p:spPr/>
        <p:txBody>
          <a:bodyPr/>
          <a:lstStyle/>
          <a:p>
            <a:pPr rtl="0"/>
            <a:fld id="{BFDD6F49-EBB7-4CCF-97A8-E526BB28BB69}" type="slidenum">
              <a:rPr lang="en-US" smtClean="0"/>
              <a:t>9</a:t>
            </a:fld>
            <a:endParaRPr lang="en-US"/>
          </a:p>
        </p:txBody>
      </p:sp>
    </p:spTree>
    <p:extLst>
      <p:ext uri="{BB962C8B-B14F-4D97-AF65-F5344CB8AC3E}">
        <p14:creationId xmlns:p14="http://schemas.microsoft.com/office/powerpoint/2010/main" val="32317715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CC35371-ACE0-7C42-A59A-EDF234485393}" type="slidenum">
              <a:rPr lang="en-DK" smtClean="0"/>
              <a:t>10</a:t>
            </a:fld>
            <a:endParaRPr lang="en-DK"/>
          </a:p>
        </p:txBody>
      </p:sp>
    </p:spTree>
    <p:extLst>
      <p:ext uri="{BB962C8B-B14F-4D97-AF65-F5344CB8AC3E}">
        <p14:creationId xmlns:p14="http://schemas.microsoft.com/office/powerpoint/2010/main" val="26218841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3" name="Rectangle 2">
            <a:extLst>
              <a:ext uri="{FF2B5EF4-FFF2-40B4-BE49-F238E27FC236}">
                <a16:creationId xmlns:a16="http://schemas.microsoft.com/office/drawing/2014/main" id="{65F01911-DDC4-74D2-E4E6-6165409A5424}"/>
              </a:ext>
            </a:extLst>
          </p:cNvPr>
          <p:cNvSpPr>
            <a:spLocks noGrp="1" noRot="1" noChangeAspect="1" noChangeArrowheads="1" noTextEdit="1"/>
          </p:cNvSpPr>
          <p:nvPr>
            <p:ph type="sldImg"/>
          </p:nvPr>
        </p:nvSpPr>
        <p:spPr bwMode="auto">
          <a:xfrm>
            <a:off x="393700" y="857250"/>
            <a:ext cx="6070600" cy="3416300"/>
          </a:xfrm>
          <a:prstGeom prst="rect">
            <a:avLst/>
          </a:prstGeom>
          <a:noFill/>
          <a:ln w="12700">
            <a:solidFill>
              <a:srgbClr val="000000"/>
            </a:solidFill>
            <a:miter lim="800000"/>
            <a:headEnd/>
            <a:tailEnd/>
          </a:ln>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33794" name="Rectangle 3">
            <a:extLst>
              <a:ext uri="{FF2B5EF4-FFF2-40B4-BE49-F238E27FC236}">
                <a16:creationId xmlns:a16="http://schemas.microsoft.com/office/drawing/2014/main" id="{5FF601FA-8541-01F2-4C31-E03B3DA91007}"/>
              </a:ext>
            </a:extLst>
          </p:cNvPr>
          <p:cNvSpPr>
            <a:spLocks noGrp="1" noChangeArrowheads="1"/>
          </p:cNvSpPr>
          <p:nvPr>
            <p:ph type="body" idx="1"/>
          </p:nvPr>
        </p:nvSpPr>
        <p:spPr bwMode="auto">
          <a:xfrm>
            <a:off x="947738" y="4633913"/>
            <a:ext cx="4975225" cy="4117975"/>
          </a:xfrm>
          <a:prstGeom prst="rect">
            <a:avLst/>
          </a:prstGeom>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r>
              <a:rPr lang="en-GB" altLang="en-DK"/>
              <a:t>The diagram shows two </a:t>
            </a:r>
            <a:r>
              <a:rPr lang="en-GB" altLang="en-DK" b="1"/>
              <a:t>relations (tables)</a:t>
            </a:r>
            <a:r>
              <a:rPr lang="en-GB" altLang="en-DK"/>
              <a:t>:</a:t>
            </a:r>
          </a:p>
          <a:p>
            <a:r>
              <a:rPr lang="en-GB" altLang="en-DK" b="1"/>
              <a:t>Branch</a:t>
            </a:r>
            <a:endParaRPr lang="en-GB" altLang="en-DK"/>
          </a:p>
          <a:p>
            <a:r>
              <a:rPr lang="en-GB" altLang="en-DK" b="1"/>
              <a:t>Staff</a:t>
            </a:r>
            <a:endParaRPr lang="en-GB" altLang="en-DK"/>
          </a:p>
          <a:p>
            <a:r>
              <a:rPr lang="en-GB" altLang="en-DK"/>
              <a:t>Each table represents an </a:t>
            </a:r>
            <a:r>
              <a:rPr lang="en-GB" altLang="en-DK" b="1"/>
              <a:t>entity</a:t>
            </a:r>
            <a:r>
              <a:rPr lang="en-GB" altLang="en-DK"/>
              <a:t> in the database:</a:t>
            </a:r>
          </a:p>
          <a:p>
            <a:r>
              <a:rPr lang="en-GB" altLang="en-DK"/>
              <a:t>The </a:t>
            </a:r>
            <a:r>
              <a:rPr lang="en-GB" altLang="en-DK" b="1"/>
              <a:t>Branch</a:t>
            </a:r>
            <a:r>
              <a:rPr lang="en-GB" altLang="en-DK"/>
              <a:t> table stores information about branches.</a:t>
            </a:r>
          </a:p>
          <a:p>
            <a:r>
              <a:rPr lang="en-GB" altLang="en-DK"/>
              <a:t>The </a:t>
            </a:r>
            <a:r>
              <a:rPr lang="en-GB" altLang="en-DK" b="1"/>
              <a:t>Staff</a:t>
            </a:r>
            <a:r>
              <a:rPr lang="en-GB" altLang="en-DK"/>
              <a:t> table stores information about staff members.</a:t>
            </a:r>
          </a:p>
          <a:p>
            <a:endParaRPr lang="en-GB" altLang="en-DK"/>
          </a:p>
          <a:p>
            <a:r>
              <a:rPr lang="en-GB" altLang="en-DK"/>
              <a:t>Attributes are the </a:t>
            </a:r>
            <a:r>
              <a:rPr lang="en-GB" altLang="en-DK" b="1"/>
              <a:t>columns</a:t>
            </a:r>
            <a:r>
              <a:rPr lang="en-GB" altLang="en-DK"/>
              <a:t> in each table.</a:t>
            </a:r>
            <a:br>
              <a:rPr lang="en-GB" altLang="en-DK"/>
            </a:br>
            <a:r>
              <a:rPr lang="en-GB" altLang="en-DK"/>
              <a:t>For example:</a:t>
            </a:r>
          </a:p>
          <a:p>
            <a:r>
              <a:rPr lang="en-GB" altLang="en-DK"/>
              <a:t>In the </a:t>
            </a:r>
            <a:r>
              <a:rPr lang="en-GB" altLang="en-DK" b="1"/>
              <a:t>Branch</a:t>
            </a:r>
            <a:r>
              <a:rPr lang="en-GB" altLang="en-DK"/>
              <a:t> table, the attributes are:</a:t>
            </a:r>
            <a:br>
              <a:rPr lang="en-GB" altLang="en-DK"/>
            </a:br>
            <a:r>
              <a:rPr lang="en-GB" altLang="en-DK" err="1"/>
              <a:t>branchNo</a:t>
            </a:r>
            <a:r>
              <a:rPr lang="en-GB" altLang="en-DK"/>
              <a:t>, street, city, and postcode.</a:t>
            </a:r>
          </a:p>
          <a:p>
            <a:r>
              <a:rPr lang="en-GB" altLang="en-DK"/>
              <a:t>In the </a:t>
            </a:r>
            <a:r>
              <a:rPr lang="en-GB" altLang="en-DK" b="1"/>
              <a:t>Staff</a:t>
            </a:r>
            <a:r>
              <a:rPr lang="en-GB" altLang="en-DK"/>
              <a:t> table, the attributes are:</a:t>
            </a:r>
            <a:br>
              <a:rPr lang="en-GB" altLang="en-DK"/>
            </a:br>
            <a:r>
              <a:rPr lang="en-GB" altLang="en-DK" err="1"/>
              <a:t>staffNo</a:t>
            </a:r>
            <a:r>
              <a:rPr lang="en-GB" altLang="en-DK"/>
              <a:t>, </a:t>
            </a:r>
            <a:r>
              <a:rPr lang="en-GB" altLang="en-DK" err="1"/>
              <a:t>fName</a:t>
            </a:r>
            <a:r>
              <a:rPr lang="en-GB" altLang="en-DK"/>
              <a:t>, </a:t>
            </a:r>
            <a:r>
              <a:rPr lang="en-GB" altLang="en-DK" err="1"/>
              <a:t>lName</a:t>
            </a:r>
            <a:r>
              <a:rPr lang="en-GB" altLang="en-DK"/>
              <a:t>, position, sex, DOB, salary, and </a:t>
            </a:r>
            <a:r>
              <a:rPr lang="en-GB" altLang="en-DK" err="1"/>
              <a:t>branchNo</a:t>
            </a:r>
            <a:r>
              <a:rPr lang="en-GB" altLang="en-DK"/>
              <a:t>.</a:t>
            </a:r>
          </a:p>
          <a:p>
            <a:endParaRPr lang="en-GB" altLang="en-DK"/>
          </a:p>
          <a:p>
            <a:r>
              <a:rPr lang="en-GB" altLang="en-DK" b="1"/>
              <a:t>Tuples (Rows)</a:t>
            </a:r>
          </a:p>
          <a:p>
            <a:r>
              <a:rPr lang="en-GB" altLang="en-DK"/>
              <a:t>Each row in the table is called a </a:t>
            </a:r>
            <a:r>
              <a:rPr lang="en-GB" altLang="en-DK" b="1"/>
              <a:t>tuple</a:t>
            </a:r>
            <a:r>
              <a:rPr lang="en-GB" altLang="en-DK"/>
              <a:t> (a record).</a:t>
            </a:r>
            <a:br>
              <a:rPr lang="en-GB" altLang="en-DK"/>
            </a:br>
            <a:r>
              <a:rPr lang="en-GB" altLang="en-DK"/>
              <a:t>For example, in the Branch table:</a:t>
            </a:r>
          </a:p>
          <a:p>
            <a:endParaRPr lang="en-GB" altLang="en-DK"/>
          </a:p>
          <a:p>
            <a:r>
              <a:rPr lang="en-GB" altLang="en-DK"/>
              <a:t>The </a:t>
            </a:r>
            <a:r>
              <a:rPr lang="en-GB" altLang="en-DK" b="1"/>
              <a:t>degree</a:t>
            </a:r>
            <a:r>
              <a:rPr lang="en-GB" altLang="en-DK"/>
              <a:t> of a relation = number of attributes (columns) in the table.</a:t>
            </a:r>
          </a:p>
          <a:p>
            <a:r>
              <a:rPr lang="en-GB" altLang="en-DK"/>
              <a:t>The </a:t>
            </a:r>
            <a:r>
              <a:rPr lang="en-GB" altLang="en-DK" b="1"/>
              <a:t>Branch</a:t>
            </a:r>
            <a:r>
              <a:rPr lang="en-GB" altLang="en-DK"/>
              <a:t> table has </a:t>
            </a:r>
            <a:r>
              <a:rPr lang="en-GB" altLang="en-DK" b="1"/>
              <a:t>4 attributes</a:t>
            </a:r>
            <a:r>
              <a:rPr lang="en-GB" altLang="en-DK"/>
              <a:t> → degree = 4</a:t>
            </a:r>
          </a:p>
          <a:p>
            <a:r>
              <a:rPr lang="en-GB" altLang="en-DK"/>
              <a:t>The </a:t>
            </a:r>
            <a:r>
              <a:rPr lang="en-GB" altLang="en-DK" b="1"/>
              <a:t>Staff</a:t>
            </a:r>
            <a:r>
              <a:rPr lang="en-GB" altLang="en-DK"/>
              <a:t> table has </a:t>
            </a:r>
            <a:r>
              <a:rPr lang="en-GB" altLang="en-DK" b="1"/>
              <a:t>8 attributes</a:t>
            </a:r>
            <a:r>
              <a:rPr lang="en-GB" altLang="en-DK"/>
              <a:t> → degree = 8</a:t>
            </a:r>
          </a:p>
          <a:p>
            <a:endParaRPr lang="en-GB" altLang="en-DK"/>
          </a:p>
          <a:p>
            <a:r>
              <a:rPr lang="en-GB" altLang="en-DK" b="1"/>
              <a:t>Cardinality</a:t>
            </a:r>
          </a:p>
          <a:p>
            <a:r>
              <a:rPr lang="en-GB" altLang="en-DK"/>
              <a:t>In this context, </a:t>
            </a:r>
            <a:r>
              <a:rPr lang="en-GB" altLang="en-DK" b="1"/>
              <a:t>cardinality</a:t>
            </a:r>
            <a:r>
              <a:rPr lang="en-GB" altLang="en-DK"/>
              <a:t> = </a:t>
            </a:r>
            <a:r>
              <a:rPr lang="en-GB" altLang="en-DK" b="1"/>
              <a:t>the number of rows (tuples)</a:t>
            </a:r>
            <a:r>
              <a:rPr lang="en-GB" altLang="en-DK"/>
              <a:t> in a table.</a:t>
            </a:r>
            <a:br>
              <a:rPr lang="en-GB" altLang="en-DK"/>
            </a:br>
            <a:r>
              <a:rPr lang="en-GB" altLang="en-DK"/>
              <a:t>It tells you how many </a:t>
            </a:r>
            <a:r>
              <a:rPr lang="en-GB" altLang="en-DK" i="1"/>
              <a:t>instances</a:t>
            </a:r>
            <a:r>
              <a:rPr lang="en-GB" altLang="en-DK"/>
              <a:t> of the entity exist.</a:t>
            </a:r>
          </a:p>
          <a:p>
            <a:r>
              <a:rPr lang="en-GB" altLang="en-DK"/>
              <a:t>So:</a:t>
            </a:r>
          </a:p>
          <a:p>
            <a:r>
              <a:rPr lang="en-GB" altLang="en-DK"/>
              <a:t>The </a:t>
            </a:r>
            <a:r>
              <a:rPr lang="en-GB" altLang="en-DK" b="1"/>
              <a:t>Branch</a:t>
            </a:r>
            <a:r>
              <a:rPr lang="en-GB" altLang="en-DK"/>
              <a:t> table has </a:t>
            </a:r>
            <a:r>
              <a:rPr lang="en-GB" altLang="en-DK" b="1"/>
              <a:t>5 rows</a:t>
            </a:r>
            <a:r>
              <a:rPr lang="en-GB" altLang="en-DK"/>
              <a:t> → cardinality = 5</a:t>
            </a:r>
          </a:p>
          <a:p>
            <a:r>
              <a:rPr lang="en-GB" altLang="en-DK"/>
              <a:t>The </a:t>
            </a:r>
            <a:r>
              <a:rPr lang="en-GB" altLang="en-DK" b="1"/>
              <a:t>Staff</a:t>
            </a:r>
            <a:r>
              <a:rPr lang="en-GB" altLang="en-DK"/>
              <a:t> table has </a:t>
            </a:r>
            <a:r>
              <a:rPr lang="en-GB" altLang="en-DK" b="1"/>
              <a:t>6 rows</a:t>
            </a:r>
            <a:r>
              <a:rPr lang="en-GB" altLang="en-DK"/>
              <a:t> → cardinality = 6</a:t>
            </a:r>
          </a:p>
          <a:p>
            <a:endParaRPr lang="en-GB" altLang="en-DK"/>
          </a:p>
          <a:p>
            <a:endParaRPr lang="en-GB" altLang="en-DK"/>
          </a:p>
          <a:p>
            <a:r>
              <a:rPr lang="en-GB" err="1"/>
              <a:t>Tabellen</a:t>
            </a:r>
            <a:r>
              <a:rPr lang="en-GB"/>
              <a:t> </a:t>
            </a:r>
            <a:r>
              <a:rPr lang="en-GB" b="1"/>
              <a:t>Branch</a:t>
            </a:r>
            <a:r>
              <a:rPr lang="en-GB"/>
              <a:t> </a:t>
            </a:r>
            <a:r>
              <a:rPr lang="en-GB" err="1"/>
              <a:t>repræsenterer</a:t>
            </a:r>
            <a:r>
              <a:rPr lang="en-GB"/>
              <a:t> </a:t>
            </a:r>
            <a:r>
              <a:rPr lang="en-GB" err="1"/>
              <a:t>filialer</a:t>
            </a:r>
            <a:r>
              <a:rPr lang="en-GB"/>
              <a:t> </a:t>
            </a:r>
            <a:r>
              <a:rPr lang="en-GB" err="1"/>
              <a:t>Tabellen</a:t>
            </a:r>
            <a:r>
              <a:rPr lang="en-GB"/>
              <a:t> </a:t>
            </a:r>
            <a:r>
              <a:rPr lang="en-GB" b="1"/>
              <a:t>Staff</a:t>
            </a:r>
            <a:r>
              <a:rPr lang="en-GB"/>
              <a:t> </a:t>
            </a:r>
            <a:r>
              <a:rPr lang="en-GB" err="1"/>
              <a:t>repræsenterer</a:t>
            </a:r>
            <a:r>
              <a:rPr lang="en-GB"/>
              <a:t> </a:t>
            </a:r>
            <a:r>
              <a:rPr lang="en-GB" err="1"/>
              <a:t>medarbejdere</a:t>
            </a:r>
            <a:r>
              <a:rPr lang="en-GB"/>
              <a:t> </a:t>
            </a:r>
            <a:r>
              <a:rPr lang="en-GB" b="1" err="1"/>
              <a:t>Attributter</a:t>
            </a:r>
            <a:r>
              <a:rPr lang="en-GB"/>
              <a:t> = </a:t>
            </a:r>
            <a:r>
              <a:rPr lang="en-GB" err="1"/>
              <a:t>kolonner</a:t>
            </a:r>
            <a:r>
              <a:rPr lang="en-GB"/>
              <a:t> </a:t>
            </a:r>
            <a:r>
              <a:rPr lang="en-GB" err="1"/>
              <a:t>i</a:t>
            </a:r>
            <a:r>
              <a:rPr lang="en-GB"/>
              <a:t> </a:t>
            </a:r>
            <a:r>
              <a:rPr lang="en-GB" err="1"/>
              <a:t>tabellen</a:t>
            </a:r>
            <a:r>
              <a:rPr lang="en-GB"/>
              <a:t> Branch: </a:t>
            </a:r>
            <a:r>
              <a:rPr lang="en-GB" err="1"/>
              <a:t>branchNo</a:t>
            </a:r>
            <a:r>
              <a:rPr lang="en-GB"/>
              <a:t>, street, city, postcode</a:t>
            </a:r>
          </a:p>
          <a:p>
            <a:r>
              <a:rPr lang="en-GB"/>
              <a:t>Staff: </a:t>
            </a:r>
            <a:r>
              <a:rPr lang="en-GB" err="1"/>
              <a:t>staffNo</a:t>
            </a:r>
            <a:r>
              <a:rPr lang="en-GB"/>
              <a:t>, </a:t>
            </a:r>
            <a:r>
              <a:rPr lang="en-GB" err="1"/>
              <a:t>fName</a:t>
            </a:r>
            <a:r>
              <a:rPr lang="en-GB"/>
              <a:t>, </a:t>
            </a:r>
            <a:r>
              <a:rPr lang="en-GB" err="1"/>
              <a:t>lName</a:t>
            </a:r>
            <a:r>
              <a:rPr lang="en-GB"/>
              <a:t>, position, sex, DOB, salary, </a:t>
            </a:r>
            <a:r>
              <a:rPr lang="en-GB" err="1"/>
              <a:t>branchNo</a:t>
            </a:r>
            <a:endParaRPr lang="en-GB"/>
          </a:p>
          <a:p>
            <a:r>
              <a:rPr lang="en-GB" b="1" err="1"/>
              <a:t>Tupel</a:t>
            </a:r>
            <a:r>
              <a:rPr lang="en-GB" b="1"/>
              <a:t> (</a:t>
            </a:r>
            <a:r>
              <a:rPr lang="en-GB" b="1" err="1"/>
              <a:t>række</a:t>
            </a:r>
            <a:r>
              <a:rPr lang="en-GB" b="1"/>
              <a:t>)</a:t>
            </a:r>
            <a:r>
              <a:rPr lang="en-GB"/>
              <a:t> = </a:t>
            </a:r>
            <a:r>
              <a:rPr lang="en-GB" err="1"/>
              <a:t>en</a:t>
            </a:r>
            <a:r>
              <a:rPr lang="en-GB"/>
              <a:t> post </a:t>
            </a:r>
            <a:r>
              <a:rPr lang="en-GB" err="1"/>
              <a:t>i</a:t>
            </a:r>
            <a:r>
              <a:rPr lang="en-GB"/>
              <a:t> </a:t>
            </a:r>
            <a:r>
              <a:rPr lang="en-GB" err="1"/>
              <a:t>tabellen</a:t>
            </a:r>
            <a:r>
              <a:rPr lang="en-GB"/>
              <a:t> </a:t>
            </a:r>
            <a:r>
              <a:rPr lang="en-GB" b="1"/>
              <a:t>Grad</a:t>
            </a:r>
            <a:r>
              <a:rPr lang="en-GB"/>
              <a:t> = </a:t>
            </a:r>
            <a:r>
              <a:rPr lang="en-GB" err="1"/>
              <a:t>antal</a:t>
            </a:r>
            <a:r>
              <a:rPr lang="en-GB"/>
              <a:t> </a:t>
            </a:r>
            <a:r>
              <a:rPr lang="en-GB" err="1"/>
              <a:t>attributter</a:t>
            </a:r>
            <a:r>
              <a:rPr lang="en-GB"/>
              <a:t> (</a:t>
            </a:r>
            <a:r>
              <a:rPr lang="en-GB" err="1"/>
              <a:t>kolonner</a:t>
            </a:r>
            <a:r>
              <a:rPr lang="en-GB"/>
              <a:t>) Branch: 4 → grad = 4</a:t>
            </a:r>
          </a:p>
          <a:p>
            <a:r>
              <a:rPr lang="en-GB"/>
              <a:t>Staff: 8 → grad = 8</a:t>
            </a:r>
          </a:p>
          <a:p>
            <a:r>
              <a:rPr lang="en-GB" b="1" err="1"/>
              <a:t>Kardinalitet</a:t>
            </a:r>
            <a:r>
              <a:rPr lang="en-GB"/>
              <a:t> = </a:t>
            </a:r>
            <a:r>
              <a:rPr lang="en-GB" err="1"/>
              <a:t>antal</a:t>
            </a:r>
            <a:r>
              <a:rPr lang="en-GB"/>
              <a:t> </a:t>
            </a:r>
            <a:r>
              <a:rPr lang="en-GB" err="1"/>
              <a:t>rækker</a:t>
            </a:r>
            <a:r>
              <a:rPr lang="en-GB"/>
              <a:t> (</a:t>
            </a:r>
            <a:r>
              <a:rPr lang="en-GB" err="1"/>
              <a:t>tupel</a:t>
            </a:r>
            <a:r>
              <a:rPr lang="en-GB"/>
              <a:t>) Branch: 5 → </a:t>
            </a:r>
            <a:r>
              <a:rPr lang="en-GB" err="1"/>
              <a:t>kardinalitet</a:t>
            </a:r>
            <a:r>
              <a:rPr lang="en-GB"/>
              <a:t> = 5</a:t>
            </a:r>
          </a:p>
          <a:p>
            <a:r>
              <a:rPr lang="en-GB"/>
              <a:t>Staff: 6 → </a:t>
            </a:r>
            <a:r>
              <a:rPr lang="en-GB" err="1"/>
              <a:t>kardinalitet</a:t>
            </a:r>
            <a:r>
              <a:rPr lang="en-GB"/>
              <a:t> = 6</a:t>
            </a:r>
          </a:p>
          <a:p>
            <a:endParaRPr lang="en-GB" altLang="en-DK"/>
          </a:p>
          <a:p>
            <a:endParaRPr lang="en-GB" altLang="en-DK"/>
          </a:p>
          <a:p>
            <a:endParaRPr lang="en-GB" altLang="en-DK"/>
          </a:p>
          <a:p>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CC35371-ACE0-7C42-A59A-EDF234485393}" type="slidenum">
              <a:rPr lang="en-DK" smtClean="0"/>
              <a:t>12</a:t>
            </a:fld>
            <a:endParaRPr lang="en-DK"/>
          </a:p>
        </p:txBody>
      </p:sp>
    </p:spTree>
    <p:extLst>
      <p:ext uri="{BB962C8B-B14F-4D97-AF65-F5344CB8AC3E}">
        <p14:creationId xmlns:p14="http://schemas.microsoft.com/office/powerpoint/2010/main" val="23906141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CC35371-ACE0-7C42-A59A-EDF234485393}" type="slidenum">
              <a:rPr lang="en-DK" smtClean="0"/>
              <a:t>13</a:t>
            </a:fld>
            <a:endParaRPr lang="en-DK"/>
          </a:p>
        </p:txBody>
      </p:sp>
    </p:spTree>
    <p:extLst>
      <p:ext uri="{BB962C8B-B14F-4D97-AF65-F5344CB8AC3E}">
        <p14:creationId xmlns:p14="http://schemas.microsoft.com/office/powerpoint/2010/main" val="5963175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CC35371-ACE0-7C42-A59A-EDF234485393}" type="slidenum">
              <a:rPr lang="en-DK" smtClean="0"/>
              <a:t>14</a:t>
            </a:fld>
            <a:endParaRPr lang="en-DK"/>
          </a:p>
        </p:txBody>
      </p:sp>
    </p:spTree>
    <p:extLst>
      <p:ext uri="{BB962C8B-B14F-4D97-AF65-F5344CB8AC3E}">
        <p14:creationId xmlns:p14="http://schemas.microsoft.com/office/powerpoint/2010/main" val="7113011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da-DK"/>
          </a:p>
        </p:txBody>
      </p:sp>
      <p:sp>
        <p:nvSpPr>
          <p:cNvPr id="4" name="Pladsholder til slidenummer 3"/>
          <p:cNvSpPr>
            <a:spLocks noGrp="1"/>
          </p:cNvSpPr>
          <p:nvPr>
            <p:ph type="sldNum" sz="quarter" idx="5"/>
          </p:nvPr>
        </p:nvSpPr>
        <p:spPr/>
        <p:txBody>
          <a:bodyPr/>
          <a:lstStyle/>
          <a:p>
            <a:fld id="{CB66ABE2-00A8-584E-92C7-CA70E1DF1536}" type="slidenum">
              <a:rPr lang="da-DK" smtClean="0"/>
              <a:t>17</a:t>
            </a:fld>
            <a:endParaRPr lang="da-DK"/>
          </a:p>
        </p:txBody>
      </p:sp>
    </p:spTree>
    <p:extLst>
      <p:ext uri="{BB962C8B-B14F-4D97-AF65-F5344CB8AC3E}">
        <p14:creationId xmlns:p14="http://schemas.microsoft.com/office/powerpoint/2010/main" val="9688796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a:t>
            </a:r>
            <a:r>
              <a:rPr lang="en-US" err="1"/>
              <a:t>usr</a:t>
            </a:r>
            <a:r>
              <a:rPr lang="en-US"/>
              <a:t>/local/</a:t>
            </a:r>
            <a:r>
              <a:rPr lang="en-US" err="1"/>
              <a:t>mysql</a:t>
            </a:r>
            <a:r>
              <a:rPr lang="en-US"/>
              <a:t>/bin/</a:t>
            </a:r>
            <a:r>
              <a:rPr lang="en-US" err="1"/>
              <a:t>mysql</a:t>
            </a:r>
            <a:r>
              <a:rPr lang="en-US"/>
              <a:t> -u root –p       </a:t>
            </a:r>
            <a:r>
              <a:rPr lang="en-US" err="1"/>
              <a:t>sudo</a:t>
            </a:r>
            <a:r>
              <a:rPr lang="en-US"/>
              <a:t> /</a:t>
            </a:r>
            <a:r>
              <a:rPr lang="en-US" err="1"/>
              <a:t>usr</a:t>
            </a:r>
            <a:r>
              <a:rPr lang="en-US"/>
              <a:t>/local/</a:t>
            </a:r>
            <a:r>
              <a:rPr lang="en-US" err="1"/>
              <a:t>mysql</a:t>
            </a:r>
            <a:r>
              <a:rPr lang="en-US"/>
              <a:t>/support-files/</a:t>
            </a:r>
            <a:r>
              <a:rPr lang="en-US" err="1"/>
              <a:t>mysql.server</a:t>
            </a:r>
            <a:r>
              <a:rPr lang="en-US"/>
              <a:t> start    mysql.server start</a:t>
            </a:r>
          </a:p>
          <a:p>
            <a:endParaRPr lang="en-US">
              <a:ea typeface="Calibri"/>
              <a:cs typeface="Calibri"/>
            </a:endParaRPr>
          </a:p>
          <a:p>
            <a:endParaRPr lang="en-US">
              <a:ea typeface="Calibri"/>
              <a:cs typeface="Calibri"/>
            </a:endParaRPr>
          </a:p>
          <a:p>
            <a:endParaRPr lang="en-US">
              <a:cs typeface="Calibri"/>
            </a:endParaRPr>
          </a:p>
        </p:txBody>
      </p:sp>
      <p:sp>
        <p:nvSpPr>
          <p:cNvPr id="4" name="Slide Number Placeholder 3"/>
          <p:cNvSpPr>
            <a:spLocks noGrp="1"/>
          </p:cNvSpPr>
          <p:nvPr>
            <p:ph type="sldNum" sz="quarter" idx="5"/>
          </p:nvPr>
        </p:nvSpPr>
        <p:spPr/>
        <p:txBody>
          <a:bodyPr/>
          <a:lstStyle/>
          <a:p>
            <a:fld id="{BCC35371-ACE0-7C42-A59A-EDF234485393}" type="slidenum">
              <a:rPr lang="en-DK" smtClean="0"/>
              <a:t>21</a:t>
            </a:fld>
            <a:endParaRPr lang="en-DK"/>
          </a:p>
        </p:txBody>
      </p:sp>
    </p:spTree>
    <p:extLst>
      <p:ext uri="{BB962C8B-B14F-4D97-AF65-F5344CB8AC3E}">
        <p14:creationId xmlns:p14="http://schemas.microsoft.com/office/powerpoint/2010/main" val="15533971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CC35371-ACE0-7C42-A59A-EDF234485393}" type="slidenum">
              <a:rPr lang="en-DK" smtClean="0"/>
              <a:t>24</a:t>
            </a:fld>
            <a:endParaRPr lang="en-DK"/>
          </a:p>
        </p:txBody>
      </p:sp>
    </p:spTree>
    <p:extLst>
      <p:ext uri="{BB962C8B-B14F-4D97-AF65-F5344CB8AC3E}">
        <p14:creationId xmlns:p14="http://schemas.microsoft.com/office/powerpoint/2010/main" val="29659693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CC35371-ACE0-7C42-A59A-EDF234485393}" type="slidenum">
              <a:rPr lang="en-DK" smtClean="0"/>
              <a:t>28</a:t>
            </a:fld>
            <a:endParaRPr lang="en-DK"/>
          </a:p>
        </p:txBody>
      </p:sp>
    </p:spTree>
    <p:extLst>
      <p:ext uri="{BB962C8B-B14F-4D97-AF65-F5344CB8AC3E}">
        <p14:creationId xmlns:p14="http://schemas.microsoft.com/office/powerpoint/2010/main" val="34909913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726443" y="841772"/>
            <a:ext cx="5691116" cy="1965866"/>
          </a:xfrm>
        </p:spPr>
        <p:txBody>
          <a:bodyPr anchor="b">
            <a:normAutofit/>
          </a:bodyPr>
          <a:lstStyle>
            <a:lvl1pPr algn="ctr">
              <a:defRPr sz="7111"/>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726443" y="2882782"/>
            <a:ext cx="5691116" cy="1060568"/>
          </a:xfrm>
        </p:spPr>
        <p:txBody>
          <a:bodyPr>
            <a:normAutofit/>
          </a:bodyPr>
          <a:lstStyle>
            <a:lvl1pPr marL="0" indent="0" algn="ctr">
              <a:buNone/>
              <a:defRPr sz="3200"/>
            </a:lvl1pPr>
            <a:lvl2pPr marL="812810" indent="0" algn="ctr">
              <a:buNone/>
              <a:defRPr sz="3200"/>
            </a:lvl2pPr>
            <a:lvl3pPr marL="1625620" indent="0" algn="ctr">
              <a:buNone/>
              <a:defRPr sz="3200"/>
            </a:lvl3pPr>
            <a:lvl4pPr marL="2438430" indent="0" algn="ctr">
              <a:buNone/>
              <a:defRPr sz="2844"/>
            </a:lvl4pPr>
            <a:lvl5pPr marL="3251241" indent="0" algn="ctr">
              <a:buNone/>
              <a:defRPr sz="2844"/>
            </a:lvl5pPr>
            <a:lvl6pPr marL="4064051" indent="0" algn="ctr">
              <a:buNone/>
              <a:defRPr sz="2844"/>
            </a:lvl6pPr>
            <a:lvl7pPr marL="4876861" indent="0" algn="ctr">
              <a:buNone/>
              <a:defRPr sz="2844"/>
            </a:lvl7pPr>
            <a:lvl8pPr marL="5689671" indent="0" algn="ctr">
              <a:buNone/>
              <a:defRPr sz="2844"/>
            </a:lvl8pPr>
            <a:lvl9pPr marL="6502481" indent="0" algn="ctr">
              <a:buNone/>
              <a:defRPr sz="2844"/>
            </a:lvl9pPr>
          </a:lstStyle>
          <a:p>
            <a:r>
              <a:rPr lang="en-US"/>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77CA0979-F579-4E9B-A675-1F5ABBFF00DB}" type="datetimeFigureOut">
              <a:rPr lang="en-US" dirty="0"/>
              <a:t>10/14/26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dirty="0"/>
              <a:t>‹#›</a:t>
            </a:fld>
            <a:endParaRPr lang="en-US"/>
          </a:p>
        </p:txBody>
      </p:sp>
    </p:spTree>
    <p:extLst>
      <p:ext uri="{BB962C8B-B14F-4D97-AF65-F5344CB8AC3E}">
        <p14:creationId xmlns:p14="http://schemas.microsoft.com/office/powerpoint/2010/main" val="2025229509"/>
      </p:ext>
    </p:extLst>
  </p:cSld>
  <p:clrMapOvr>
    <a:masterClrMapping/>
  </p:clrMapOvr>
  <p:extLst>
    <p:ext uri="{DCECCB84-F9BA-43D5-87BE-67443E8EF086}">
      <p15:sldGuideLst xmlns:p15="http://schemas.microsoft.com/office/powerpoint/2012/main">
        <p15:guide id="5" orient="horz" pos="1620" userDrawn="1">
          <p15:clr>
            <a:srgbClr val="FBAE40"/>
          </p15:clr>
        </p15:guide>
        <p15:guide id="6" pos="28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73E7156E-175E-4DBA-9D21-B772C320F342}" type="datetimeFigureOut">
              <a:rPr lang="en-US" dirty="0"/>
              <a:t>10/14/26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dirty="0"/>
              <a:t>‹#›</a:t>
            </a:fld>
            <a:endParaRPr lang="en-US"/>
          </a:p>
        </p:txBody>
      </p:sp>
    </p:spTree>
    <p:extLst>
      <p:ext uri="{BB962C8B-B14F-4D97-AF65-F5344CB8AC3E}">
        <p14:creationId xmlns:p14="http://schemas.microsoft.com/office/powerpoint/2010/main" val="5541651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452536" y="415212"/>
            <a:ext cx="6204855" cy="3006644"/>
          </a:xfrm>
        </p:spPr>
        <p:txBody>
          <a:bodyPr anchor="t">
            <a:normAutofit/>
          </a:bodyPr>
          <a:lstStyle>
            <a:lvl1pPr>
              <a:defRPr sz="9600" cap="all" baseline="0"/>
            </a:lvl1pPr>
          </a:lstStyle>
          <a:p>
            <a:r>
              <a:rPr lang="en-US"/>
              <a:t>Click to edit Master title style</a:t>
            </a:r>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452535" y="3442098"/>
            <a:ext cx="6204855" cy="1038463"/>
          </a:xfrm>
        </p:spPr>
        <p:txBody>
          <a:bodyPr anchor="b">
            <a:normAutofit/>
          </a:bodyPr>
          <a:lstStyle>
            <a:lvl1pPr marL="0" indent="0">
              <a:buNone/>
              <a:defRPr sz="3556">
                <a:solidFill>
                  <a:schemeClr val="tx1"/>
                </a:solidFill>
              </a:defRPr>
            </a:lvl1pPr>
            <a:lvl2pPr marL="812810" indent="0">
              <a:buNone/>
              <a:defRPr sz="3556">
                <a:solidFill>
                  <a:schemeClr val="tx1">
                    <a:tint val="75000"/>
                  </a:schemeClr>
                </a:solidFill>
              </a:defRPr>
            </a:lvl2pPr>
            <a:lvl3pPr marL="1625620" indent="0">
              <a:buNone/>
              <a:defRPr sz="3200">
                <a:solidFill>
                  <a:schemeClr val="tx1">
                    <a:tint val="75000"/>
                  </a:schemeClr>
                </a:solidFill>
              </a:defRPr>
            </a:lvl3pPr>
            <a:lvl4pPr marL="2438430" indent="0">
              <a:buNone/>
              <a:defRPr sz="2844">
                <a:solidFill>
                  <a:schemeClr val="tx1">
                    <a:tint val="75000"/>
                  </a:schemeClr>
                </a:solidFill>
              </a:defRPr>
            </a:lvl4pPr>
            <a:lvl5pPr marL="3251241" indent="0">
              <a:buNone/>
              <a:defRPr sz="2844">
                <a:solidFill>
                  <a:schemeClr val="tx1">
                    <a:tint val="75000"/>
                  </a:schemeClr>
                </a:solidFill>
              </a:defRPr>
            </a:lvl5pPr>
            <a:lvl6pPr marL="4064051" indent="0">
              <a:buNone/>
              <a:defRPr sz="2844">
                <a:solidFill>
                  <a:schemeClr val="tx1">
                    <a:tint val="75000"/>
                  </a:schemeClr>
                </a:solidFill>
              </a:defRPr>
            </a:lvl6pPr>
            <a:lvl7pPr marL="4876861" indent="0">
              <a:buNone/>
              <a:defRPr sz="2844">
                <a:solidFill>
                  <a:schemeClr val="tx1">
                    <a:tint val="75000"/>
                  </a:schemeClr>
                </a:solidFill>
              </a:defRPr>
            </a:lvl7pPr>
            <a:lvl8pPr marL="5689671" indent="0">
              <a:buNone/>
              <a:defRPr sz="2844">
                <a:solidFill>
                  <a:schemeClr val="tx1">
                    <a:tint val="75000"/>
                  </a:schemeClr>
                </a:solidFill>
              </a:defRPr>
            </a:lvl8pPr>
            <a:lvl9pPr marL="6502481" indent="0">
              <a:buNone/>
              <a:defRPr sz="2844">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04895F6E-3D02-4292-95D1-C62B3126321B}" type="datetimeFigureOut">
              <a:rPr lang="en-US" dirty="0"/>
              <a:t>10/14/26</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dirty="0"/>
              <a:t>‹#›</a:t>
            </a:fld>
            <a:endParaRPr lang="en-US"/>
          </a:p>
        </p:txBody>
      </p:sp>
    </p:spTree>
    <p:extLst>
      <p:ext uri="{BB962C8B-B14F-4D97-AF65-F5344CB8AC3E}">
        <p14:creationId xmlns:p14="http://schemas.microsoft.com/office/powerpoint/2010/main" val="34990505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59486" y="411480"/>
            <a:ext cx="8055864" cy="849194"/>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459486"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46291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EDCB5ACB-D10C-44A8-9570-124370F4CB38}" type="datetimeFigureOut">
              <a:rPr lang="en-US" dirty="0"/>
              <a:t>10/14/26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r>
              <a:rPr lang="en-US"/>
              <a:t>
              </a:t>
            </a:r>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dirty="0"/>
              <a:t>‹#›</a:t>
            </a:fld>
            <a:endParaRPr lang="en-US"/>
          </a:p>
        </p:txBody>
      </p:sp>
    </p:spTree>
    <p:extLst>
      <p:ext uri="{BB962C8B-B14F-4D97-AF65-F5344CB8AC3E}">
        <p14:creationId xmlns:p14="http://schemas.microsoft.com/office/powerpoint/2010/main" val="13394416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457200" y="410547"/>
            <a:ext cx="8059341" cy="857469"/>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457201" y="1264301"/>
            <a:ext cx="3868340" cy="419876"/>
          </a:xfrm>
        </p:spPr>
        <p:txBody>
          <a:bodyPr anchor="b">
            <a:normAutofit/>
          </a:bodyPr>
          <a:lstStyle>
            <a:lvl1pPr marL="0" indent="0">
              <a:lnSpc>
                <a:spcPct val="90000"/>
              </a:lnSpc>
              <a:buNone/>
              <a:defRPr sz="3556" b="1" cap="all" baseline="0"/>
            </a:lvl1pPr>
            <a:lvl2pPr marL="812810" indent="0">
              <a:buNone/>
              <a:defRPr sz="3556" b="1"/>
            </a:lvl2pPr>
            <a:lvl3pPr marL="1625620" indent="0">
              <a:buNone/>
              <a:defRPr sz="3200" b="1"/>
            </a:lvl3pPr>
            <a:lvl4pPr marL="2438430" indent="0">
              <a:buNone/>
              <a:defRPr sz="2844" b="1"/>
            </a:lvl4pPr>
            <a:lvl5pPr marL="3251241" indent="0">
              <a:buNone/>
              <a:defRPr sz="2844" b="1"/>
            </a:lvl5pPr>
            <a:lvl6pPr marL="4064051" indent="0">
              <a:buNone/>
              <a:defRPr sz="2844" b="1"/>
            </a:lvl6pPr>
            <a:lvl7pPr marL="4876861" indent="0">
              <a:buNone/>
              <a:defRPr sz="2844" b="1"/>
            </a:lvl7pPr>
            <a:lvl8pPr marL="5689671" indent="0">
              <a:buNone/>
              <a:defRPr sz="2844" b="1"/>
            </a:lvl8pPr>
            <a:lvl9pPr marL="6502481" indent="0">
              <a:buNone/>
              <a:defRPr sz="2844"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457201" y="1790171"/>
            <a:ext cx="3868340" cy="2823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4629150" y="1264301"/>
            <a:ext cx="3887391" cy="419876"/>
          </a:xfrm>
        </p:spPr>
        <p:txBody>
          <a:bodyPr anchor="b">
            <a:normAutofit/>
          </a:bodyPr>
          <a:lstStyle>
            <a:lvl1pPr marL="0" indent="0">
              <a:lnSpc>
                <a:spcPct val="90000"/>
              </a:lnSpc>
              <a:buNone/>
              <a:defRPr sz="3556" b="1" cap="all" baseline="0"/>
            </a:lvl1pPr>
            <a:lvl2pPr marL="812810" indent="0">
              <a:buNone/>
              <a:defRPr sz="3556" b="1"/>
            </a:lvl2pPr>
            <a:lvl3pPr marL="1625620" indent="0">
              <a:buNone/>
              <a:defRPr sz="3200" b="1"/>
            </a:lvl3pPr>
            <a:lvl4pPr marL="2438430" indent="0">
              <a:buNone/>
              <a:defRPr sz="2844" b="1"/>
            </a:lvl4pPr>
            <a:lvl5pPr marL="3251241" indent="0">
              <a:buNone/>
              <a:defRPr sz="2844" b="1"/>
            </a:lvl5pPr>
            <a:lvl6pPr marL="4064051" indent="0">
              <a:buNone/>
              <a:defRPr sz="2844" b="1"/>
            </a:lvl6pPr>
            <a:lvl7pPr marL="4876861" indent="0">
              <a:buNone/>
              <a:defRPr sz="2844" b="1"/>
            </a:lvl7pPr>
            <a:lvl8pPr marL="5689671" indent="0">
              <a:buNone/>
              <a:defRPr sz="2844" b="1"/>
            </a:lvl8pPr>
            <a:lvl9pPr marL="6502481" indent="0">
              <a:buNone/>
              <a:defRPr sz="2844"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4629150" y="1790171"/>
            <a:ext cx="3887392" cy="28238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AB8D84F4-0E7A-4BDE-98C6-AE68FB974645}" type="datetimeFigureOut">
              <a:rPr lang="en-US" dirty="0"/>
              <a:t>10/14/26</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r>
              <a:rPr lang="en-US"/>
              <a:t>
              </a:t>
            </a:r>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dirty="0"/>
              <a:t>‹#›</a:t>
            </a:fld>
            <a:endParaRPr lang="en-US"/>
          </a:p>
        </p:txBody>
      </p:sp>
    </p:spTree>
    <p:extLst>
      <p:ext uri="{BB962C8B-B14F-4D97-AF65-F5344CB8AC3E}">
        <p14:creationId xmlns:p14="http://schemas.microsoft.com/office/powerpoint/2010/main" val="13177006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CBEFF1D8-9801-4C4B-92F3-66C9A863BD74}" type="datetimeFigureOut">
              <a:rPr lang="en-US" dirty="0"/>
              <a:t>10/14/26</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r>
              <a:rPr lang="en-US"/>
              <a:t>
              </a:t>
            </a:r>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dirty="0"/>
              <a:t>‹#›</a:t>
            </a:fld>
            <a:endParaRPr lang="en-US"/>
          </a:p>
        </p:txBody>
      </p:sp>
    </p:spTree>
    <p:extLst>
      <p:ext uri="{BB962C8B-B14F-4D97-AF65-F5344CB8AC3E}">
        <p14:creationId xmlns:p14="http://schemas.microsoft.com/office/powerpoint/2010/main" val="29559590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961FE8FD-B23E-4E1A-83EF-0847EBEA0105}" type="datetimeFigureOut">
              <a:rPr lang="en-US" dirty="0"/>
              <a:t>10/14/26</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r>
              <a:rPr lang="en-US"/>
              <a:t>
              </a:t>
            </a:r>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dirty="0"/>
              <a:t>‹#›</a:t>
            </a:fld>
            <a:endParaRPr lang="en-US"/>
          </a:p>
        </p:txBody>
      </p:sp>
    </p:spTree>
    <p:extLst>
      <p:ext uri="{BB962C8B-B14F-4D97-AF65-F5344CB8AC3E}">
        <p14:creationId xmlns:p14="http://schemas.microsoft.com/office/powerpoint/2010/main" val="25371776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447870" y="415212"/>
            <a:ext cx="2696726" cy="1318129"/>
          </a:xfrm>
        </p:spPr>
        <p:txBody>
          <a:bodyPr anchor="t">
            <a:normAutofit/>
          </a:bodyPr>
          <a:lstStyle>
            <a:lvl1pPr>
              <a:defRPr sz="4978"/>
            </a:lvl1pPr>
          </a:lstStyle>
          <a:p>
            <a:r>
              <a:rPr lang="en-US"/>
              <a:t>Click to edit Master title style</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3851031" y="415212"/>
            <a:ext cx="4709806" cy="4114800"/>
          </a:xfrm>
        </p:spPr>
        <p:txBody>
          <a:bodyPr>
            <a:normAutofit/>
          </a:bodyPr>
          <a:lstStyle>
            <a:lvl1pPr>
              <a:defRPr sz="4978"/>
            </a:lvl1pPr>
            <a:lvl2pPr>
              <a:defRPr sz="4267"/>
            </a:lvl2pPr>
            <a:lvl3pPr>
              <a:defRPr sz="3556"/>
            </a:lvl3pPr>
            <a:lvl4pPr>
              <a:defRPr sz="3200"/>
            </a:lvl4pPr>
            <a:lvl5pPr>
              <a:defRPr sz="3200"/>
            </a:lvl5pPr>
            <a:lvl6pPr>
              <a:defRPr sz="3200"/>
            </a:lvl6pPr>
            <a:lvl7pPr>
              <a:defRPr sz="3200"/>
            </a:lvl7pPr>
            <a:lvl8pPr>
              <a:defRPr sz="3200"/>
            </a:lvl8pPr>
            <a:lvl9pPr>
              <a:defRPr sz="3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447870" y="1733341"/>
            <a:ext cx="2696726" cy="2796671"/>
          </a:xfrm>
        </p:spPr>
        <p:txBody>
          <a:bodyPr anchor="t">
            <a:normAutofit/>
          </a:bodyPr>
          <a:lstStyle>
            <a:lvl1pPr marL="0" indent="0">
              <a:buNone/>
              <a:defRPr sz="3200"/>
            </a:lvl1pPr>
            <a:lvl2pPr marL="812810" indent="0">
              <a:buNone/>
              <a:defRPr sz="2489"/>
            </a:lvl2pPr>
            <a:lvl3pPr marL="1625620" indent="0">
              <a:buNone/>
              <a:defRPr sz="2133"/>
            </a:lvl3pPr>
            <a:lvl4pPr marL="2438430" indent="0">
              <a:buNone/>
              <a:defRPr sz="1778"/>
            </a:lvl4pPr>
            <a:lvl5pPr marL="3251241" indent="0">
              <a:buNone/>
              <a:defRPr sz="1778"/>
            </a:lvl5pPr>
            <a:lvl6pPr marL="4064051" indent="0">
              <a:buNone/>
              <a:defRPr sz="1778"/>
            </a:lvl6pPr>
            <a:lvl7pPr marL="4876861" indent="0">
              <a:buNone/>
              <a:defRPr sz="1778"/>
            </a:lvl7pPr>
            <a:lvl8pPr marL="5689671" indent="0">
              <a:buNone/>
              <a:defRPr sz="1778"/>
            </a:lvl8pPr>
            <a:lvl9pPr marL="6502481" indent="0">
              <a:buNone/>
              <a:defRPr sz="1778"/>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8DDF891E-A7C2-465C-AD39-8EDCB0F58E3C}" type="datetimeFigureOut">
              <a:rPr lang="en-US" dirty="0"/>
              <a:t>10/14/26</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r>
              <a:rPr lang="en-US"/>
              <a:t>
              </a:t>
            </a:r>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dirty="0"/>
              <a:t>‹#›</a:t>
            </a:fld>
            <a:endParaRPr lang="en-US"/>
          </a:p>
        </p:txBody>
      </p:sp>
    </p:spTree>
    <p:extLst>
      <p:ext uri="{BB962C8B-B14F-4D97-AF65-F5344CB8AC3E}">
        <p14:creationId xmlns:p14="http://schemas.microsoft.com/office/powerpoint/2010/main" val="5717346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445770" y="418338"/>
            <a:ext cx="2696726" cy="1659235"/>
          </a:xfrm>
        </p:spPr>
        <p:txBody>
          <a:bodyPr anchor="t">
            <a:normAutofit/>
          </a:bodyPr>
          <a:lstStyle>
            <a:lvl1pPr>
              <a:defRPr sz="4978"/>
            </a:lvl1pPr>
          </a:lstStyle>
          <a:p>
            <a:r>
              <a:rPr lang="en-US"/>
              <a:t>Click to edit Master title style</a:t>
            </a:r>
          </a:p>
        </p:txBody>
      </p:sp>
      <p:sp>
        <p:nvSpPr>
          <p:cNvPr id="3" name="Picture Placeholder 2">
            <a:extLst>
              <a:ext uri="{FF2B5EF4-FFF2-40B4-BE49-F238E27FC236}">
                <a16:creationId xmlns:a16="http://schemas.microsoft.com/office/drawing/2014/main" id="{9571C769-CEC8-962A-01E6-15B0E056791E}"/>
              </a:ext>
            </a:extLst>
          </p:cNvPr>
          <p:cNvSpPr>
            <a:spLocks noGrp="1" noChangeAspect="1"/>
          </p:cNvSpPr>
          <p:nvPr>
            <p:ph type="pic" idx="1"/>
          </p:nvPr>
        </p:nvSpPr>
        <p:spPr>
          <a:xfrm>
            <a:off x="3797490" y="492827"/>
            <a:ext cx="4862765" cy="4166928"/>
          </a:xfrm>
        </p:spPr>
        <p:txBody>
          <a:bodyPr anchor="t"/>
          <a:lstStyle>
            <a:lvl1pPr marL="0" indent="0">
              <a:buNone/>
              <a:defRPr sz="5689"/>
            </a:lvl1pPr>
            <a:lvl2pPr marL="812810" indent="0">
              <a:buNone/>
              <a:defRPr sz="4978"/>
            </a:lvl2pPr>
            <a:lvl3pPr marL="1625620" indent="0">
              <a:buNone/>
              <a:defRPr sz="4267"/>
            </a:lvl3pPr>
            <a:lvl4pPr marL="2438430" indent="0">
              <a:buNone/>
              <a:defRPr sz="3556"/>
            </a:lvl4pPr>
            <a:lvl5pPr marL="3251241" indent="0">
              <a:buNone/>
              <a:defRPr sz="3556"/>
            </a:lvl5pPr>
            <a:lvl6pPr marL="4064051" indent="0">
              <a:buNone/>
              <a:defRPr sz="3556"/>
            </a:lvl6pPr>
            <a:lvl7pPr marL="4876861" indent="0">
              <a:buNone/>
              <a:defRPr sz="3556"/>
            </a:lvl7pPr>
            <a:lvl8pPr marL="5689671" indent="0">
              <a:buNone/>
              <a:defRPr sz="3556"/>
            </a:lvl8pPr>
            <a:lvl9pPr marL="6502481" indent="0">
              <a:buNone/>
              <a:defRPr sz="3556"/>
            </a:lvl9pPr>
          </a:lstStyle>
          <a:p>
            <a:endParaRP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457201" y="2119603"/>
            <a:ext cx="2689190" cy="2575979"/>
          </a:xfrm>
        </p:spPr>
        <p:txBody>
          <a:bodyPr anchor="b"/>
          <a:lstStyle>
            <a:lvl1pPr marL="0" indent="0">
              <a:buNone/>
              <a:defRPr sz="2844"/>
            </a:lvl1pPr>
            <a:lvl2pPr marL="812810" indent="0">
              <a:buNone/>
              <a:defRPr sz="2489"/>
            </a:lvl2pPr>
            <a:lvl3pPr marL="1625620" indent="0">
              <a:buNone/>
              <a:defRPr sz="2133"/>
            </a:lvl3pPr>
            <a:lvl4pPr marL="2438430" indent="0">
              <a:buNone/>
              <a:defRPr sz="1778"/>
            </a:lvl4pPr>
            <a:lvl5pPr marL="3251241" indent="0">
              <a:buNone/>
              <a:defRPr sz="1778"/>
            </a:lvl5pPr>
            <a:lvl6pPr marL="4064051" indent="0">
              <a:buNone/>
              <a:defRPr sz="1778"/>
            </a:lvl6pPr>
            <a:lvl7pPr marL="4876861" indent="0">
              <a:buNone/>
              <a:defRPr sz="1778"/>
            </a:lvl7pPr>
            <a:lvl8pPr marL="5689671" indent="0">
              <a:buNone/>
              <a:defRPr sz="1778"/>
            </a:lvl8pPr>
            <a:lvl9pPr marL="6502481" indent="0">
              <a:buNone/>
              <a:defRPr sz="1778"/>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F39F93E5-AFB6-485C-8E3C-32F92A07875F}" type="datetimeFigureOut">
              <a:rPr lang="en-US" dirty="0"/>
              <a:t>10/14/26</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r>
              <a:rPr lang="en-US"/>
              <a:t>
              </a:t>
            </a:r>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dirty="0"/>
              <a:t>‹#›</a:t>
            </a:fld>
            <a:endParaRPr lang="en-US"/>
          </a:p>
        </p:txBody>
      </p:sp>
    </p:spTree>
    <p:extLst>
      <p:ext uri="{BB962C8B-B14F-4D97-AF65-F5344CB8AC3E}">
        <p14:creationId xmlns:p14="http://schemas.microsoft.com/office/powerpoint/2010/main" val="28499595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459486" y="411480"/>
            <a:ext cx="7886700" cy="849194"/>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459486" y="1260674"/>
            <a:ext cx="7886700" cy="337204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F7E76D0F-5A12-4D0A-80B0-1A6122B61E7B}" type="datetimeFigureOut">
              <a:rPr lang="en-US" dirty="0"/>
              <a:t>10/14/26</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dirty="0"/>
              <a:t>‹#›</a:t>
            </a:fld>
            <a:endParaRPr lang="en-US"/>
          </a:p>
        </p:txBody>
      </p:sp>
    </p:spTree>
    <p:extLst>
      <p:ext uri="{BB962C8B-B14F-4D97-AF65-F5344CB8AC3E}">
        <p14:creationId xmlns:p14="http://schemas.microsoft.com/office/powerpoint/2010/main" val="38308930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7226166" y="433873"/>
            <a:ext cx="1535278" cy="4198850"/>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628650" y="433873"/>
            <a:ext cx="6597516" cy="419884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8B9E8C84-89CA-44AB-B0BE-5C91BAF75478}" type="datetimeFigureOut">
              <a:rPr lang="en-US" dirty="0"/>
              <a:t>10/14/26</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dirty="0"/>
              <a:t>‹#›</a:t>
            </a:fld>
            <a:endParaRPr lang="en-US"/>
          </a:p>
        </p:txBody>
      </p:sp>
    </p:spTree>
    <p:extLst>
      <p:ext uri="{BB962C8B-B14F-4D97-AF65-F5344CB8AC3E}">
        <p14:creationId xmlns:p14="http://schemas.microsoft.com/office/powerpoint/2010/main" val="14292106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2140" y="-88900"/>
            <a:ext cx="8418405" cy="430887"/>
          </a:xfrm>
        </p:spPr>
        <p:txBody>
          <a:bodyPr/>
          <a:lstStyle/>
          <a:p>
            <a:r>
              <a:rPr lang="en-US"/>
              <a:t>Click to edit Master title style</a:t>
            </a:r>
          </a:p>
        </p:txBody>
      </p:sp>
      <p:sp>
        <p:nvSpPr>
          <p:cNvPr id="6" name="Text Placeholder 5"/>
          <p:cNvSpPr>
            <a:spLocks noGrp="1"/>
          </p:cNvSpPr>
          <p:nvPr>
            <p:ph type="body" sz="quarter" idx="10"/>
          </p:nvPr>
        </p:nvSpPr>
        <p:spPr>
          <a:xfrm>
            <a:off x="381000" y="1058664"/>
            <a:ext cx="8382000" cy="1246495"/>
          </a:xfrm>
        </p:spPr>
        <p:txBody>
          <a:bodyPr/>
          <a:lstStyle>
            <a:lvl1pPr>
              <a:lnSpc>
                <a:spcPct val="90000"/>
              </a:lnSpc>
              <a:defRPr/>
            </a:lvl1pPr>
            <a:lvl2pPr>
              <a:lnSpc>
                <a:spcPct val="90000"/>
              </a:lnSpc>
              <a:defRPr/>
            </a:lvl2pPr>
            <a:lvl3pPr>
              <a:lnSpc>
                <a:spcPct val="90000"/>
              </a:lnSpc>
              <a:defRPr/>
            </a:lvl3pPr>
            <a:lvl4pPr>
              <a:lnSpc>
                <a:spcPct val="90000"/>
              </a:lnSpc>
              <a:defRPr/>
            </a:lvl4pPr>
            <a:lvl5pPr>
              <a:lnSpc>
                <a:spcPct val="9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83423571"/>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1_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702124" y="470915"/>
            <a:ext cx="3035935" cy="604519"/>
          </a:xfrm>
          <a:prstGeom prst="rect">
            <a:avLst/>
          </a:prstGeom>
        </p:spPr>
        <p:txBody>
          <a:bodyPr wrap="square" lIns="0" tIns="0" rIns="0" bIns="0">
            <a:spAutoFit/>
          </a:bodyPr>
          <a:lstStyle>
            <a:lvl1pPr>
              <a:defRPr sz="2800" b="1" i="0">
                <a:solidFill>
                  <a:srgbClr val="007FA3"/>
                </a:solidFill>
                <a:latin typeface="Arial"/>
                <a:cs typeface="Arial"/>
              </a:defRPr>
            </a:lvl1pPr>
          </a:lstStyle>
          <a:p>
            <a:endParaRPr/>
          </a:p>
        </p:txBody>
      </p:sp>
      <p:sp>
        <p:nvSpPr>
          <p:cNvPr id="3" name="Holder 3"/>
          <p:cNvSpPr>
            <a:spLocks noGrp="1"/>
          </p:cNvSpPr>
          <p:nvPr>
            <p:ph type="subTitle" idx="4"/>
          </p:nvPr>
        </p:nvSpPr>
        <p:spPr>
          <a:xfrm>
            <a:off x="1371600" y="2880360"/>
            <a:ext cx="6400800" cy="1285875"/>
          </a:xfrm>
          <a:prstGeom prst="rect">
            <a:avLst/>
          </a:prstGeom>
        </p:spPr>
        <p:txBody>
          <a:bodyPr wrap="square" lIns="0" tIns="0" rIns="0" bIns="0">
            <a:spAutoFit/>
          </a:bodyPr>
          <a:lstStyle>
            <a:lvl1pPr>
              <a:defRPr sz="1800" b="0" i="0">
                <a:solidFill>
                  <a:schemeClr val="tx1"/>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10/14/26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extLst>
      <p:ext uri="{BB962C8B-B14F-4D97-AF65-F5344CB8AC3E}">
        <p14:creationId xmlns:p14="http://schemas.microsoft.com/office/powerpoint/2010/main" val="314976165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userDrawn="1">
  <p:cSld name="Title slide with background - picture">
    <p:bg>
      <p:bgPr>
        <a:solidFill>
          <a:schemeClr val="tx1">
            <a:lumMod val="50000"/>
          </a:schemeClr>
        </a:solidFill>
        <a:effectLst/>
      </p:bgPr>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67C06F42-C713-9648-BBB9-B325632D9DB7}"/>
              </a:ext>
            </a:extLst>
          </p:cNvPr>
          <p:cNvSpPr>
            <a:spLocks noGrp="1"/>
          </p:cNvSpPr>
          <p:nvPr>
            <p:ph type="pic" sz="quarter" idx="10"/>
          </p:nvPr>
        </p:nvSpPr>
        <p:spPr>
          <a:xfrm>
            <a:off x="0" y="1"/>
            <a:ext cx="9144000" cy="5143499"/>
          </a:xfrm>
        </p:spPr>
        <p:txBody>
          <a:bodyPr/>
          <a:lstStyle>
            <a:lvl1pPr marL="0" indent="0">
              <a:buNone/>
              <a:defRPr/>
            </a:lvl1pPr>
          </a:lstStyle>
          <a:p>
            <a:endParaRPr lang="da-DK"/>
          </a:p>
        </p:txBody>
      </p:sp>
      <p:sp>
        <p:nvSpPr>
          <p:cNvPr id="2" name="Titel 1"/>
          <p:cNvSpPr>
            <a:spLocks noGrp="1"/>
          </p:cNvSpPr>
          <p:nvPr>
            <p:ph type="ctrTitle"/>
          </p:nvPr>
        </p:nvSpPr>
        <p:spPr>
          <a:xfrm>
            <a:off x="1143000" y="841772"/>
            <a:ext cx="6858000" cy="1790700"/>
          </a:xfrm>
          <a:prstGeom prst="rect">
            <a:avLst/>
          </a:prstGeom>
        </p:spPr>
        <p:txBody>
          <a:bodyPr anchor="b"/>
          <a:lstStyle>
            <a:lvl1pPr algn="ctr">
              <a:defRPr sz="4500" b="1">
                <a:solidFill>
                  <a:schemeClr val="bg1"/>
                </a:solidFill>
              </a:defRPr>
            </a:lvl1pPr>
          </a:lstStyle>
          <a:p>
            <a:r>
              <a:rPr lang="da-DK"/>
              <a:t>Klik for at redigere i masteren</a:t>
            </a:r>
          </a:p>
        </p:txBody>
      </p:sp>
      <p:sp>
        <p:nvSpPr>
          <p:cNvPr id="3" name="Undertitel 2"/>
          <p:cNvSpPr>
            <a:spLocks noGrp="1"/>
          </p:cNvSpPr>
          <p:nvPr>
            <p:ph type="subTitle" idx="1"/>
          </p:nvPr>
        </p:nvSpPr>
        <p:spPr>
          <a:xfrm>
            <a:off x="1143000" y="2701528"/>
            <a:ext cx="6858000" cy="1241822"/>
          </a:xfrm>
          <a:prstGeom prst="rect">
            <a:avLst/>
          </a:prstGeom>
        </p:spPr>
        <p:txBody>
          <a:bodyPr/>
          <a:lstStyle>
            <a:lvl1pPr marL="0" indent="0" algn="ctr">
              <a:buNone/>
              <a:defRPr sz="1800">
                <a:solidFill>
                  <a:schemeClr val="bg1"/>
                </a:solidFill>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a-DK"/>
              <a:t>Klik for at redigere i master</a:t>
            </a:r>
          </a:p>
        </p:txBody>
      </p:sp>
    </p:spTree>
    <p:extLst>
      <p:ext uri="{BB962C8B-B14F-4D97-AF65-F5344CB8AC3E}">
        <p14:creationId xmlns:p14="http://schemas.microsoft.com/office/powerpoint/2010/main" val="588375473"/>
      </p:ext>
    </p:extLst>
  </p:cSld>
  <p:clrMapOvr>
    <a:masterClrMapping/>
  </p:clrMapOvr>
  <p:transition spd="slow">
    <p:push dir="u"/>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459486" y="411480"/>
            <a:ext cx="7990184" cy="849194"/>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459486" y="1286649"/>
            <a:ext cx="7990184" cy="344537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02870" y="4839752"/>
            <a:ext cx="2620736" cy="273844"/>
          </a:xfrm>
          <a:prstGeom prst="rect">
            <a:avLst/>
          </a:prstGeom>
        </p:spPr>
        <p:txBody>
          <a:bodyPr vert="horz" lIns="91440" tIns="45720" rIns="91440" bIns="45720" rtlCol="0" anchor="ctr"/>
          <a:lstStyle>
            <a:lvl1pPr algn="l">
              <a:defRPr sz="1600">
                <a:solidFill>
                  <a:schemeClr val="tx1"/>
                </a:solidFill>
              </a:defRPr>
            </a:lvl1pPr>
          </a:lstStyle>
          <a:p>
            <a:fld id="{3A332BE1-279E-4118-9FE3-7952B079A510}" type="datetimeFigureOut">
              <a:rPr lang="en-US" dirty="0"/>
              <a:t>10/14/26</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657391" y="4839752"/>
            <a:ext cx="2104054" cy="273844"/>
          </a:xfrm>
          <a:prstGeom prst="rect">
            <a:avLst/>
          </a:prstGeom>
        </p:spPr>
        <p:txBody>
          <a:bodyPr vert="horz" lIns="91440" tIns="45720" rIns="91440" bIns="45720" rtlCol="0" anchor="ctr"/>
          <a:lstStyle>
            <a:lvl1pPr algn="r">
              <a:defRPr sz="1600">
                <a:solidFill>
                  <a:schemeClr val="tx1"/>
                </a:solidFill>
              </a:defRPr>
            </a:lvl1pPr>
          </a:lstStyle>
          <a:p>
            <a:r>
              <a:rPr lang="en-US"/>
              <a:t>
              </a:t>
            </a:r>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8724122" y="4839752"/>
            <a:ext cx="321905" cy="273844"/>
          </a:xfrm>
          <a:prstGeom prst="rect">
            <a:avLst/>
          </a:prstGeom>
        </p:spPr>
        <p:txBody>
          <a:bodyPr vert="horz" lIns="91440" tIns="45720" rIns="91440" bIns="45720" rtlCol="0" anchor="ctr"/>
          <a:lstStyle>
            <a:lvl1pPr algn="r">
              <a:defRPr sz="1600">
                <a:solidFill>
                  <a:schemeClr val="tx1"/>
                </a:solidFill>
              </a:defRPr>
            </a:lvl1pPr>
          </a:lstStyle>
          <a:p>
            <a:fld id="{CC057153-B650-4DEB-B370-79DDCFDCE934}" type="slidenum">
              <a:rPr lang="en-US" dirty="0"/>
              <a:t>‹#›</a:t>
            </a:fld>
            <a:endParaRPr lang="en-US"/>
          </a:p>
        </p:txBody>
      </p:sp>
    </p:spTree>
    <p:extLst>
      <p:ext uri="{BB962C8B-B14F-4D97-AF65-F5344CB8AC3E}">
        <p14:creationId xmlns:p14="http://schemas.microsoft.com/office/powerpoint/2010/main" val="3535664724"/>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 id="2147483708" r:id="rId12"/>
    <p:sldLayoutId id="2147483709" r:id="rId13"/>
    <p:sldLayoutId id="2147483710" r:id="rId14"/>
  </p:sldLayoutIdLst>
  <p:hf hdr="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1620" userDrawn="1">
          <p15:clr>
            <a:srgbClr val="F26B43"/>
          </p15:clr>
        </p15:guide>
        <p15:guide id="6" pos="288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14.xml"/><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accent6">
            <a:lumMod val="60000"/>
            <a:lumOff val="40000"/>
          </a:schemeClr>
        </a:solidFill>
        <a:effectLst/>
      </p:bgPr>
    </p:bg>
    <p:spTree>
      <p:nvGrpSpPr>
        <p:cNvPr id="1" name=""/>
        <p:cNvGrpSpPr/>
        <p:nvPr/>
      </p:nvGrpSpPr>
      <p:grpSpPr>
        <a:xfrm>
          <a:off x="0" y="0"/>
          <a:ext cx="0" cy="0"/>
          <a:chOff x="0" y="0"/>
          <a:chExt cx="0" cy="0"/>
        </a:xfrm>
      </p:grpSpPr>
      <p:sp>
        <p:nvSpPr>
          <p:cNvPr id="2" name="object 2"/>
          <p:cNvSpPr/>
          <p:nvPr/>
        </p:nvSpPr>
        <p:spPr>
          <a:xfrm>
            <a:off x="0" y="0"/>
            <a:ext cx="9144000" cy="3676454"/>
          </a:xfrm>
          <a:custGeom>
            <a:avLst/>
            <a:gdLst/>
            <a:ahLst/>
            <a:cxnLst/>
            <a:rect l="l" t="t" r="r" b="b"/>
            <a:pathLst>
              <a:path w="9144000" h="3429000">
                <a:moveTo>
                  <a:pt x="9144000" y="0"/>
                </a:moveTo>
                <a:lnTo>
                  <a:pt x="0" y="0"/>
                </a:lnTo>
                <a:lnTo>
                  <a:pt x="0" y="3429000"/>
                </a:lnTo>
                <a:lnTo>
                  <a:pt x="9144000" y="3429000"/>
                </a:lnTo>
                <a:lnTo>
                  <a:pt x="9144000" y="0"/>
                </a:lnTo>
                <a:close/>
              </a:path>
            </a:pathLst>
          </a:custGeom>
          <a:blipFill>
            <a:blip r:embed="rId3"/>
            <a:tile tx="0" ty="0" sx="100000" sy="100000" flip="none" algn="tl"/>
          </a:blipFill>
        </p:spPr>
        <p:txBody>
          <a:bodyPr wrap="square" lIns="0" tIns="0" rIns="0" bIns="0" rtlCol="0"/>
          <a:lstStyle/>
          <a:p>
            <a:endParaRPr dirty="0"/>
          </a:p>
        </p:txBody>
      </p:sp>
      <p:sp>
        <p:nvSpPr>
          <p:cNvPr id="7" name="object 7"/>
          <p:cNvSpPr/>
          <p:nvPr/>
        </p:nvSpPr>
        <p:spPr>
          <a:xfrm>
            <a:off x="6290132" y="3948429"/>
            <a:ext cx="0" cy="685800"/>
          </a:xfrm>
          <a:custGeom>
            <a:avLst/>
            <a:gdLst/>
            <a:ahLst/>
            <a:cxnLst/>
            <a:rect l="l" t="t" r="r" b="b"/>
            <a:pathLst>
              <a:path h="685800">
                <a:moveTo>
                  <a:pt x="0" y="685450"/>
                </a:moveTo>
                <a:lnTo>
                  <a:pt x="0" y="0"/>
                </a:lnTo>
              </a:path>
            </a:pathLst>
          </a:custGeom>
          <a:ln w="19040">
            <a:solidFill>
              <a:srgbClr val="1482AC"/>
            </a:solidFill>
          </a:ln>
        </p:spPr>
        <p:txBody>
          <a:bodyPr wrap="square" lIns="0" tIns="0" rIns="0" bIns="0" rtlCol="0"/>
          <a:lstStyle/>
          <a:p>
            <a:endParaRPr/>
          </a:p>
        </p:txBody>
      </p:sp>
      <p:sp>
        <p:nvSpPr>
          <p:cNvPr id="9" name="TextBox 8">
            <a:extLst>
              <a:ext uri="{FF2B5EF4-FFF2-40B4-BE49-F238E27FC236}">
                <a16:creationId xmlns:a16="http://schemas.microsoft.com/office/drawing/2014/main" id="{263CFCC3-9843-8F7F-5E5B-E35F215B2F6F}"/>
              </a:ext>
            </a:extLst>
          </p:cNvPr>
          <p:cNvSpPr txBox="1"/>
          <p:nvPr/>
        </p:nvSpPr>
        <p:spPr>
          <a:xfrm>
            <a:off x="2287132" y="4105275"/>
            <a:ext cx="1226618" cy="369332"/>
          </a:xfrm>
          <a:prstGeom prst="rect">
            <a:avLst/>
          </a:prstGeom>
          <a:noFill/>
        </p:spPr>
        <p:txBody>
          <a:bodyPr wrap="none" lIns="91440" tIns="45720" rIns="91440" bIns="45720" rtlCol="0" anchor="t">
            <a:spAutoFit/>
          </a:bodyPr>
          <a:lstStyle/>
          <a:p>
            <a:r>
              <a:rPr lang="en-DK" dirty="0"/>
              <a:t>xbi@2026</a:t>
            </a:r>
            <a:endParaRPr lang="en-US" dirty="0"/>
          </a:p>
        </p:txBody>
      </p:sp>
      <p:sp>
        <p:nvSpPr>
          <p:cNvPr id="3" name="TextBox 2">
            <a:extLst>
              <a:ext uri="{FF2B5EF4-FFF2-40B4-BE49-F238E27FC236}">
                <a16:creationId xmlns:a16="http://schemas.microsoft.com/office/drawing/2014/main" id="{908FBA14-D3AA-E681-2CE3-CD6C4E859F15}"/>
              </a:ext>
            </a:extLst>
          </p:cNvPr>
          <p:cNvSpPr txBox="1"/>
          <p:nvPr/>
        </p:nvSpPr>
        <p:spPr>
          <a:xfrm>
            <a:off x="2100774" y="845958"/>
            <a:ext cx="5629275" cy="258532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7200" b="1" kern="1200" dirty="0" err="1">
                <a:solidFill>
                  <a:schemeClr val="accent6">
                    <a:lumMod val="50000"/>
                  </a:schemeClr>
                </a:solidFill>
                <a:latin typeface="+mj-lt"/>
                <a:ea typeface="+mj-ea"/>
                <a:cs typeface="+mj-cs"/>
              </a:rPr>
              <a:t>DataBase</a:t>
            </a:r>
            <a:r>
              <a:rPr lang="en-US" sz="7200" b="1" kern="1200" dirty="0">
                <a:solidFill>
                  <a:schemeClr val="accent6">
                    <a:lumMod val="50000"/>
                  </a:schemeClr>
                </a:solidFill>
                <a:latin typeface="+mj-lt"/>
                <a:ea typeface="+mj-ea"/>
                <a:cs typeface="+mj-cs"/>
              </a:rPr>
              <a:t> DBMS</a:t>
            </a:r>
            <a:endParaRPr lang="en-US" sz="7200" dirty="0">
              <a:solidFill>
                <a:schemeClr val="accent6">
                  <a:lumMod val="50000"/>
                </a:schemeClr>
              </a:solidFill>
              <a:latin typeface="Calibri"/>
              <a:ea typeface="Calibri"/>
              <a:cs typeface="Calibri"/>
            </a:endParaRPr>
          </a:p>
          <a:p>
            <a:pPr algn="l"/>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3554" name="Rectangle 2">
            <a:extLst>
              <a:ext uri="{FF2B5EF4-FFF2-40B4-BE49-F238E27FC236}">
                <a16:creationId xmlns:a16="http://schemas.microsoft.com/office/drawing/2014/main" id="{9263D90E-9F16-5B78-61C9-A9E135B134DE}"/>
              </a:ext>
            </a:extLst>
          </p:cNvPr>
          <p:cNvSpPr>
            <a:spLocks noGrp="1" noChangeArrowheads="1"/>
          </p:cNvSpPr>
          <p:nvPr>
            <p:ph type="title"/>
          </p:nvPr>
        </p:nvSpPr>
        <p:spPr>
          <a:xfrm>
            <a:off x="666750" y="363474"/>
            <a:ext cx="5829300" cy="1207008"/>
          </a:xfrm>
        </p:spPr>
        <p:txBody>
          <a:bodyPr/>
          <a:lstStyle/>
          <a:p>
            <a:pPr defTabSz="685772">
              <a:defRPr/>
            </a:pPr>
            <a:r>
              <a:rPr lang="en-GB" err="1"/>
              <a:t>LæringsMål</a:t>
            </a:r>
            <a:endParaRPr lang="en-GB" err="1">
              <a:latin typeface="Times" pitchFamily="18" charset="0"/>
            </a:endParaRPr>
          </a:p>
        </p:txBody>
      </p:sp>
      <p:sp>
        <p:nvSpPr>
          <p:cNvPr id="19459" name="Text Box 4">
            <a:extLst>
              <a:ext uri="{FF2B5EF4-FFF2-40B4-BE49-F238E27FC236}">
                <a16:creationId xmlns:a16="http://schemas.microsoft.com/office/drawing/2014/main" id="{68744ACA-2F1B-82D2-8E6B-F30AFD1FA0E0}"/>
              </a:ext>
            </a:extLst>
          </p:cNvPr>
          <p:cNvSpPr txBox="1">
            <a:spLocks noChangeArrowheads="1"/>
          </p:cNvSpPr>
          <p:nvPr/>
        </p:nvSpPr>
        <p:spPr bwMode="auto">
          <a:xfrm>
            <a:off x="3543300" y="4743450"/>
            <a:ext cx="2000250" cy="342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type="none" w="sm" len="sm"/>
                <a:tailEnd type="none" w="sm" len="sm"/>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spcBef>
                <a:spcPct val="50000"/>
              </a:spcBef>
            </a:pPr>
            <a:endParaRPr lang="en-US" altLang="en-US" sz="1800"/>
          </a:p>
        </p:txBody>
      </p:sp>
      <p:sp>
        <p:nvSpPr>
          <p:cNvPr id="5" name="Rectangle 3">
            <a:extLst>
              <a:ext uri="{FF2B5EF4-FFF2-40B4-BE49-F238E27FC236}">
                <a16:creationId xmlns:a16="http://schemas.microsoft.com/office/drawing/2014/main" id="{1B2CBF2F-19CB-4ADA-03E8-0DF562CC0669}"/>
              </a:ext>
            </a:extLst>
          </p:cNvPr>
          <p:cNvSpPr>
            <a:spLocks noChangeArrowheads="1"/>
          </p:cNvSpPr>
          <p:nvPr/>
        </p:nvSpPr>
        <p:spPr bwMode="auto">
          <a:xfrm>
            <a:off x="665922" y="852895"/>
            <a:ext cx="6958956" cy="2031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DK" altLang="en-DK" sz="1800" b="0" i="0" u="none" strike="noStrike" cap="none" normalizeH="0" baseline="0">
              <a:ln>
                <a:noFill/>
              </a:ln>
              <a:solidFill>
                <a:schemeClr val="tx1"/>
              </a:solidFill>
              <a:effectLst/>
              <a:latin typeface="Arial" panose="020B0604020202020204" pitchFamily="34" charset="0"/>
            </a:endParaRPr>
          </a:p>
          <a:p>
            <a:pPr algn="l" rtl="0" eaLnBrk="0" fontAlgn="base" hangingPunct="0">
              <a:spcBef>
                <a:spcPct val="0"/>
              </a:spcBef>
              <a:spcAft>
                <a:spcPct val="0"/>
              </a:spcAft>
              <a:buFontTx/>
              <a:buChar char="•"/>
            </a:pPr>
            <a:r>
              <a:rPr lang="en-DK">
                <a:solidFill>
                  <a:schemeClr val="tx1"/>
                </a:solidFill>
                <a:latin typeface="Arial"/>
                <a:cs typeface="Arial"/>
              </a:rPr>
              <a:t> Anvendelser</a:t>
            </a:r>
            <a:r>
              <a:rPr kumimoji="0" lang="en-DK" sz="1800" b="0" i="0" u="none" strike="noStrike" cap="none" normalizeH="0" baseline="0">
                <a:ln>
                  <a:noFill/>
                </a:ln>
                <a:solidFill>
                  <a:schemeClr val="tx1"/>
                </a:solidFill>
                <a:effectLst/>
                <a:latin typeface="Arial"/>
                <a:cs typeface="Arial"/>
              </a:rPr>
              <a:t> af databasesystemer </a:t>
            </a:r>
            <a:endParaRPr lang="en-DK" sz="1800" b="0" i="0" u="none" strike="noStrike" cap="none" normalizeH="0" baseline="0">
              <a:ln>
                <a:noFill/>
              </a:ln>
              <a:solidFill>
                <a:schemeClr val="tx1"/>
              </a:solidFill>
              <a:effectLst/>
              <a:latin typeface="Arial"/>
              <a:cs typeface="Arial"/>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DK" sz="1800" b="0" i="0" u="none" strike="noStrike" cap="none" normalizeH="0" baseline="0" err="1">
                <a:ln>
                  <a:noFill/>
                </a:ln>
                <a:solidFill>
                  <a:schemeClr val="tx1"/>
                </a:solidFill>
                <a:effectLst/>
                <a:latin typeface="Arial"/>
                <a:cs typeface="Arial"/>
              </a:rPr>
              <a:t>Kendetegn</a:t>
            </a:r>
            <a:r>
              <a:rPr kumimoji="0" lang="en-DK" sz="1800" b="0" i="0" u="none" strike="noStrike" cap="none" normalizeH="0" baseline="0">
                <a:ln>
                  <a:noFill/>
                </a:ln>
                <a:solidFill>
                  <a:schemeClr val="tx1"/>
                </a:solidFill>
                <a:effectLst/>
                <a:latin typeface="Arial"/>
                <a:cs typeface="Arial"/>
              </a:rPr>
              <a:t> </a:t>
            </a:r>
            <a:r>
              <a:rPr kumimoji="0" lang="en-DK" sz="1800" b="0" i="0" u="none" strike="noStrike" cap="none" normalizeH="0" baseline="0" err="1">
                <a:ln>
                  <a:noFill/>
                </a:ln>
                <a:solidFill>
                  <a:schemeClr val="tx1"/>
                </a:solidFill>
                <a:effectLst/>
                <a:latin typeface="Arial"/>
                <a:cs typeface="Arial"/>
              </a:rPr>
              <a:t>ved</a:t>
            </a:r>
            <a:r>
              <a:rPr kumimoji="0" lang="en-DK" sz="1800" b="0" i="0" u="none" strike="noStrike" cap="none" normalizeH="0" baseline="0">
                <a:ln>
                  <a:noFill/>
                </a:ln>
                <a:solidFill>
                  <a:schemeClr val="tx1"/>
                </a:solidFill>
                <a:effectLst/>
                <a:latin typeface="Arial"/>
                <a:cs typeface="Arial"/>
              </a:rPr>
              <a:t> </a:t>
            </a:r>
            <a:r>
              <a:rPr kumimoji="0" lang="en-DK" sz="1800" b="0" i="0" u="none" strike="noStrike" cap="none" normalizeH="0" baseline="0" err="1">
                <a:ln>
                  <a:noFill/>
                </a:ln>
                <a:solidFill>
                  <a:schemeClr val="tx1"/>
                </a:solidFill>
                <a:effectLst/>
                <a:latin typeface="Arial"/>
                <a:cs typeface="Arial"/>
              </a:rPr>
              <a:t>filbaserede</a:t>
            </a:r>
            <a:r>
              <a:rPr kumimoji="0" lang="en-DK" sz="1800" b="0" i="0" u="none" strike="noStrike" cap="none" normalizeH="0" baseline="0">
                <a:ln>
                  <a:noFill/>
                </a:ln>
                <a:solidFill>
                  <a:schemeClr val="tx1"/>
                </a:solidFill>
                <a:effectLst/>
                <a:latin typeface="Arial"/>
                <a:cs typeface="Arial"/>
              </a:rPr>
              <a:t> </a:t>
            </a:r>
            <a:r>
              <a:rPr kumimoji="0" lang="en-DK" sz="1800" b="0" i="0" u="none" strike="noStrike" cap="none" normalizeH="0" baseline="0" err="1">
                <a:ln>
                  <a:noFill/>
                </a:ln>
                <a:solidFill>
                  <a:schemeClr val="tx1"/>
                </a:solidFill>
                <a:effectLst/>
                <a:latin typeface="Arial"/>
                <a:cs typeface="Arial"/>
              </a:rPr>
              <a:t>systemer</a:t>
            </a:r>
            <a:r>
              <a:rPr kumimoji="0" lang="en-DK" sz="1800" b="0" i="0" u="none" strike="noStrike" cap="none" normalizeH="0" baseline="0">
                <a:ln>
                  <a:noFill/>
                </a:ln>
                <a:solidFill>
                  <a:schemeClr val="tx1"/>
                </a:solidFill>
                <a:effectLst/>
                <a:latin typeface="Arial"/>
                <a:cs typeface="Arial"/>
              </a:rPr>
              <a:t> </a:t>
            </a:r>
            <a:endParaRPr lang="en-DK" sz="1800" b="0" i="0" u="none" strike="noStrike" cap="none" normalizeH="0" baseline="0">
              <a:ln>
                <a:noFill/>
              </a:ln>
              <a:solidFill>
                <a:schemeClr val="tx1"/>
              </a:solidFill>
              <a:effectLst/>
              <a:latin typeface="Arial"/>
              <a:cs typeface="Arial"/>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DK" sz="1800" b="0" i="0" u="none" strike="noStrike" cap="none" normalizeH="0" baseline="0" err="1">
                <a:ln>
                  <a:noFill/>
                </a:ln>
                <a:solidFill>
                  <a:schemeClr val="tx1"/>
                </a:solidFill>
                <a:effectLst/>
                <a:latin typeface="Arial"/>
                <a:cs typeface="Arial"/>
              </a:rPr>
              <a:t>Problemer</a:t>
            </a:r>
            <a:r>
              <a:rPr kumimoji="0" lang="en-DK" sz="1800" b="0" i="0" u="none" strike="noStrike" cap="none" normalizeH="0" baseline="0">
                <a:ln>
                  <a:noFill/>
                </a:ln>
                <a:solidFill>
                  <a:schemeClr val="tx1"/>
                </a:solidFill>
                <a:effectLst/>
                <a:latin typeface="Arial"/>
                <a:cs typeface="Arial"/>
              </a:rPr>
              <a:t> med den </a:t>
            </a:r>
            <a:r>
              <a:rPr kumimoji="0" lang="en-DK" sz="1800" b="0" i="0" u="none" strike="noStrike" cap="none" normalizeH="0" baseline="0" err="1">
                <a:ln>
                  <a:noFill/>
                </a:ln>
                <a:solidFill>
                  <a:schemeClr val="tx1"/>
                </a:solidFill>
                <a:effectLst/>
                <a:latin typeface="Arial"/>
                <a:cs typeface="Arial"/>
              </a:rPr>
              <a:t>filbaserede</a:t>
            </a:r>
            <a:r>
              <a:rPr kumimoji="0" lang="en-DK" sz="1800" b="0" i="0" u="none" strike="noStrike" cap="none" normalizeH="0" baseline="0">
                <a:ln>
                  <a:noFill/>
                </a:ln>
                <a:solidFill>
                  <a:schemeClr val="tx1"/>
                </a:solidFill>
                <a:effectLst/>
                <a:latin typeface="Arial"/>
                <a:cs typeface="Arial"/>
              </a:rPr>
              <a:t> </a:t>
            </a:r>
            <a:r>
              <a:rPr kumimoji="0" lang="en-DK" sz="1800" b="0" i="0" u="none" strike="noStrike" cap="none" normalizeH="0" baseline="0" err="1">
                <a:ln>
                  <a:noFill/>
                </a:ln>
                <a:solidFill>
                  <a:schemeClr val="tx1"/>
                </a:solidFill>
                <a:effectLst/>
                <a:latin typeface="Arial"/>
                <a:cs typeface="Arial"/>
              </a:rPr>
              <a:t>tilgang</a:t>
            </a:r>
            <a:r>
              <a:rPr kumimoji="0" lang="en-DK" sz="1800" b="0" i="0" u="none" strike="noStrike" cap="none" normalizeH="0" baseline="0">
                <a:ln>
                  <a:noFill/>
                </a:ln>
                <a:solidFill>
                  <a:schemeClr val="tx1"/>
                </a:solidFill>
                <a:effectLst/>
                <a:latin typeface="Arial"/>
                <a:cs typeface="Arial"/>
              </a:rPr>
              <a:t> </a:t>
            </a:r>
            <a:endParaRPr lang="en-DK" sz="1800" b="0" i="0" u="none" strike="noStrike" cap="none" normalizeH="0" baseline="0">
              <a:ln>
                <a:noFill/>
              </a:ln>
              <a:solidFill>
                <a:schemeClr val="tx1"/>
              </a:solidFill>
              <a:effectLst/>
              <a:latin typeface="Arial"/>
              <a:cs typeface="Arial"/>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DK" sz="1800" b="0" i="0" u="none" strike="noStrike" cap="none" normalizeH="0" baseline="0" err="1">
                <a:ln>
                  <a:noFill/>
                </a:ln>
                <a:solidFill>
                  <a:schemeClr val="tx1"/>
                </a:solidFill>
                <a:effectLst/>
                <a:latin typeface="Arial"/>
                <a:cs typeface="Arial"/>
              </a:rPr>
              <a:t>Betydningen</a:t>
            </a:r>
            <a:r>
              <a:rPr kumimoji="0" lang="en-DK" sz="1800" b="0" i="0" u="none" strike="noStrike" cap="none" normalizeH="0" baseline="0">
                <a:ln>
                  <a:noFill/>
                </a:ln>
                <a:solidFill>
                  <a:schemeClr val="tx1"/>
                </a:solidFill>
                <a:effectLst/>
                <a:latin typeface="Arial"/>
                <a:cs typeface="Arial"/>
              </a:rPr>
              <a:t> </a:t>
            </a:r>
            <a:r>
              <a:rPr kumimoji="0" lang="en-DK" sz="1800" b="0" i="0" u="none" strike="noStrike" cap="none" normalizeH="0" baseline="0" err="1">
                <a:ln>
                  <a:noFill/>
                </a:ln>
                <a:solidFill>
                  <a:schemeClr val="tx1"/>
                </a:solidFill>
                <a:effectLst/>
                <a:latin typeface="Arial"/>
                <a:cs typeface="Arial"/>
              </a:rPr>
              <a:t>af</a:t>
            </a:r>
            <a:r>
              <a:rPr kumimoji="0" lang="en-DK" sz="1800" b="0" i="0" u="none" strike="noStrike" cap="none" normalizeH="0" baseline="0">
                <a:ln>
                  <a:noFill/>
                </a:ln>
                <a:solidFill>
                  <a:schemeClr val="tx1"/>
                </a:solidFill>
                <a:effectLst/>
                <a:latin typeface="Arial"/>
                <a:cs typeface="Arial"/>
              </a:rPr>
              <a:t> </a:t>
            </a:r>
            <a:r>
              <a:rPr kumimoji="0" lang="en-DK" sz="1800" b="0" i="0" u="none" strike="noStrike" cap="none" normalizeH="0" baseline="0" err="1">
                <a:ln>
                  <a:noFill/>
                </a:ln>
                <a:solidFill>
                  <a:schemeClr val="tx1"/>
                </a:solidFill>
                <a:effectLst/>
                <a:latin typeface="Arial"/>
                <a:cs typeface="Arial"/>
              </a:rPr>
              <a:t>begrebet</a:t>
            </a:r>
            <a:r>
              <a:rPr kumimoji="0" lang="en-DK" sz="1800" b="0" i="0" u="none" strike="noStrike" cap="none" normalizeH="0" baseline="0">
                <a:ln>
                  <a:noFill/>
                </a:ln>
                <a:solidFill>
                  <a:schemeClr val="tx1"/>
                </a:solidFill>
                <a:effectLst/>
                <a:latin typeface="Arial"/>
                <a:cs typeface="Arial"/>
              </a:rPr>
              <a:t> </a:t>
            </a:r>
            <a:r>
              <a:rPr kumimoji="0" lang="en-DK" sz="1800" b="0" i="0" u="none" strike="noStrike" cap="none" normalizeH="0" baseline="0" err="1">
                <a:ln>
                  <a:noFill/>
                </a:ln>
                <a:solidFill>
                  <a:schemeClr val="tx1"/>
                </a:solidFill>
                <a:effectLst/>
                <a:latin typeface="Arial"/>
                <a:cs typeface="Arial"/>
              </a:rPr>
              <a:t>relationsdatabase</a:t>
            </a:r>
            <a:r>
              <a:rPr kumimoji="0" lang="en-DK" sz="1800" b="0" i="0" u="none" strike="noStrike" cap="none" normalizeH="0" baseline="0">
                <a:ln>
                  <a:noFill/>
                </a:ln>
                <a:solidFill>
                  <a:schemeClr val="tx1"/>
                </a:solidFill>
                <a:effectLst/>
                <a:latin typeface="Arial"/>
                <a:cs typeface="Arial"/>
              </a:rPr>
              <a:t> </a:t>
            </a:r>
            <a:endParaRPr lang="en-DK" sz="1800" b="0" i="0" u="none" strike="noStrike" cap="none" normalizeH="0" baseline="0">
              <a:ln>
                <a:noFill/>
              </a:ln>
              <a:solidFill>
                <a:schemeClr val="tx1"/>
              </a:solidFill>
              <a:effectLst/>
              <a:latin typeface="Arial"/>
              <a:cs typeface="Arial"/>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en-DK" sz="1800" b="0" i="0" u="none" strike="noStrike" cap="none" normalizeH="0" baseline="0">
                <a:ln>
                  <a:noFill/>
                </a:ln>
                <a:solidFill>
                  <a:schemeClr val="tx1"/>
                </a:solidFill>
                <a:effectLst/>
                <a:latin typeface="Arial"/>
                <a:cs typeface="Arial"/>
              </a:rPr>
              <a:t>Betydningen af begrebet Database Management System (DBMS)</a:t>
            </a:r>
          </a:p>
          <a:p>
            <a:pPr marL="0" marR="0" lvl="0" indent="0" algn="l" defTabSz="914400" rtl="0" eaLnBrk="0" fontAlgn="base" latinLnBrk="0" hangingPunct="0">
              <a:lnSpc>
                <a:spcPct val="100000"/>
              </a:lnSpc>
              <a:spcBef>
                <a:spcPct val="0"/>
              </a:spcBef>
              <a:spcAft>
                <a:spcPct val="0"/>
              </a:spcAft>
              <a:buClrTx/>
              <a:buSzTx/>
              <a:buFontTx/>
              <a:buChar char="•"/>
              <a:tabLst/>
            </a:pPr>
            <a:endParaRPr lang="en-DK" sz="1800" b="0" i="0" u="none" strike="noStrike" cap="none" normalizeH="0" baseline="0">
              <a:ln>
                <a:noFill/>
              </a:ln>
              <a:solidFill>
                <a:schemeClr val="tx1"/>
              </a:solidFill>
              <a:effectLst/>
              <a:latin typeface="Arial"/>
              <a:cs typeface="Arial"/>
            </a:endParaRPr>
          </a:p>
        </p:txBody>
      </p:sp>
    </p:spTree>
  </p:cSld>
  <p:clrMapOvr>
    <a:masterClrMapping/>
  </p:clrMapOvr>
  <p:transition>
    <p:wipe dir="d"/>
  </p:transition>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25602" name="Rectangle 2">
            <a:extLst>
              <a:ext uri="{FF2B5EF4-FFF2-40B4-BE49-F238E27FC236}">
                <a16:creationId xmlns:a16="http://schemas.microsoft.com/office/drawing/2014/main" id="{A63678C8-629A-1B65-DA1D-F9787B511697}"/>
              </a:ext>
            </a:extLst>
          </p:cNvPr>
          <p:cNvSpPr>
            <a:spLocks noGrp="1" noChangeArrowheads="1"/>
          </p:cNvSpPr>
          <p:nvPr>
            <p:ph type="title"/>
          </p:nvPr>
        </p:nvSpPr>
        <p:spPr>
          <a:xfrm>
            <a:off x="159026" y="219599"/>
            <a:ext cx="8418405" cy="430887"/>
          </a:xfrm>
        </p:spPr>
        <p:txBody>
          <a:bodyPr>
            <a:normAutofit fontScale="90000"/>
          </a:bodyPr>
          <a:lstStyle/>
          <a:p>
            <a:pPr defTabSz="685772">
              <a:defRPr/>
            </a:pPr>
            <a:r>
              <a:rPr lang="en-GB" err="1"/>
              <a:t>Eksempler</a:t>
            </a:r>
            <a:r>
              <a:rPr lang="en-GB"/>
              <a:t> </a:t>
            </a:r>
            <a:r>
              <a:rPr lang="en-GB" err="1"/>
              <a:t>på</a:t>
            </a:r>
            <a:r>
              <a:rPr lang="en-GB"/>
              <a:t> </a:t>
            </a:r>
            <a:r>
              <a:rPr lang="en-GB" err="1"/>
              <a:t>databaseapplikationer</a:t>
            </a:r>
            <a:br>
              <a:rPr lang="en-GB"/>
            </a:br>
            <a:endParaRPr lang="en-GB">
              <a:latin typeface="Times" pitchFamily="18" charset="0"/>
            </a:endParaRPr>
          </a:p>
        </p:txBody>
      </p:sp>
      <p:sp>
        <p:nvSpPr>
          <p:cNvPr id="5" name="TextBox 4">
            <a:extLst>
              <a:ext uri="{FF2B5EF4-FFF2-40B4-BE49-F238E27FC236}">
                <a16:creationId xmlns:a16="http://schemas.microsoft.com/office/drawing/2014/main" id="{F15F6149-5DF1-AC8A-E85E-1ABF7F305D01}"/>
              </a:ext>
            </a:extLst>
          </p:cNvPr>
          <p:cNvSpPr txBox="1"/>
          <p:nvPr/>
        </p:nvSpPr>
        <p:spPr>
          <a:xfrm>
            <a:off x="2107096" y="1592711"/>
            <a:ext cx="4691268" cy="1754326"/>
          </a:xfrm>
          <a:prstGeom prst="rect">
            <a:avLst/>
          </a:prstGeom>
          <a:noFill/>
        </p:spPr>
        <p:txBody>
          <a:bodyPr wrap="square">
            <a:spAutoFit/>
          </a:bodyPr>
          <a:lstStyle/>
          <a:p>
            <a:pPr>
              <a:buNone/>
            </a:pPr>
            <a:r>
              <a:rPr lang="en-GB" b="1"/>
              <a:t> </a:t>
            </a:r>
            <a:endParaRPr lang="en-GB"/>
          </a:p>
          <a:p>
            <a:pPr>
              <a:buFont typeface="Arial" panose="020B0604020202020204" pitchFamily="34" charset="0"/>
              <a:buChar char="•"/>
            </a:pPr>
            <a:r>
              <a:rPr lang="en-GB" err="1"/>
              <a:t>Indkøb</a:t>
            </a:r>
            <a:r>
              <a:rPr lang="en-GB"/>
              <a:t> </a:t>
            </a:r>
            <a:r>
              <a:rPr lang="en-GB" err="1"/>
              <a:t>i</a:t>
            </a:r>
            <a:r>
              <a:rPr lang="en-GB"/>
              <a:t> </a:t>
            </a:r>
            <a:r>
              <a:rPr lang="en-GB" err="1"/>
              <a:t>supermarkedet</a:t>
            </a:r>
            <a:endParaRPr lang="en-GB"/>
          </a:p>
          <a:p>
            <a:pPr>
              <a:buFont typeface="Arial" panose="020B0604020202020204" pitchFamily="34" charset="0"/>
              <a:buChar char="•"/>
            </a:pPr>
            <a:r>
              <a:rPr lang="en-GB" err="1"/>
              <a:t>Indkøb</a:t>
            </a:r>
            <a:r>
              <a:rPr lang="en-GB"/>
              <a:t> med </a:t>
            </a:r>
            <a:r>
              <a:rPr lang="en-GB" err="1"/>
              <a:t>kreditkort</a:t>
            </a:r>
            <a:endParaRPr lang="en-GB"/>
          </a:p>
          <a:p>
            <a:pPr>
              <a:buFont typeface="Arial" panose="020B0604020202020204" pitchFamily="34" charset="0"/>
              <a:buChar char="•"/>
            </a:pPr>
            <a:r>
              <a:rPr lang="en-GB" err="1"/>
              <a:t>Bestilling</a:t>
            </a:r>
            <a:r>
              <a:rPr lang="en-GB"/>
              <a:t> </a:t>
            </a:r>
            <a:r>
              <a:rPr lang="en-GB" err="1"/>
              <a:t>af</a:t>
            </a:r>
            <a:r>
              <a:rPr lang="en-GB"/>
              <a:t> </a:t>
            </a:r>
            <a:r>
              <a:rPr lang="en-GB" err="1"/>
              <a:t>ferie</a:t>
            </a:r>
            <a:r>
              <a:rPr lang="en-GB"/>
              <a:t> </a:t>
            </a:r>
            <a:r>
              <a:rPr lang="en-GB" err="1"/>
              <a:t>hos</a:t>
            </a:r>
            <a:r>
              <a:rPr lang="en-GB"/>
              <a:t> </a:t>
            </a:r>
            <a:r>
              <a:rPr lang="en-GB" err="1"/>
              <a:t>rejsebureau</a:t>
            </a:r>
            <a:endParaRPr lang="en-GB"/>
          </a:p>
          <a:p>
            <a:pPr>
              <a:buFont typeface="Arial" panose="020B0604020202020204" pitchFamily="34" charset="0"/>
              <a:buChar char="•"/>
            </a:pPr>
            <a:r>
              <a:rPr lang="en-GB"/>
              <a:t>Brug </a:t>
            </a:r>
            <a:r>
              <a:rPr lang="en-GB" err="1"/>
              <a:t>af</a:t>
            </a:r>
            <a:r>
              <a:rPr lang="en-GB"/>
              <a:t> det </a:t>
            </a:r>
            <a:r>
              <a:rPr lang="en-GB" err="1"/>
              <a:t>lokale</a:t>
            </a:r>
            <a:r>
              <a:rPr lang="en-GB"/>
              <a:t> </a:t>
            </a:r>
            <a:r>
              <a:rPr lang="en-GB" err="1"/>
              <a:t>bibliotek</a:t>
            </a:r>
            <a:endParaRPr lang="en-GB"/>
          </a:p>
          <a:p>
            <a:pPr>
              <a:buFont typeface="Arial" panose="020B0604020202020204" pitchFamily="34" charset="0"/>
              <a:buChar char="•"/>
            </a:pPr>
            <a:r>
              <a:rPr lang="en-GB" err="1"/>
              <a:t>Tegning</a:t>
            </a:r>
            <a:r>
              <a:rPr lang="en-GB"/>
              <a:t> </a:t>
            </a:r>
            <a:r>
              <a:rPr lang="en-GB" err="1"/>
              <a:t>af</a:t>
            </a:r>
            <a:r>
              <a:rPr lang="en-GB"/>
              <a:t> </a:t>
            </a:r>
            <a:r>
              <a:rPr lang="en-GB" err="1"/>
              <a:t>forsikring</a:t>
            </a:r>
            <a:endParaRPr lang="en-GB"/>
          </a:p>
        </p:txBody>
      </p:sp>
    </p:spTree>
  </p:cSld>
  <p:clrMapOvr>
    <a:masterClrMapping/>
  </p:clrMapOvr>
  <p:transition>
    <p:wipe dir="d"/>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a:extLst>
              <a:ext uri="{FF2B5EF4-FFF2-40B4-BE49-F238E27FC236}">
                <a16:creationId xmlns:a16="http://schemas.microsoft.com/office/drawing/2014/main" id="{32E55797-7874-B4A2-0F21-A630DC9D3F97}"/>
              </a:ext>
            </a:extLst>
          </p:cNvPr>
          <p:cNvSpPr>
            <a:spLocks noGrp="1" noChangeArrowheads="1"/>
          </p:cNvSpPr>
          <p:nvPr>
            <p:ph type="title"/>
          </p:nvPr>
        </p:nvSpPr>
        <p:spPr/>
        <p:txBody>
          <a:bodyPr/>
          <a:lstStyle/>
          <a:p>
            <a:pPr defTabSz="685772">
              <a:defRPr/>
            </a:pPr>
            <a:r>
              <a:rPr lang="en-GB" err="1"/>
              <a:t>Filbaseret</a:t>
            </a:r>
            <a:r>
              <a:rPr lang="en-GB"/>
              <a:t> database</a:t>
            </a:r>
            <a:endParaRPr lang="en-GB">
              <a:latin typeface="Times" pitchFamily="18" charset="0"/>
              <a:cs typeface="Times"/>
            </a:endParaRPr>
          </a:p>
        </p:txBody>
      </p:sp>
      <p:pic>
        <p:nvPicPr>
          <p:cNvPr id="4" name="Picture 3" descr="A diagram of data entry&#10;&#10;AI-generated content may be incorrect.">
            <a:extLst>
              <a:ext uri="{FF2B5EF4-FFF2-40B4-BE49-F238E27FC236}">
                <a16:creationId xmlns:a16="http://schemas.microsoft.com/office/drawing/2014/main" id="{DC65ADD1-8794-198E-FE65-FE13C95D5D31}"/>
              </a:ext>
            </a:extLst>
          </p:cNvPr>
          <p:cNvPicPr>
            <a:picLocks noChangeAspect="1"/>
          </p:cNvPicPr>
          <p:nvPr/>
        </p:nvPicPr>
        <p:blipFill>
          <a:blip r:embed="rId3"/>
          <a:srcRect b="36563"/>
          <a:stretch>
            <a:fillRect/>
          </a:stretch>
        </p:blipFill>
        <p:spPr>
          <a:xfrm>
            <a:off x="1213650" y="1714499"/>
            <a:ext cx="7309766" cy="2674621"/>
          </a:xfrm>
          <a:prstGeom prst="rect">
            <a:avLst/>
          </a:prstGeom>
        </p:spPr>
      </p:pic>
    </p:spTree>
  </p:cSld>
  <p:clrMapOvr>
    <a:masterClrMapping/>
  </p:clrMapOvr>
  <p:transition>
    <p:wipe dir="d"/>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75E990-5984-7C2D-7478-3306A0A53068}"/>
              </a:ext>
            </a:extLst>
          </p:cNvPr>
          <p:cNvSpPr>
            <a:spLocks noGrp="1"/>
          </p:cNvSpPr>
          <p:nvPr>
            <p:ph type="title"/>
          </p:nvPr>
        </p:nvSpPr>
        <p:spPr/>
        <p:txBody>
          <a:bodyPr/>
          <a:lstStyle/>
          <a:p>
            <a:r>
              <a:rPr lang="en-DK" dirty="0"/>
              <a:t>øvelse</a:t>
            </a:r>
          </a:p>
        </p:txBody>
      </p:sp>
      <p:sp>
        <p:nvSpPr>
          <p:cNvPr id="3" name="Content Placeholder 2">
            <a:extLst>
              <a:ext uri="{FF2B5EF4-FFF2-40B4-BE49-F238E27FC236}">
                <a16:creationId xmlns:a16="http://schemas.microsoft.com/office/drawing/2014/main" id="{56EC78AE-3D1C-DB6D-7A3C-6F2108DC6C19}"/>
              </a:ext>
            </a:extLst>
          </p:cNvPr>
          <p:cNvSpPr>
            <a:spLocks noGrp="1"/>
          </p:cNvSpPr>
          <p:nvPr>
            <p:ph sz="half" idx="1"/>
          </p:nvPr>
        </p:nvSpPr>
        <p:spPr/>
        <p:txBody>
          <a:bodyPr/>
          <a:lstStyle/>
          <a:p>
            <a:r>
              <a:rPr lang="en-DK" dirty="0"/>
              <a:t>7.2</a:t>
            </a:r>
          </a:p>
        </p:txBody>
      </p:sp>
      <p:sp>
        <p:nvSpPr>
          <p:cNvPr id="4" name="Content Placeholder 3">
            <a:extLst>
              <a:ext uri="{FF2B5EF4-FFF2-40B4-BE49-F238E27FC236}">
                <a16:creationId xmlns:a16="http://schemas.microsoft.com/office/drawing/2014/main" id="{A4252CED-271D-1CB5-94DB-AE0A52A27C6F}"/>
              </a:ext>
            </a:extLst>
          </p:cNvPr>
          <p:cNvSpPr>
            <a:spLocks noGrp="1"/>
          </p:cNvSpPr>
          <p:nvPr>
            <p:ph sz="half" idx="2"/>
          </p:nvPr>
        </p:nvSpPr>
        <p:spPr/>
        <p:txBody>
          <a:bodyPr/>
          <a:lstStyle/>
          <a:p>
            <a:r>
              <a:rPr lang="en-DK" dirty="0"/>
              <a:t>7.3</a:t>
            </a:r>
          </a:p>
        </p:txBody>
      </p:sp>
      <p:sp>
        <p:nvSpPr>
          <p:cNvPr id="5" name="Date Placeholder 4">
            <a:extLst>
              <a:ext uri="{FF2B5EF4-FFF2-40B4-BE49-F238E27FC236}">
                <a16:creationId xmlns:a16="http://schemas.microsoft.com/office/drawing/2014/main" id="{CFF560CC-6FC8-0031-9929-7C7141B92984}"/>
              </a:ext>
            </a:extLst>
          </p:cNvPr>
          <p:cNvSpPr>
            <a:spLocks noGrp="1"/>
          </p:cNvSpPr>
          <p:nvPr>
            <p:ph type="dt" sz="half" idx="10"/>
          </p:nvPr>
        </p:nvSpPr>
        <p:spPr/>
        <p:txBody>
          <a:bodyPr/>
          <a:lstStyle/>
          <a:p>
            <a:fld id="{2B95C713-95AA-2043-9C3E-ED49A98F4FE9}" type="datetime1">
              <a:rPr lang="en-US" smtClean="0"/>
              <a:t>10/14/26</a:t>
            </a:fld>
            <a:endParaRPr lang="en-US"/>
          </a:p>
        </p:txBody>
      </p:sp>
      <p:sp>
        <p:nvSpPr>
          <p:cNvPr id="6" name="Footer Placeholder 5">
            <a:extLst>
              <a:ext uri="{FF2B5EF4-FFF2-40B4-BE49-F238E27FC236}">
                <a16:creationId xmlns:a16="http://schemas.microsoft.com/office/drawing/2014/main" id="{AC08D6C2-976A-EDA2-4A80-226DF9DE4091}"/>
              </a:ext>
            </a:extLst>
          </p:cNvPr>
          <p:cNvSpPr>
            <a:spLocks noGrp="1"/>
          </p:cNvSpPr>
          <p:nvPr>
            <p:ph type="ftr" sz="quarter" idx="11"/>
          </p:nvPr>
        </p:nvSpPr>
        <p:spPr/>
        <p:txBody>
          <a:bodyPr/>
          <a:lstStyle/>
          <a:p>
            <a:r>
              <a:rPr lang="en-US"/>
              <a:t>
              </a:t>
            </a:r>
          </a:p>
        </p:txBody>
      </p:sp>
      <p:sp>
        <p:nvSpPr>
          <p:cNvPr id="7" name="Slide Number Placeholder 6">
            <a:extLst>
              <a:ext uri="{FF2B5EF4-FFF2-40B4-BE49-F238E27FC236}">
                <a16:creationId xmlns:a16="http://schemas.microsoft.com/office/drawing/2014/main" id="{B710A2B9-B669-0DC6-3C1F-F8AA32FFF7F2}"/>
              </a:ext>
            </a:extLst>
          </p:cNvPr>
          <p:cNvSpPr>
            <a:spLocks noGrp="1"/>
          </p:cNvSpPr>
          <p:nvPr>
            <p:ph type="sldNum" sz="quarter" idx="12"/>
          </p:nvPr>
        </p:nvSpPr>
        <p:spPr/>
        <p:txBody>
          <a:bodyPr/>
          <a:lstStyle/>
          <a:p>
            <a:fld id="{CC057153-B650-4DEB-B370-79DDCFDCE934}" type="slidenum">
              <a:rPr lang="en-US" smtClean="0"/>
              <a:t>5</a:t>
            </a:fld>
            <a:endParaRPr lang="en-US"/>
          </a:p>
        </p:txBody>
      </p:sp>
    </p:spTree>
    <p:extLst>
      <p:ext uri="{BB962C8B-B14F-4D97-AF65-F5344CB8AC3E}">
        <p14:creationId xmlns:p14="http://schemas.microsoft.com/office/powerpoint/2010/main" val="174197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a:extLst>
              <a:ext uri="{FF2B5EF4-FFF2-40B4-BE49-F238E27FC236}">
                <a16:creationId xmlns:a16="http://schemas.microsoft.com/office/drawing/2014/main" id="{C039228B-1CC4-72A3-4BEB-579BF3C5526E}"/>
              </a:ext>
            </a:extLst>
          </p:cNvPr>
          <p:cNvSpPr>
            <a:spLocks noGrp="1" noChangeArrowheads="1"/>
          </p:cNvSpPr>
          <p:nvPr>
            <p:ph type="title"/>
          </p:nvPr>
        </p:nvSpPr>
        <p:spPr/>
        <p:txBody>
          <a:bodyPr>
            <a:normAutofit fontScale="90000"/>
          </a:bodyPr>
          <a:lstStyle/>
          <a:p>
            <a:pPr defTabSz="685772">
              <a:defRPr/>
            </a:pPr>
            <a:r>
              <a:rPr lang="en-GB"/>
              <a:t>Database Management System (DBMS)</a:t>
            </a:r>
            <a:br>
              <a:rPr lang="en-GB"/>
            </a:br>
            <a:endParaRPr lang="en-GB">
              <a:latin typeface="Times" pitchFamily="18" charset="0"/>
            </a:endParaRPr>
          </a:p>
        </p:txBody>
      </p:sp>
      <p:pic>
        <p:nvPicPr>
          <p:cNvPr id="35843" name="Picture 6" descr="C01NF07">
            <a:extLst>
              <a:ext uri="{FF2B5EF4-FFF2-40B4-BE49-F238E27FC236}">
                <a16:creationId xmlns:a16="http://schemas.microsoft.com/office/drawing/2014/main" id="{A21A82D1-A077-CE69-424F-CC854F506EE9}"/>
              </a:ext>
            </a:extLst>
          </p:cNvPr>
          <p:cNvPicPr>
            <a:picLocks noGrp="1" noChangeAspect="1" noChangeArrowheads="1"/>
          </p:cNvPicPr>
          <p:nvPr>
            <p:ph sz="quarter" idx="4294967295"/>
          </p:nvPr>
        </p:nvPicPr>
        <p:blipFill>
          <a:blip r:embed="rId3">
            <a:extLst>
              <a:ext uri="{28A0092B-C50C-407E-A947-70E740481C1C}">
                <a14:useLocalDpi xmlns:a14="http://schemas.microsoft.com/office/drawing/2010/main" val="0"/>
              </a:ext>
            </a:extLst>
          </a:blip>
          <a:srcRect b="21283"/>
          <a:stretch>
            <a:fillRect/>
          </a:stretch>
        </p:blipFill>
        <p:spPr>
          <a:xfrm>
            <a:off x="1746829" y="1258318"/>
            <a:ext cx="6172200" cy="2715458"/>
          </a:xfrm>
          <a:noFill/>
        </p:spPr>
      </p:pic>
    </p:spTree>
  </p:cSld>
  <p:clrMapOvr>
    <a:masterClrMapping/>
  </p:clrMapOvr>
  <p:transition>
    <p:wipe dir="d"/>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EFC5D-05C5-B291-7DE1-2F3369920677}"/>
              </a:ext>
            </a:extLst>
          </p:cNvPr>
          <p:cNvSpPr>
            <a:spLocks noGrp="1"/>
          </p:cNvSpPr>
          <p:nvPr>
            <p:ph type="title"/>
          </p:nvPr>
        </p:nvSpPr>
        <p:spPr>
          <a:xfrm>
            <a:off x="865332" y="608393"/>
            <a:ext cx="8418405" cy="997196"/>
          </a:xfrm>
        </p:spPr>
        <p:txBody>
          <a:bodyPr wrap="square" lIns="0" tIns="0" rIns="0" bIns="0" anchor="t">
            <a:spAutoFit/>
          </a:bodyPr>
          <a:lstStyle/>
          <a:p>
            <a:r>
              <a:rPr lang="en-GB" err="1"/>
              <a:t>Populære</a:t>
            </a:r>
            <a:r>
              <a:rPr lang="en-GB"/>
              <a:t> DBMS</a:t>
            </a:r>
            <a:br>
              <a:rPr lang="en-GB"/>
            </a:br>
            <a:endParaRPr lang="en-US"/>
          </a:p>
        </p:txBody>
      </p:sp>
      <p:sp>
        <p:nvSpPr>
          <p:cNvPr id="3" name="Text Placeholder 2">
            <a:extLst>
              <a:ext uri="{FF2B5EF4-FFF2-40B4-BE49-F238E27FC236}">
                <a16:creationId xmlns:a16="http://schemas.microsoft.com/office/drawing/2014/main" id="{8EEF15C6-FA62-209B-CADF-C1933CC724FF}"/>
              </a:ext>
            </a:extLst>
          </p:cNvPr>
          <p:cNvSpPr>
            <a:spLocks noGrp="1"/>
          </p:cNvSpPr>
          <p:nvPr>
            <p:ph idx="1"/>
          </p:nvPr>
        </p:nvSpPr>
        <p:spPr>
          <a:xfrm>
            <a:off x="974909" y="4160606"/>
            <a:ext cx="7891749" cy="836255"/>
          </a:xfrm>
        </p:spPr>
        <p:txBody>
          <a:bodyPr wrap="square" lIns="0" tIns="0" rIns="0" bIns="0" anchor="t">
            <a:spAutoFit/>
          </a:bodyPr>
          <a:lstStyle/>
          <a:p>
            <a:pPr marL="0" indent="0">
              <a:buNone/>
            </a:pPr>
            <a:r>
              <a:rPr lang="en-US"/>
              <a:t>Which are open source?</a:t>
            </a:r>
          </a:p>
          <a:p>
            <a:endParaRPr lang="en-US"/>
          </a:p>
        </p:txBody>
      </p:sp>
      <p:pic>
        <p:nvPicPr>
          <p:cNvPr id="4" name="Picture 3" descr="A screenshot of a computer software&#10;&#10;Description automatically generated">
            <a:extLst>
              <a:ext uri="{FF2B5EF4-FFF2-40B4-BE49-F238E27FC236}">
                <a16:creationId xmlns:a16="http://schemas.microsoft.com/office/drawing/2014/main" id="{B6A68225-5761-A8DC-185F-842B9F0DFF0B}"/>
              </a:ext>
            </a:extLst>
          </p:cNvPr>
          <p:cNvPicPr>
            <a:picLocks noChangeAspect="1"/>
          </p:cNvPicPr>
          <p:nvPr/>
        </p:nvPicPr>
        <p:blipFill>
          <a:blip r:embed="rId3"/>
          <a:stretch>
            <a:fillRect/>
          </a:stretch>
        </p:blipFill>
        <p:spPr>
          <a:xfrm>
            <a:off x="867422" y="1682589"/>
            <a:ext cx="6205383" cy="2253170"/>
          </a:xfrm>
          <a:prstGeom prst="rect">
            <a:avLst/>
          </a:prstGeom>
        </p:spPr>
      </p:pic>
    </p:spTree>
    <p:extLst>
      <p:ext uri="{BB962C8B-B14F-4D97-AF65-F5344CB8AC3E}">
        <p14:creationId xmlns:p14="http://schemas.microsoft.com/office/powerpoint/2010/main" val="2424616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991830" y="1949196"/>
            <a:ext cx="4018570" cy="892809"/>
          </a:xfrm>
          <a:prstGeom prst="rect">
            <a:avLst/>
          </a:prstGeom>
        </p:spPr>
        <p:txBody>
          <a:bodyPr vert="horz" wrap="square" lIns="0" tIns="6350" rIns="0" bIns="0" rtlCol="0">
            <a:spAutoFit/>
          </a:bodyPr>
          <a:lstStyle/>
          <a:p>
            <a:r>
              <a:rPr lang="en-GB" sz="3200" err="1"/>
              <a:t>Arbejde</a:t>
            </a:r>
            <a:r>
              <a:rPr lang="en-GB" sz="3200"/>
              <a:t> med </a:t>
            </a:r>
            <a:r>
              <a:rPr lang="en-GB" sz="3200" err="1"/>
              <a:t>relationsdatabaser</a:t>
            </a:r>
            <a:endParaRPr lang="en-GB" sz="32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38A316D-47B6-76F9-F717-15AB34795D7A}"/>
              </a:ext>
            </a:extLst>
          </p:cNvPr>
          <p:cNvSpPr>
            <a:spLocks noGrp="1"/>
          </p:cNvSpPr>
          <p:nvPr>
            <p:ph type="title"/>
          </p:nvPr>
        </p:nvSpPr>
        <p:spPr>
          <a:xfrm>
            <a:off x="459486" y="411480"/>
            <a:ext cx="8055864" cy="849194"/>
          </a:xfrm>
        </p:spPr>
        <p:txBody>
          <a:bodyPr vert="horz" lIns="91440" tIns="45720" rIns="91440" bIns="45720" rtlCol="0" anchor="t">
            <a:normAutofit/>
          </a:bodyPr>
          <a:lstStyle>
            <a:defPPr rtl="0">
              <a:defRPr lang="da-DK"/>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defTabSz="914400"/>
            <a:r>
              <a:rPr lang="en-US" sz="3300" b="1" kern="1200">
                <a:latin typeface="+mj-lt"/>
                <a:ea typeface="+mj-ea"/>
                <a:cs typeface="+mj-cs"/>
              </a:rPr>
              <a:t>Historien om relationsdatamodellen</a:t>
            </a:r>
          </a:p>
        </p:txBody>
      </p:sp>
      <p:sp>
        <p:nvSpPr>
          <p:cNvPr id="5" name="TextBox 4">
            <a:extLst>
              <a:ext uri="{FF2B5EF4-FFF2-40B4-BE49-F238E27FC236}">
                <a16:creationId xmlns:a16="http://schemas.microsoft.com/office/drawing/2014/main" id="{D8C1CB13-E4AE-4CC6-8B67-AD7CDB27841A}"/>
              </a:ext>
            </a:extLst>
          </p:cNvPr>
          <p:cNvSpPr txBox="1"/>
          <p:nvPr>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459486" y="1369219"/>
            <a:ext cx="3886200" cy="3263504"/>
          </a:xfrm>
          <a:prstGeom prst="rect">
            <a:avLst/>
          </a:prstGeom>
        </p:spPr>
        <p:txBody>
          <a:bodyPr anchor="t">
            <a:normAutofit/>
          </a:bodyPr>
          <a:lstStyle>
            <a:defPPr rtl="0">
              <a:defRPr lang="da-DK"/>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0" indent="0" defTabSz="914400">
              <a:lnSpc>
                <a:spcPct val="90000"/>
              </a:lnSpc>
              <a:spcBef>
                <a:spcPts val="2500"/>
              </a:spcBef>
              <a:spcAft>
                <a:spcPts val="450"/>
              </a:spcAft>
              <a:buFont typeface="Arial" panose="020B0604020202020204" pitchFamily="34" charset="0"/>
              <a:buNone/>
            </a:pPr>
            <a:r>
              <a:rPr lang="en-GB" sz="1300" b="1"/>
              <a:t>Introduktion af datamodellen</a:t>
            </a:r>
          </a:p>
          <a:p>
            <a:pPr marL="0" lvl="1" indent="0" defTabSz="914400">
              <a:lnSpc>
                <a:spcPct val="90000"/>
              </a:lnSpc>
              <a:spcBef>
                <a:spcPts val="1000"/>
              </a:spcBef>
              <a:spcAft>
                <a:spcPts val="450"/>
              </a:spcAft>
              <a:buFont typeface="Arial" panose="020B0604020202020204" pitchFamily="34" charset="0"/>
              <a:buNone/>
            </a:pPr>
            <a:r>
              <a:rPr lang="en-GB" sz="1300"/>
              <a:t>E.F. Codd introducerede relationsdatamodellen i 1970@IBM , hvilket revolutionerede dataorganisation.</a:t>
            </a:r>
          </a:p>
          <a:p>
            <a:pPr marL="0" indent="0" defTabSz="914400">
              <a:lnSpc>
                <a:spcPct val="90000"/>
              </a:lnSpc>
              <a:spcBef>
                <a:spcPts val="2500"/>
              </a:spcBef>
              <a:spcAft>
                <a:spcPts val="450"/>
              </a:spcAft>
              <a:buFont typeface="Arial" panose="020B0604020202020204" pitchFamily="34" charset="0"/>
              <a:buNone/>
            </a:pPr>
            <a:r>
              <a:rPr lang="en-GB" sz="1300" b="1"/>
              <a:t>Grundlag for moderne databaser</a:t>
            </a:r>
          </a:p>
          <a:p>
            <a:pPr marL="0" lvl="1" indent="0" defTabSz="914400">
              <a:lnSpc>
                <a:spcPct val="90000"/>
              </a:lnSpc>
              <a:spcBef>
                <a:spcPts val="1000"/>
              </a:spcBef>
              <a:spcAft>
                <a:spcPts val="450"/>
              </a:spcAft>
              <a:buFont typeface="Arial" panose="020B0604020202020204" pitchFamily="34" charset="0"/>
              <a:buNone/>
            </a:pPr>
            <a:r>
              <a:rPr lang="en-GB" sz="1300"/>
              <a:t>Codds model lagde fundamentet for moderne databaser og effektiv datahåndtering.</a:t>
            </a:r>
          </a:p>
          <a:p>
            <a:pPr marL="0" indent="0" defTabSz="914400">
              <a:lnSpc>
                <a:spcPct val="90000"/>
              </a:lnSpc>
              <a:spcBef>
                <a:spcPts val="2500"/>
              </a:spcBef>
              <a:spcAft>
                <a:spcPts val="450"/>
              </a:spcAft>
              <a:buFont typeface="Arial" panose="020B0604020202020204" pitchFamily="34" charset="0"/>
              <a:buNone/>
            </a:pPr>
            <a:r>
              <a:rPr lang="en-GB" sz="1300" b="1"/>
              <a:t>Udvikling af forespørgselssprog</a:t>
            </a:r>
          </a:p>
          <a:p>
            <a:pPr marL="0" lvl="1" indent="0" defTabSz="914400">
              <a:lnSpc>
                <a:spcPct val="90000"/>
              </a:lnSpc>
              <a:spcBef>
                <a:spcPts val="1000"/>
              </a:spcBef>
              <a:spcAft>
                <a:spcPts val="450"/>
              </a:spcAft>
              <a:buFont typeface="Arial" panose="020B0604020202020204" pitchFamily="34" charset="0"/>
              <a:buNone/>
            </a:pPr>
            <a:r>
              <a:rPr lang="en-GB" sz="1300"/>
              <a:t>Codd beskrev teoretiske forespørgselssprog, der senere førte til udviklingen af SQL.</a:t>
            </a:r>
          </a:p>
        </p:txBody>
      </p:sp>
      <p:pic>
        <p:nvPicPr>
          <p:cNvPr id="7" name="Picture 6" descr="1970's IBM vintage computer promotional film (original upload) IBM  Mainframe, RAMAC">
            <a:extLst>
              <a:ext uri="{FF2B5EF4-FFF2-40B4-BE49-F238E27FC236}">
                <a16:creationId xmlns:a16="http://schemas.microsoft.com/office/drawing/2014/main" id="{99082898-AA64-A55F-C129-3F4B79A7C300}"/>
              </a:ext>
            </a:extLst>
          </p:cNvPr>
          <p:cNvPicPr>
            <a:picLocks noChangeAspect="1"/>
          </p:cNvPicPr>
          <p:nvPr/>
        </p:nvPicPr>
        <p:blipFill>
          <a:blip r:embed="rId3"/>
          <a:srcRect l="7873" r="2814" b="-3"/>
          <a:stretch>
            <a:fillRect/>
          </a:stretch>
        </p:blipFill>
        <p:spPr>
          <a:xfrm>
            <a:off x="4629150" y="1369219"/>
            <a:ext cx="3886200" cy="3263504"/>
          </a:xfrm>
          <a:prstGeom prst="rect">
            <a:avLst/>
          </a:prstGeom>
          <a:noFill/>
        </p:spPr>
      </p:pic>
      <p:sp>
        <p:nvSpPr>
          <p:cNvPr id="12" name="Date Placeholder 4">
            <a:extLst>
              <a:ext uri="{FF2B5EF4-FFF2-40B4-BE49-F238E27FC236}">
                <a16:creationId xmlns:a16="http://schemas.microsoft.com/office/drawing/2014/main" id="{F9E58650-1DC5-4DFB-3172-1E96F1AF39E7}"/>
              </a:ext>
            </a:extLst>
          </p:cNvPr>
          <p:cNvSpPr>
            <a:spLocks noGrp="1"/>
          </p:cNvSpPr>
          <p:nvPr>
            <p:ph type="dt" sz="half" idx="10"/>
          </p:nvPr>
        </p:nvSpPr>
        <p:spPr>
          <a:xfrm>
            <a:off x="102870" y="4839752"/>
            <a:ext cx="2620736" cy="273844"/>
          </a:xfrm>
        </p:spPr>
        <p:txBody>
          <a:bodyPr/>
          <a:lstStyle/>
          <a:p>
            <a:pPr>
              <a:spcAft>
                <a:spcPts val="600"/>
              </a:spcAft>
            </a:pPr>
            <a:fld id="{CF3D9D0A-1241-4DB4-A575-4BFA03753C41}" type="datetime1">
              <a:rPr lang="en-US" smtClean="0"/>
              <a:pPr>
                <a:spcAft>
                  <a:spcPts val="600"/>
                </a:spcAft>
              </a:pPr>
              <a:t>10/14/26</a:t>
            </a:fld>
            <a:endParaRPr lang="en-US"/>
          </a:p>
        </p:txBody>
      </p:sp>
      <p:sp>
        <p:nvSpPr>
          <p:cNvPr id="14" name="Footer Placeholder 5">
            <a:extLst>
              <a:ext uri="{FF2B5EF4-FFF2-40B4-BE49-F238E27FC236}">
                <a16:creationId xmlns:a16="http://schemas.microsoft.com/office/drawing/2014/main" id="{8CBE0975-F0B2-D149-AA14-2E57876ADACF}"/>
              </a:ext>
            </a:extLst>
          </p:cNvPr>
          <p:cNvSpPr>
            <a:spLocks noGrp="1"/>
          </p:cNvSpPr>
          <p:nvPr>
            <p:ph type="ftr" sz="quarter" idx="11"/>
          </p:nvPr>
        </p:nvSpPr>
        <p:spPr>
          <a:xfrm>
            <a:off x="6657391" y="4839752"/>
            <a:ext cx="2104054" cy="273844"/>
          </a:xfrm>
        </p:spPr>
        <p:txBody>
          <a:bodyPr/>
          <a:lstStyle/>
          <a:p>
            <a:pPr>
              <a:spcAft>
                <a:spcPts val="600"/>
              </a:spcAft>
            </a:pPr>
            <a:r>
              <a:rPr lang="en-US"/>
              <a:t>
              </a:t>
            </a:r>
          </a:p>
        </p:txBody>
      </p:sp>
      <p:sp>
        <p:nvSpPr>
          <p:cNvPr id="16" name="Slide Number Placeholder 6">
            <a:extLst>
              <a:ext uri="{FF2B5EF4-FFF2-40B4-BE49-F238E27FC236}">
                <a16:creationId xmlns:a16="http://schemas.microsoft.com/office/drawing/2014/main" id="{17780D3E-8C90-3E24-1011-7FCE9F3E950E}"/>
              </a:ext>
            </a:extLst>
          </p:cNvPr>
          <p:cNvSpPr>
            <a:spLocks noGrp="1"/>
          </p:cNvSpPr>
          <p:nvPr>
            <p:ph type="sldNum" sz="quarter" idx="12"/>
          </p:nvPr>
        </p:nvSpPr>
        <p:spPr>
          <a:xfrm>
            <a:off x="8724122" y="4839752"/>
            <a:ext cx="321905" cy="273844"/>
          </a:xfrm>
        </p:spPr>
        <p:txBody>
          <a:bodyPr/>
          <a:lstStyle/>
          <a:p>
            <a:pPr>
              <a:spcAft>
                <a:spcPts val="600"/>
              </a:spcAft>
            </a:pPr>
            <a:fld id="{CC057153-B650-4DEB-B370-79DDCFDCE934}" type="slidenum">
              <a:rPr lang="en-US" smtClean="0"/>
              <a:pPr>
                <a:spcAft>
                  <a:spcPts val="600"/>
                </a:spcAft>
              </a:pPr>
              <a:t>9</a:t>
            </a:fld>
            <a:endParaRPr lang="en-US"/>
          </a:p>
        </p:txBody>
      </p:sp>
    </p:spTree>
    <p:extLst>
      <p:ext uri="{BB962C8B-B14F-4D97-AF65-F5344CB8AC3E}">
        <p14:creationId xmlns:p14="http://schemas.microsoft.com/office/powerpoint/2010/main" val="4878788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D76771-F4BA-2FDD-1A0B-3C1F6D6B3D50}"/>
              </a:ext>
            </a:extLst>
          </p:cNvPr>
          <p:cNvSpPr>
            <a:spLocks noGrp="1"/>
          </p:cNvSpPr>
          <p:nvPr>
            <p:ph type="title"/>
          </p:nvPr>
        </p:nvSpPr>
        <p:spPr/>
        <p:txBody>
          <a:bodyPr/>
          <a:lstStyle/>
          <a:p>
            <a:endParaRPr lang="en-US"/>
          </a:p>
        </p:txBody>
      </p:sp>
      <p:pic>
        <p:nvPicPr>
          <p:cNvPr id="4" name="Picture 3" descr="Database solutions Basic terminology Marzena Nowakowska Faculty of  Management and Computer Modelling Kielce University of Technology rooms:  3.21 C, ppt download">
            <a:extLst>
              <a:ext uri="{FF2B5EF4-FFF2-40B4-BE49-F238E27FC236}">
                <a16:creationId xmlns:a16="http://schemas.microsoft.com/office/drawing/2014/main" id="{CE0EC533-4555-177C-532E-7AF53F240652}"/>
              </a:ext>
            </a:extLst>
          </p:cNvPr>
          <p:cNvPicPr>
            <a:picLocks noChangeAspect="1"/>
          </p:cNvPicPr>
          <p:nvPr/>
        </p:nvPicPr>
        <p:blipFill>
          <a:blip r:embed="rId3"/>
          <a:stretch>
            <a:fillRect/>
          </a:stretch>
        </p:blipFill>
        <p:spPr>
          <a:xfrm>
            <a:off x="754166" y="122312"/>
            <a:ext cx="6011966" cy="4503633"/>
          </a:xfrm>
          <a:prstGeom prst="rect">
            <a:avLst/>
          </a:prstGeom>
        </p:spPr>
      </p:pic>
      <p:sp>
        <p:nvSpPr>
          <p:cNvPr id="5" name="TextBox 4">
            <a:extLst>
              <a:ext uri="{FF2B5EF4-FFF2-40B4-BE49-F238E27FC236}">
                <a16:creationId xmlns:a16="http://schemas.microsoft.com/office/drawing/2014/main" id="{42A98C13-63CA-7B9A-4063-C6EE0FEA5183}"/>
              </a:ext>
            </a:extLst>
          </p:cNvPr>
          <p:cNvSpPr txBox="1"/>
          <p:nvPr/>
        </p:nvSpPr>
        <p:spPr>
          <a:xfrm>
            <a:off x="985971" y="4742916"/>
            <a:ext cx="975609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a:t>Source: https://slideplayer.com/slide/14794339/90/images/10/Database+terminology+I.jpg</a:t>
            </a:r>
          </a:p>
        </p:txBody>
      </p:sp>
    </p:spTree>
    <p:extLst>
      <p:ext uri="{BB962C8B-B14F-4D97-AF65-F5344CB8AC3E}">
        <p14:creationId xmlns:p14="http://schemas.microsoft.com/office/powerpoint/2010/main" val="10116984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86370" name="Rectangle 2">
            <a:extLst>
              <a:ext uri="{FF2B5EF4-FFF2-40B4-BE49-F238E27FC236}">
                <a16:creationId xmlns:a16="http://schemas.microsoft.com/office/drawing/2014/main" id="{C05E072C-62E1-9462-0799-1F210C3BFE6E}"/>
              </a:ext>
            </a:extLst>
          </p:cNvPr>
          <p:cNvSpPr>
            <a:spLocks noGrp="1" noChangeArrowheads="1"/>
          </p:cNvSpPr>
          <p:nvPr>
            <p:ph type="title"/>
          </p:nvPr>
        </p:nvSpPr>
        <p:spPr>
          <a:xfrm>
            <a:off x="476559" y="172641"/>
            <a:ext cx="7434834" cy="616744"/>
          </a:xfrm>
        </p:spPr>
        <p:txBody>
          <a:bodyPr lIns="67866" tIns="33338" rIns="67866" bIns="33338">
            <a:normAutofit fontScale="90000"/>
          </a:bodyPr>
          <a:lstStyle/>
          <a:p>
            <a:r>
              <a:rPr lang="en-GB" err="1"/>
              <a:t>Terminologi</a:t>
            </a:r>
            <a:r>
              <a:rPr lang="en-GB"/>
              <a:t> </a:t>
            </a:r>
            <a:r>
              <a:rPr lang="en-GB" err="1"/>
              <a:t>i</a:t>
            </a:r>
            <a:r>
              <a:rPr lang="en-GB"/>
              <a:t> den </a:t>
            </a:r>
            <a:r>
              <a:rPr lang="en-GB" err="1"/>
              <a:t>relationelle</a:t>
            </a:r>
            <a:r>
              <a:rPr lang="en-GB"/>
              <a:t> model </a:t>
            </a:r>
            <a:br>
              <a:rPr lang="en-GB"/>
            </a:br>
            <a:r>
              <a:rPr lang="en-GB"/>
              <a:t>( </a:t>
            </a:r>
            <a:r>
              <a:rPr lang="en-GB" err="1"/>
              <a:t>firma</a:t>
            </a:r>
            <a:r>
              <a:rPr lang="en-GB"/>
              <a:t>)</a:t>
            </a:r>
          </a:p>
        </p:txBody>
      </p:sp>
      <p:sp>
        <p:nvSpPr>
          <p:cNvPr id="32771" name="Slide Number Placeholder 3">
            <a:extLst>
              <a:ext uri="{FF2B5EF4-FFF2-40B4-BE49-F238E27FC236}">
                <a16:creationId xmlns:a16="http://schemas.microsoft.com/office/drawing/2014/main" id="{EDB8E46A-2E38-BF1F-3744-EB27F6B8034C}"/>
              </a:ext>
            </a:extLst>
          </p:cNvPr>
          <p:cNvSpPr txBox="1">
            <a:spLocks/>
          </p:cNvSpPr>
          <p:nvPr/>
        </p:nvSpPr>
        <p:spPr bwMode="auto">
          <a:xfrm>
            <a:off x="7483078" y="4798219"/>
            <a:ext cx="517922" cy="2738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pPr algn="ctr"/>
            <a:fld id="{F24AA01C-33D5-724C-A804-62648338F2ED}" type="slidenum">
              <a:rPr lang="en-GB" altLang="en-US" sz="1350"/>
              <a:pPr algn="ctr"/>
              <a:t>11</a:t>
            </a:fld>
            <a:endParaRPr lang="en-GB" altLang="en-US" sz="1350"/>
          </a:p>
        </p:txBody>
      </p:sp>
      <p:pic>
        <p:nvPicPr>
          <p:cNvPr id="32772" name="Picture 4" descr="C03NF01">
            <a:extLst>
              <a:ext uri="{FF2B5EF4-FFF2-40B4-BE49-F238E27FC236}">
                <a16:creationId xmlns:a16="http://schemas.microsoft.com/office/drawing/2014/main" id="{3A4542B9-465B-D70F-9CDB-1D4CD51F6F7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20404" y="1286341"/>
            <a:ext cx="3749279" cy="32808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cSld>
  <p:clrMapOvr>
    <a:masterClrMapping/>
  </p:clrMapOvr>
  <p:transition>
    <p:wipe dir="d"/>
  </p:transition>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571500" y="620093"/>
            <a:ext cx="0" cy="685800"/>
          </a:xfrm>
          <a:custGeom>
            <a:avLst/>
            <a:gdLst/>
            <a:ahLst/>
            <a:cxnLst/>
            <a:rect l="l" t="t" r="r" b="b"/>
            <a:pathLst>
              <a:path h="685800">
                <a:moveTo>
                  <a:pt x="0" y="685450"/>
                </a:moveTo>
                <a:lnTo>
                  <a:pt x="0" y="0"/>
                </a:lnTo>
              </a:path>
            </a:pathLst>
          </a:custGeom>
          <a:ln w="19040">
            <a:solidFill>
              <a:srgbClr val="1CADE4"/>
            </a:solidFill>
          </a:ln>
        </p:spPr>
        <p:txBody>
          <a:bodyPr wrap="square" lIns="0" tIns="0" rIns="0" bIns="0" rtlCol="0"/>
          <a:lstStyle/>
          <a:p>
            <a:endParaRPr/>
          </a:p>
        </p:txBody>
      </p:sp>
      <p:sp>
        <p:nvSpPr>
          <p:cNvPr id="3" name="object 3"/>
          <p:cNvSpPr txBox="1">
            <a:spLocks noGrp="1"/>
          </p:cNvSpPr>
          <p:nvPr>
            <p:ph type="title"/>
          </p:nvPr>
        </p:nvSpPr>
        <p:spPr>
          <a:xfrm>
            <a:off x="535924" y="319532"/>
            <a:ext cx="7268209" cy="1120820"/>
          </a:xfrm>
          <a:prstGeom prst="rect">
            <a:avLst/>
          </a:prstGeom>
        </p:spPr>
        <p:txBody>
          <a:bodyPr vert="horz" wrap="square" lIns="0" tIns="12700" rIns="0" bIns="0" rtlCol="0">
            <a:spAutoFit/>
          </a:bodyPr>
          <a:lstStyle/>
          <a:p>
            <a:pPr marL="12700">
              <a:lnSpc>
                <a:spcPct val="100000"/>
              </a:lnSpc>
              <a:spcBef>
                <a:spcPts val="100"/>
              </a:spcBef>
            </a:pPr>
            <a:r>
              <a:rPr lang="en-GB" err="1"/>
              <a:t>Relationsdatabase</a:t>
            </a:r>
            <a:br>
              <a:rPr lang="en-GB"/>
            </a:br>
            <a:endParaRPr sz="3600"/>
          </a:p>
        </p:txBody>
      </p:sp>
      <p:sp>
        <p:nvSpPr>
          <p:cNvPr id="7" name="TextBox 6">
            <a:extLst>
              <a:ext uri="{FF2B5EF4-FFF2-40B4-BE49-F238E27FC236}">
                <a16:creationId xmlns:a16="http://schemas.microsoft.com/office/drawing/2014/main" id="{B954C400-E702-3C42-4072-1CB01F9275A9}"/>
              </a:ext>
            </a:extLst>
          </p:cNvPr>
          <p:cNvSpPr txBox="1"/>
          <p:nvPr/>
        </p:nvSpPr>
        <p:spPr>
          <a:xfrm>
            <a:off x="1371600" y="1581150"/>
            <a:ext cx="6172200" cy="923330"/>
          </a:xfrm>
          <a:prstGeom prst="rect">
            <a:avLst/>
          </a:prstGeom>
          <a:noFill/>
        </p:spPr>
        <p:txBody>
          <a:bodyPr wrap="square" rtlCol="0">
            <a:spAutoFit/>
          </a:bodyPr>
          <a:lstStyle/>
          <a:p>
            <a:r>
              <a:rPr lang="en-GB"/>
              <a:t>En </a:t>
            </a:r>
            <a:r>
              <a:rPr lang="en-GB" err="1"/>
              <a:t>relationsdatabase</a:t>
            </a:r>
            <a:r>
              <a:rPr lang="en-GB"/>
              <a:t> er </a:t>
            </a:r>
            <a:r>
              <a:rPr lang="en-GB" err="1"/>
              <a:t>en</a:t>
            </a:r>
            <a:r>
              <a:rPr lang="en-GB"/>
              <a:t> </a:t>
            </a:r>
            <a:r>
              <a:rPr lang="en-GB" err="1"/>
              <a:t>samling</a:t>
            </a:r>
            <a:r>
              <a:rPr lang="en-GB"/>
              <a:t> </a:t>
            </a:r>
            <a:r>
              <a:rPr lang="en-GB" err="1"/>
              <a:t>af</a:t>
            </a:r>
            <a:r>
              <a:rPr lang="en-GB"/>
              <a:t> </a:t>
            </a:r>
            <a:r>
              <a:rPr lang="en-GB" err="1"/>
              <a:t>strukturerede</a:t>
            </a:r>
            <a:r>
              <a:rPr lang="en-GB"/>
              <a:t> data </a:t>
            </a:r>
            <a:r>
              <a:rPr lang="en-GB" err="1"/>
              <a:t>organiseret</a:t>
            </a:r>
            <a:r>
              <a:rPr lang="en-GB"/>
              <a:t> </a:t>
            </a:r>
            <a:r>
              <a:rPr lang="en-GB" err="1"/>
              <a:t>i</a:t>
            </a:r>
            <a:r>
              <a:rPr lang="en-GB"/>
              <a:t> </a:t>
            </a:r>
            <a:r>
              <a:rPr lang="en-GB" err="1"/>
              <a:t>tabeller</a:t>
            </a:r>
            <a:r>
              <a:rPr lang="en-GB"/>
              <a:t>, </a:t>
            </a:r>
            <a:r>
              <a:rPr lang="en-GB" err="1"/>
              <a:t>hvor</a:t>
            </a:r>
            <a:r>
              <a:rPr lang="en-GB"/>
              <a:t> </a:t>
            </a:r>
            <a:r>
              <a:rPr lang="en-GB" err="1"/>
              <a:t>hver</a:t>
            </a:r>
            <a:r>
              <a:rPr lang="en-GB"/>
              <a:t> </a:t>
            </a:r>
            <a:r>
              <a:rPr lang="en-GB" err="1"/>
              <a:t>tabel</a:t>
            </a:r>
            <a:r>
              <a:rPr lang="en-GB"/>
              <a:t> </a:t>
            </a:r>
            <a:r>
              <a:rPr lang="en-GB" err="1"/>
              <a:t>repræsenterer</a:t>
            </a:r>
            <a:r>
              <a:rPr lang="en-GB"/>
              <a:t> </a:t>
            </a:r>
            <a:r>
              <a:rPr lang="en-GB" err="1"/>
              <a:t>en</a:t>
            </a:r>
            <a:r>
              <a:rPr lang="en-GB"/>
              <a:t> </a:t>
            </a:r>
            <a:r>
              <a:rPr lang="en-GB" err="1"/>
              <a:t>specifik</a:t>
            </a:r>
            <a:r>
              <a:rPr lang="en-GB"/>
              <a:t> </a:t>
            </a:r>
            <a:r>
              <a:rPr lang="en-GB" err="1"/>
              <a:t>entitet</a:t>
            </a:r>
            <a:r>
              <a:rPr lang="en-GB"/>
              <a:t> </a:t>
            </a:r>
            <a:r>
              <a:rPr lang="en-GB" err="1"/>
              <a:t>eller</a:t>
            </a:r>
            <a:r>
              <a:rPr lang="en-GB"/>
              <a:t> relation.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571500" y="620093"/>
            <a:ext cx="0" cy="685800"/>
          </a:xfrm>
          <a:custGeom>
            <a:avLst/>
            <a:gdLst/>
            <a:ahLst/>
            <a:cxnLst/>
            <a:rect l="l" t="t" r="r" b="b"/>
            <a:pathLst>
              <a:path h="685800">
                <a:moveTo>
                  <a:pt x="0" y="685450"/>
                </a:moveTo>
                <a:lnTo>
                  <a:pt x="0" y="0"/>
                </a:lnTo>
              </a:path>
            </a:pathLst>
          </a:custGeom>
          <a:ln w="19040">
            <a:solidFill>
              <a:srgbClr val="1CADE4"/>
            </a:solidFill>
          </a:ln>
        </p:spPr>
        <p:txBody>
          <a:bodyPr wrap="square" lIns="0" tIns="0" rIns="0" bIns="0" rtlCol="0"/>
          <a:lstStyle/>
          <a:p>
            <a:endParaRPr/>
          </a:p>
        </p:txBody>
      </p:sp>
      <p:pic>
        <p:nvPicPr>
          <p:cNvPr id="4" name="object 4"/>
          <p:cNvPicPr/>
          <p:nvPr/>
        </p:nvPicPr>
        <p:blipFill>
          <a:blip r:embed="rId3" cstate="print"/>
          <a:stretch>
            <a:fillRect/>
          </a:stretch>
        </p:blipFill>
        <p:spPr>
          <a:xfrm>
            <a:off x="2226732" y="1489748"/>
            <a:ext cx="2874336" cy="2164003"/>
          </a:xfrm>
          <a:prstGeom prst="rect">
            <a:avLst/>
          </a:prstGeom>
        </p:spPr>
      </p:pic>
      <p:sp>
        <p:nvSpPr>
          <p:cNvPr id="5" name="object 5"/>
          <p:cNvSpPr txBox="1"/>
          <p:nvPr/>
        </p:nvSpPr>
        <p:spPr>
          <a:xfrm>
            <a:off x="2142318" y="673100"/>
            <a:ext cx="3862704" cy="580390"/>
          </a:xfrm>
          <a:prstGeom prst="rect">
            <a:avLst/>
          </a:prstGeom>
        </p:spPr>
        <p:txBody>
          <a:bodyPr vert="horz" wrap="square" lIns="0" tIns="6350" rIns="0" bIns="0" rtlCol="0">
            <a:spAutoFit/>
          </a:bodyPr>
          <a:lstStyle/>
          <a:p>
            <a:pPr marL="12700" marR="5080">
              <a:lnSpc>
                <a:spcPct val="102200"/>
              </a:lnSpc>
              <a:spcBef>
                <a:spcPts val="50"/>
              </a:spcBef>
            </a:pPr>
            <a:r>
              <a:rPr sz="1800">
                <a:solidFill>
                  <a:srgbClr val="222222"/>
                </a:solidFill>
                <a:latin typeface="Arial"/>
                <a:cs typeface="Arial"/>
              </a:rPr>
              <a:t>Hvilken</a:t>
            </a:r>
            <a:r>
              <a:rPr sz="1800" spc="-30">
                <a:solidFill>
                  <a:srgbClr val="222222"/>
                </a:solidFill>
                <a:latin typeface="Arial"/>
                <a:cs typeface="Arial"/>
              </a:rPr>
              <a:t> </a:t>
            </a:r>
            <a:r>
              <a:rPr sz="1800">
                <a:solidFill>
                  <a:srgbClr val="222222"/>
                </a:solidFill>
                <a:latin typeface="Arial"/>
                <a:cs typeface="Arial"/>
              </a:rPr>
              <a:t>kolonne</a:t>
            </a:r>
            <a:r>
              <a:rPr sz="1800" spc="-15">
                <a:solidFill>
                  <a:srgbClr val="222222"/>
                </a:solidFill>
                <a:latin typeface="Arial"/>
                <a:cs typeface="Arial"/>
              </a:rPr>
              <a:t> </a:t>
            </a:r>
            <a:r>
              <a:rPr sz="1800">
                <a:solidFill>
                  <a:srgbClr val="222222"/>
                </a:solidFill>
                <a:latin typeface="Arial"/>
                <a:cs typeface="Arial"/>
              </a:rPr>
              <a:t>giver</a:t>
            </a:r>
            <a:r>
              <a:rPr sz="1800" spc="-20">
                <a:solidFill>
                  <a:srgbClr val="222222"/>
                </a:solidFill>
                <a:latin typeface="Arial"/>
                <a:cs typeface="Arial"/>
              </a:rPr>
              <a:t> </a:t>
            </a:r>
            <a:r>
              <a:rPr sz="1800">
                <a:solidFill>
                  <a:srgbClr val="222222"/>
                </a:solidFill>
                <a:latin typeface="Arial"/>
                <a:cs typeface="Arial"/>
              </a:rPr>
              <a:t>disse</a:t>
            </a:r>
            <a:r>
              <a:rPr sz="1800" spc="-15">
                <a:solidFill>
                  <a:srgbClr val="222222"/>
                </a:solidFill>
                <a:latin typeface="Arial"/>
                <a:cs typeface="Arial"/>
              </a:rPr>
              <a:t> </a:t>
            </a:r>
            <a:r>
              <a:rPr sz="1800">
                <a:solidFill>
                  <a:srgbClr val="222222"/>
                </a:solidFill>
                <a:latin typeface="Arial"/>
                <a:cs typeface="Arial"/>
              </a:rPr>
              <a:t>to</a:t>
            </a:r>
            <a:r>
              <a:rPr sz="1800" spc="-15">
                <a:solidFill>
                  <a:srgbClr val="222222"/>
                </a:solidFill>
                <a:latin typeface="Arial"/>
                <a:cs typeface="Arial"/>
              </a:rPr>
              <a:t> </a:t>
            </a:r>
            <a:r>
              <a:rPr sz="1800" spc="-10">
                <a:solidFill>
                  <a:srgbClr val="222222"/>
                </a:solidFill>
                <a:latin typeface="Arial"/>
                <a:cs typeface="Arial"/>
              </a:rPr>
              <a:t>tabeller </a:t>
            </a:r>
            <a:r>
              <a:rPr sz="1800">
                <a:solidFill>
                  <a:srgbClr val="222222"/>
                </a:solidFill>
                <a:latin typeface="Arial"/>
                <a:cs typeface="Arial"/>
              </a:rPr>
              <a:t>mulighed</a:t>
            </a:r>
            <a:r>
              <a:rPr sz="1800" spc="-30">
                <a:solidFill>
                  <a:srgbClr val="222222"/>
                </a:solidFill>
                <a:latin typeface="Arial"/>
                <a:cs typeface="Arial"/>
              </a:rPr>
              <a:t> </a:t>
            </a:r>
            <a:r>
              <a:rPr sz="1800">
                <a:solidFill>
                  <a:srgbClr val="222222"/>
                </a:solidFill>
                <a:latin typeface="Arial"/>
                <a:cs typeface="Arial"/>
              </a:rPr>
              <a:t>for</a:t>
            </a:r>
            <a:r>
              <a:rPr sz="1800" spc="-20">
                <a:solidFill>
                  <a:srgbClr val="222222"/>
                </a:solidFill>
                <a:latin typeface="Arial"/>
                <a:cs typeface="Arial"/>
              </a:rPr>
              <a:t> </a:t>
            </a:r>
            <a:r>
              <a:rPr sz="1800">
                <a:solidFill>
                  <a:srgbClr val="222222"/>
                </a:solidFill>
                <a:latin typeface="Arial"/>
                <a:cs typeface="Arial"/>
              </a:rPr>
              <a:t>at</a:t>
            </a:r>
            <a:r>
              <a:rPr sz="1800" spc="-15">
                <a:solidFill>
                  <a:srgbClr val="222222"/>
                </a:solidFill>
                <a:latin typeface="Arial"/>
                <a:cs typeface="Arial"/>
              </a:rPr>
              <a:t> </a:t>
            </a:r>
            <a:r>
              <a:rPr sz="1800">
                <a:solidFill>
                  <a:srgbClr val="222222"/>
                </a:solidFill>
                <a:latin typeface="Arial"/>
                <a:cs typeface="Arial"/>
              </a:rPr>
              <a:t>danne</a:t>
            </a:r>
            <a:r>
              <a:rPr sz="1800" spc="-20">
                <a:solidFill>
                  <a:srgbClr val="222222"/>
                </a:solidFill>
                <a:latin typeface="Arial"/>
                <a:cs typeface="Arial"/>
              </a:rPr>
              <a:t> </a:t>
            </a:r>
            <a:r>
              <a:rPr sz="1800">
                <a:solidFill>
                  <a:srgbClr val="222222"/>
                </a:solidFill>
                <a:latin typeface="Arial"/>
                <a:cs typeface="Arial"/>
              </a:rPr>
              <a:t>en</a:t>
            </a:r>
            <a:r>
              <a:rPr sz="1800" spc="-20">
                <a:solidFill>
                  <a:srgbClr val="222222"/>
                </a:solidFill>
                <a:latin typeface="Arial"/>
                <a:cs typeface="Arial"/>
              </a:rPr>
              <a:t> </a:t>
            </a:r>
            <a:r>
              <a:rPr sz="1800">
                <a:solidFill>
                  <a:srgbClr val="222222"/>
                </a:solidFill>
                <a:latin typeface="Arial"/>
                <a:cs typeface="Arial"/>
              </a:rPr>
              <a:t>relation</a:t>
            </a:r>
            <a:r>
              <a:rPr sz="1800" spc="-15">
                <a:solidFill>
                  <a:srgbClr val="222222"/>
                </a:solidFill>
                <a:latin typeface="Arial"/>
                <a:cs typeface="Arial"/>
              </a:rPr>
              <a:t> </a:t>
            </a:r>
            <a:r>
              <a:rPr sz="1800" spc="-50">
                <a:solidFill>
                  <a:srgbClr val="222222"/>
                </a:solidFill>
                <a:latin typeface="Arial"/>
                <a:cs typeface="Arial"/>
              </a:rPr>
              <a:t>?</a:t>
            </a:r>
            <a:endParaRPr sz="1800">
              <a:latin typeface="Arial"/>
              <a:cs typeface="Arial"/>
            </a:endParaRPr>
          </a:p>
        </p:txBody>
      </p:sp>
    </p:spTree>
    <p:extLst>
      <p:ext uri="{BB962C8B-B14F-4D97-AF65-F5344CB8AC3E}">
        <p14:creationId xmlns:p14="http://schemas.microsoft.com/office/powerpoint/2010/main" val="3016238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D9A8E5-ACCD-8DA4-F31E-B60B2EE6C38B}"/>
              </a:ext>
            </a:extLst>
          </p:cNvPr>
          <p:cNvSpPr>
            <a:spLocks noGrp="1"/>
          </p:cNvSpPr>
          <p:nvPr>
            <p:ph type="title"/>
          </p:nvPr>
        </p:nvSpPr>
        <p:spPr/>
        <p:txBody>
          <a:bodyPr/>
          <a:lstStyle/>
          <a:p>
            <a:r>
              <a:rPr lang="en-US" dirty="0"/>
              <a:t>E-R diagram</a:t>
            </a:r>
          </a:p>
        </p:txBody>
      </p:sp>
      <p:sp>
        <p:nvSpPr>
          <p:cNvPr id="4" name="Date Placeholder 3">
            <a:extLst>
              <a:ext uri="{FF2B5EF4-FFF2-40B4-BE49-F238E27FC236}">
                <a16:creationId xmlns:a16="http://schemas.microsoft.com/office/drawing/2014/main" id="{DEDA8550-6B74-B985-813A-50A1F411EB13}"/>
              </a:ext>
            </a:extLst>
          </p:cNvPr>
          <p:cNvSpPr>
            <a:spLocks noGrp="1"/>
          </p:cNvSpPr>
          <p:nvPr>
            <p:ph type="dt" sz="half" idx="10"/>
          </p:nvPr>
        </p:nvSpPr>
        <p:spPr/>
        <p:txBody>
          <a:bodyPr/>
          <a:lstStyle/>
          <a:p>
            <a:fld id="{DE56FB41-7CEA-467A-8010-2C31BE8E945C}" type="datetime1">
              <a:rPr lang="en-DK"/>
              <a:t>14/10/2026</a:t>
            </a:fld>
            <a:endParaRPr lang="en-US"/>
          </a:p>
        </p:txBody>
      </p:sp>
      <p:sp>
        <p:nvSpPr>
          <p:cNvPr id="5" name="Footer Placeholder 4">
            <a:extLst>
              <a:ext uri="{FF2B5EF4-FFF2-40B4-BE49-F238E27FC236}">
                <a16:creationId xmlns:a16="http://schemas.microsoft.com/office/drawing/2014/main" id="{03B3519D-218E-7C1E-F7B9-A343137FD6F5}"/>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91B89900-D159-C776-4DB3-2F013D496D32}"/>
              </a:ext>
            </a:extLst>
          </p:cNvPr>
          <p:cNvSpPr>
            <a:spLocks noGrp="1"/>
          </p:cNvSpPr>
          <p:nvPr>
            <p:ph type="sldNum" sz="quarter" idx="12"/>
          </p:nvPr>
        </p:nvSpPr>
        <p:spPr/>
        <p:txBody>
          <a:bodyPr/>
          <a:lstStyle/>
          <a:p>
            <a:fld id="{CC057153-B650-4DEB-B370-79DDCFDCE934}" type="slidenum">
              <a:rPr lang="en-US" dirty="0"/>
              <a:t>14</a:t>
            </a:fld>
            <a:endParaRPr lang="en-US"/>
          </a:p>
        </p:txBody>
      </p:sp>
      <p:pic>
        <p:nvPicPr>
          <p:cNvPr id="9" name="Graphic 8">
            <a:extLst>
              <a:ext uri="{FF2B5EF4-FFF2-40B4-BE49-F238E27FC236}">
                <a16:creationId xmlns:a16="http://schemas.microsoft.com/office/drawing/2014/main" id="{79E19A2C-8B96-97A1-435C-53398EF828E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524518" y="3169523"/>
            <a:ext cx="6184900" cy="469900"/>
          </a:xfrm>
          <a:prstGeom prst="rect">
            <a:avLst/>
          </a:prstGeom>
        </p:spPr>
      </p:pic>
      <p:sp>
        <p:nvSpPr>
          <p:cNvPr id="11" name="TextBox 10">
            <a:extLst>
              <a:ext uri="{FF2B5EF4-FFF2-40B4-BE49-F238E27FC236}">
                <a16:creationId xmlns:a16="http://schemas.microsoft.com/office/drawing/2014/main" id="{FEBCE772-C711-F5E8-1311-7063C88DA5B3}"/>
              </a:ext>
            </a:extLst>
          </p:cNvPr>
          <p:cNvSpPr txBox="1"/>
          <p:nvPr/>
        </p:nvSpPr>
        <p:spPr>
          <a:xfrm>
            <a:off x="1413238" y="1378330"/>
            <a:ext cx="4572000" cy="1200329"/>
          </a:xfrm>
          <a:prstGeom prst="rect">
            <a:avLst/>
          </a:prstGeom>
          <a:noFill/>
        </p:spPr>
        <p:txBody>
          <a:bodyPr wrap="square">
            <a:spAutoFit/>
          </a:bodyPr>
          <a:lstStyle/>
          <a:p>
            <a:pPr>
              <a:buNone/>
            </a:pPr>
            <a:r>
              <a:rPr lang="en-DK" b="1" dirty="0"/>
              <a:t> </a:t>
            </a:r>
            <a:r>
              <a:rPr lang="en-DK" dirty="0"/>
              <a:t>E/R-diagram står for </a:t>
            </a:r>
            <a:r>
              <a:rPr lang="en-DK" i="1" dirty="0"/>
              <a:t>Entitets/Relations-diagram</a:t>
            </a:r>
            <a:r>
              <a:rPr lang="en-DK" dirty="0"/>
              <a:t>. Diagrammet viser, hvilke sammenhænge der er mellem de enkelte tabeller i en database.</a:t>
            </a:r>
            <a:endParaRPr lang="en-DK" b="1" dirty="0"/>
          </a:p>
        </p:txBody>
      </p:sp>
    </p:spTree>
    <p:extLst>
      <p:ext uri="{BB962C8B-B14F-4D97-AF65-F5344CB8AC3E}">
        <p14:creationId xmlns:p14="http://schemas.microsoft.com/office/powerpoint/2010/main" val="8225938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EA9E0C-2110-654C-F1DA-768C3C64B7F9}"/>
              </a:ext>
            </a:extLst>
          </p:cNvPr>
          <p:cNvSpPr>
            <a:spLocks noGrp="1"/>
          </p:cNvSpPr>
          <p:nvPr>
            <p:ph type="title"/>
          </p:nvPr>
        </p:nvSpPr>
        <p:spPr/>
        <p:txBody>
          <a:bodyPr/>
          <a:lstStyle/>
          <a:p>
            <a:r>
              <a:rPr lang="en-DK" dirty="0"/>
              <a:t>1:m m:m</a:t>
            </a:r>
          </a:p>
        </p:txBody>
      </p:sp>
      <p:sp>
        <p:nvSpPr>
          <p:cNvPr id="3" name="Content Placeholder 2">
            <a:extLst>
              <a:ext uri="{FF2B5EF4-FFF2-40B4-BE49-F238E27FC236}">
                <a16:creationId xmlns:a16="http://schemas.microsoft.com/office/drawing/2014/main" id="{D1FE9DE1-4064-F814-C451-8961AE0D6F56}"/>
              </a:ext>
            </a:extLst>
          </p:cNvPr>
          <p:cNvSpPr>
            <a:spLocks noGrp="1"/>
          </p:cNvSpPr>
          <p:nvPr>
            <p:ph idx="1"/>
          </p:nvPr>
        </p:nvSpPr>
        <p:spPr/>
        <p:txBody>
          <a:bodyPr/>
          <a:lstStyle/>
          <a:p>
            <a:endParaRPr lang="en-DK"/>
          </a:p>
        </p:txBody>
      </p:sp>
      <p:sp>
        <p:nvSpPr>
          <p:cNvPr id="4" name="Date Placeholder 3">
            <a:extLst>
              <a:ext uri="{FF2B5EF4-FFF2-40B4-BE49-F238E27FC236}">
                <a16:creationId xmlns:a16="http://schemas.microsoft.com/office/drawing/2014/main" id="{5306C39D-5F85-2D43-5839-0C780B2AB346}"/>
              </a:ext>
            </a:extLst>
          </p:cNvPr>
          <p:cNvSpPr>
            <a:spLocks noGrp="1"/>
          </p:cNvSpPr>
          <p:nvPr>
            <p:ph type="dt" sz="half" idx="10"/>
          </p:nvPr>
        </p:nvSpPr>
        <p:spPr/>
        <p:txBody>
          <a:bodyPr/>
          <a:lstStyle/>
          <a:p>
            <a:fld id="{7AA5FDE0-F215-B04D-8FAC-7E3EB7A88396}" type="datetime1">
              <a:rPr lang="en-US" smtClean="0"/>
              <a:t>10/14/26</a:t>
            </a:fld>
            <a:endParaRPr lang="en-US"/>
          </a:p>
        </p:txBody>
      </p:sp>
      <p:sp>
        <p:nvSpPr>
          <p:cNvPr id="5" name="Footer Placeholder 4">
            <a:extLst>
              <a:ext uri="{FF2B5EF4-FFF2-40B4-BE49-F238E27FC236}">
                <a16:creationId xmlns:a16="http://schemas.microsoft.com/office/drawing/2014/main" id="{18755DE9-8F07-C03A-516C-4F83905CE9BA}"/>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04B2EE39-F259-F31B-5F21-121AEEACBE23}"/>
              </a:ext>
            </a:extLst>
          </p:cNvPr>
          <p:cNvSpPr>
            <a:spLocks noGrp="1"/>
          </p:cNvSpPr>
          <p:nvPr>
            <p:ph type="sldNum" sz="quarter" idx="12"/>
          </p:nvPr>
        </p:nvSpPr>
        <p:spPr/>
        <p:txBody>
          <a:bodyPr/>
          <a:lstStyle/>
          <a:p>
            <a:fld id="{CC057153-B650-4DEB-B370-79DDCFDCE934}" type="slidenum">
              <a:rPr lang="en-US" smtClean="0"/>
              <a:t>15</a:t>
            </a:fld>
            <a:endParaRPr lang="en-US"/>
          </a:p>
        </p:txBody>
      </p:sp>
      <p:pic>
        <p:nvPicPr>
          <p:cNvPr id="7" name="Graphic 6">
            <a:extLst>
              <a:ext uri="{FF2B5EF4-FFF2-40B4-BE49-F238E27FC236}">
                <a16:creationId xmlns:a16="http://schemas.microsoft.com/office/drawing/2014/main" id="{27F7D14F-6481-F22F-072A-37BAFEAB36C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79550" y="1788212"/>
            <a:ext cx="6184900" cy="1778000"/>
          </a:xfrm>
          <a:prstGeom prst="rect">
            <a:avLst/>
          </a:prstGeom>
        </p:spPr>
      </p:pic>
    </p:spTree>
    <p:extLst>
      <p:ext uri="{BB962C8B-B14F-4D97-AF65-F5344CB8AC3E}">
        <p14:creationId xmlns:p14="http://schemas.microsoft.com/office/powerpoint/2010/main" val="38544973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06613D-3DF6-AB39-361D-FB98FE6C504C}"/>
              </a:ext>
            </a:extLst>
          </p:cNvPr>
          <p:cNvSpPr>
            <a:spLocks noGrp="1"/>
          </p:cNvSpPr>
          <p:nvPr>
            <p:ph type="title"/>
          </p:nvPr>
        </p:nvSpPr>
        <p:spPr/>
        <p:txBody>
          <a:bodyPr/>
          <a:lstStyle/>
          <a:p>
            <a:r>
              <a:rPr lang="en-DK" dirty="0"/>
              <a:t>1:m</a:t>
            </a:r>
          </a:p>
        </p:txBody>
      </p:sp>
      <p:pic>
        <p:nvPicPr>
          <p:cNvPr id="7" name="Content Placeholder 6">
            <a:extLst>
              <a:ext uri="{FF2B5EF4-FFF2-40B4-BE49-F238E27FC236}">
                <a16:creationId xmlns:a16="http://schemas.microsoft.com/office/drawing/2014/main" id="{0BA10E8B-B65D-443D-0BAF-C2BF0D793830}"/>
              </a:ext>
              <a:ext uri="{C183D7F6-B498-43B3-948B-1728B52AA6E4}">
                <adec:decorative xmlns:adec="http://schemas.microsoft.com/office/drawing/2017/decorative" val="1"/>
              </a:ext>
            </a:extLst>
          </p:cNvPr>
          <p:cNvPicPr>
            <a:picLocks noGrp="1" noChangeAspect="1"/>
          </p:cNvPicPr>
          <p:nvPr>
            <p:ph idx="1"/>
          </p:nvPr>
        </p:nvPicPr>
        <p:blipFill>
          <a:blip>
            <a:extLst>
              <a:ext uri="{96DAC541-7B7A-43D3-8B79-37D633B846F1}">
                <asvg:svgBlip xmlns:asvg="http://schemas.microsoft.com/office/drawing/2016/SVG/main" r:embed="rId2"/>
              </a:ext>
            </a:extLst>
          </a:blip>
          <a:stretch>
            <a:fillRect/>
          </a:stretch>
        </p:blipFill>
        <p:spPr>
          <a:xfrm>
            <a:off x="1362075" y="1447006"/>
            <a:ext cx="6184900" cy="3124200"/>
          </a:xfrm>
          <a:prstGeom prst="rect">
            <a:avLst/>
          </a:prstGeom>
        </p:spPr>
      </p:pic>
      <p:sp>
        <p:nvSpPr>
          <p:cNvPr id="4" name="Date Placeholder 3">
            <a:extLst>
              <a:ext uri="{FF2B5EF4-FFF2-40B4-BE49-F238E27FC236}">
                <a16:creationId xmlns:a16="http://schemas.microsoft.com/office/drawing/2014/main" id="{EB5E8043-BD4C-CAC7-A7C2-CA1C233CA7D9}"/>
              </a:ext>
            </a:extLst>
          </p:cNvPr>
          <p:cNvSpPr>
            <a:spLocks noGrp="1"/>
          </p:cNvSpPr>
          <p:nvPr>
            <p:ph type="dt" sz="half" idx="10"/>
          </p:nvPr>
        </p:nvSpPr>
        <p:spPr/>
        <p:txBody>
          <a:bodyPr/>
          <a:lstStyle/>
          <a:p>
            <a:fld id="{6C44FCE1-088C-B64D-AD04-6D7A9D44AC80}" type="datetime1">
              <a:rPr lang="en-US" smtClean="0"/>
              <a:t>10/14/26</a:t>
            </a:fld>
            <a:endParaRPr lang="en-US"/>
          </a:p>
        </p:txBody>
      </p:sp>
      <p:sp>
        <p:nvSpPr>
          <p:cNvPr id="5" name="Footer Placeholder 4">
            <a:extLst>
              <a:ext uri="{FF2B5EF4-FFF2-40B4-BE49-F238E27FC236}">
                <a16:creationId xmlns:a16="http://schemas.microsoft.com/office/drawing/2014/main" id="{C1A640FB-096A-1C15-E7DD-2EACBB90FBC9}"/>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0CBC7FD0-79EB-1DCF-1A55-7F11D5091535}"/>
              </a:ext>
            </a:extLst>
          </p:cNvPr>
          <p:cNvSpPr>
            <a:spLocks noGrp="1"/>
          </p:cNvSpPr>
          <p:nvPr>
            <p:ph type="sldNum" sz="quarter" idx="12"/>
          </p:nvPr>
        </p:nvSpPr>
        <p:spPr/>
        <p:txBody>
          <a:bodyPr/>
          <a:lstStyle/>
          <a:p>
            <a:fld id="{CC057153-B650-4DEB-B370-79DDCFDCE934}" type="slidenum">
              <a:rPr lang="en-US" smtClean="0"/>
              <a:t>16</a:t>
            </a:fld>
            <a:endParaRPr lang="en-US"/>
          </a:p>
        </p:txBody>
      </p:sp>
    </p:spTree>
    <p:extLst>
      <p:ext uri="{BB962C8B-B14F-4D97-AF65-F5344CB8AC3E}">
        <p14:creationId xmlns:p14="http://schemas.microsoft.com/office/powerpoint/2010/main" val="1678795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billede 1">
            <a:extLst>
              <a:ext uri="{FF2B5EF4-FFF2-40B4-BE49-F238E27FC236}">
                <a16:creationId xmlns:a16="http://schemas.microsoft.com/office/drawing/2014/main" id="{4EBE7D58-0299-4ADE-A4D7-B50BD44C4529}"/>
              </a:ext>
            </a:extLst>
          </p:cNvPr>
          <p:cNvSpPr>
            <a:spLocks noGrp="1"/>
          </p:cNvSpPr>
          <p:nvPr>
            <p:ph type="pic" sz="quarter" idx="10"/>
          </p:nvPr>
        </p:nvSpPr>
        <p:spPr/>
        <p:txBody>
          <a:bodyPr/>
          <a:lstStyle/>
          <a:p>
            <a:endParaRPr lang="en-DK"/>
          </a:p>
        </p:txBody>
      </p:sp>
      <p:sp>
        <p:nvSpPr>
          <p:cNvPr id="3" name="Titel 2">
            <a:extLst>
              <a:ext uri="{FF2B5EF4-FFF2-40B4-BE49-F238E27FC236}">
                <a16:creationId xmlns:a16="http://schemas.microsoft.com/office/drawing/2014/main" id="{7B6400C4-F3D0-461D-9FB7-D299674DBE99}"/>
              </a:ext>
            </a:extLst>
          </p:cNvPr>
          <p:cNvSpPr>
            <a:spLocks noGrp="1"/>
          </p:cNvSpPr>
          <p:nvPr>
            <p:ph type="ctrTitle"/>
          </p:nvPr>
        </p:nvSpPr>
        <p:spPr/>
        <p:txBody>
          <a:bodyPr/>
          <a:lstStyle/>
          <a:p>
            <a:endParaRPr lang="da-DK"/>
          </a:p>
        </p:txBody>
      </p:sp>
      <p:sp>
        <p:nvSpPr>
          <p:cNvPr id="4" name="Undertitel 3">
            <a:extLst>
              <a:ext uri="{FF2B5EF4-FFF2-40B4-BE49-F238E27FC236}">
                <a16:creationId xmlns:a16="http://schemas.microsoft.com/office/drawing/2014/main" id="{586C7FD4-792D-4583-AD80-F243F6719A0F}"/>
              </a:ext>
            </a:extLst>
          </p:cNvPr>
          <p:cNvSpPr>
            <a:spLocks noGrp="1"/>
          </p:cNvSpPr>
          <p:nvPr>
            <p:ph type="subTitle" idx="1"/>
          </p:nvPr>
        </p:nvSpPr>
        <p:spPr/>
        <p:txBody>
          <a:bodyPr/>
          <a:lstStyle/>
          <a:p>
            <a:endParaRPr lang="da-DK"/>
          </a:p>
        </p:txBody>
      </p:sp>
      <p:sp>
        <p:nvSpPr>
          <p:cNvPr id="5" name="object 6">
            <a:extLst>
              <a:ext uri="{FF2B5EF4-FFF2-40B4-BE49-F238E27FC236}">
                <a16:creationId xmlns:a16="http://schemas.microsoft.com/office/drawing/2014/main" id="{22B9E361-AA2E-4DA1-9103-C25F01A12170}"/>
              </a:ext>
            </a:extLst>
          </p:cNvPr>
          <p:cNvSpPr/>
          <p:nvPr/>
        </p:nvSpPr>
        <p:spPr>
          <a:xfrm>
            <a:off x="0" y="3117"/>
            <a:ext cx="9132266" cy="5137265"/>
          </a:xfrm>
          <a:prstGeom prst="rect">
            <a:avLst/>
          </a:prstGeom>
          <a:blipFill>
            <a:blip r:embed="rId3" cstate="print"/>
            <a:stretch>
              <a:fillRect/>
            </a:stretch>
          </a:blipFill>
        </p:spPr>
        <p:txBody>
          <a:bodyPr wrap="square" lIns="0" tIns="0" rIns="0" bIns="0" rtlCol="0"/>
          <a:lstStyle/>
          <a:p>
            <a:endParaRPr/>
          </a:p>
        </p:txBody>
      </p:sp>
      <p:sp>
        <p:nvSpPr>
          <p:cNvPr id="6" name="object 7">
            <a:extLst>
              <a:ext uri="{FF2B5EF4-FFF2-40B4-BE49-F238E27FC236}">
                <a16:creationId xmlns:a16="http://schemas.microsoft.com/office/drawing/2014/main" id="{AD59CA99-3C41-4E1B-8F82-BFD0B7912FD8}"/>
              </a:ext>
            </a:extLst>
          </p:cNvPr>
          <p:cNvSpPr txBox="1"/>
          <p:nvPr/>
        </p:nvSpPr>
        <p:spPr>
          <a:xfrm>
            <a:off x="162778" y="3111143"/>
            <a:ext cx="7100888" cy="1936813"/>
          </a:xfrm>
          <a:prstGeom prst="rect">
            <a:avLst/>
          </a:prstGeom>
        </p:spPr>
        <p:txBody>
          <a:bodyPr vert="horz" wrap="square" lIns="0" tIns="164783" rIns="0" bIns="0" rtlCol="0">
            <a:spAutoFit/>
          </a:bodyPr>
          <a:lstStyle/>
          <a:p>
            <a:pPr marL="9525">
              <a:spcBef>
                <a:spcPts val="1298"/>
              </a:spcBef>
            </a:pPr>
            <a:r>
              <a:rPr sz="3600" spc="-4">
                <a:solidFill>
                  <a:srgbClr val="FFFFFF"/>
                </a:solidFill>
                <a:latin typeface="Calibri"/>
                <a:cs typeface="Calibri"/>
              </a:rPr>
              <a:t>MySQL</a:t>
            </a:r>
            <a:endParaRPr sz="3600">
              <a:latin typeface="Calibri"/>
              <a:cs typeface="Calibri"/>
            </a:endParaRPr>
          </a:p>
          <a:p>
            <a:pPr marL="9525">
              <a:spcBef>
                <a:spcPts val="1223"/>
              </a:spcBef>
            </a:pPr>
            <a:r>
              <a:rPr lang="da-DK" sz="3600" spc="-4">
                <a:solidFill>
                  <a:srgbClr val="FFFFFF"/>
                </a:solidFill>
                <a:latin typeface="Calibri"/>
                <a:cs typeface="Calibri"/>
              </a:rPr>
              <a:t> </a:t>
            </a:r>
            <a:endParaRPr sz="2700">
              <a:latin typeface="Calibri"/>
              <a:cs typeface="Calibri"/>
            </a:endParaRPr>
          </a:p>
          <a:p>
            <a:pPr marL="4131945">
              <a:spcBef>
                <a:spcPts val="3194"/>
              </a:spcBef>
            </a:pPr>
            <a:r>
              <a:rPr sz="638" spc="-4">
                <a:solidFill>
                  <a:srgbClr val="FFFFFF"/>
                </a:solidFill>
                <a:latin typeface="Calibri"/>
                <a:cs typeface="Calibri"/>
              </a:rPr>
              <a:t>Copyright © 2015, Oracle and/or its affiliates. All rights</a:t>
            </a:r>
            <a:r>
              <a:rPr sz="638" spc="15">
                <a:solidFill>
                  <a:srgbClr val="FFFFFF"/>
                </a:solidFill>
                <a:latin typeface="Calibri"/>
                <a:cs typeface="Calibri"/>
              </a:rPr>
              <a:t> </a:t>
            </a:r>
            <a:r>
              <a:rPr sz="638" spc="-4">
                <a:solidFill>
                  <a:srgbClr val="FFFFFF"/>
                </a:solidFill>
                <a:latin typeface="Calibri"/>
                <a:cs typeface="Calibri"/>
              </a:rPr>
              <a:t>reserved.</a:t>
            </a:r>
            <a:endParaRPr sz="638">
              <a:latin typeface="Calibri"/>
              <a:cs typeface="Calibri"/>
            </a:endParaRPr>
          </a:p>
        </p:txBody>
      </p:sp>
    </p:spTree>
    <p:extLst>
      <p:ext uri="{BB962C8B-B14F-4D97-AF65-F5344CB8AC3E}">
        <p14:creationId xmlns:p14="http://schemas.microsoft.com/office/powerpoint/2010/main" val="1354273365"/>
      </p:ext>
    </p:extLst>
  </p:cSld>
  <p:clrMapOvr>
    <a:masterClrMapping/>
  </p:clrMapOvr>
  <p:transition spd="slow">
    <p:push dir="u"/>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ladsholder til billede 4" descr="Et billede, der indeholder tekst, skærmbillede, Font/skrifttype, design&#10;&#10;AI-genereret indhold kan være ukorrekt.">
            <a:extLst>
              <a:ext uri="{FF2B5EF4-FFF2-40B4-BE49-F238E27FC236}">
                <a16:creationId xmlns:a16="http://schemas.microsoft.com/office/drawing/2014/main" id="{4A8BF141-1003-C723-D849-5858AFB96454}"/>
              </a:ext>
            </a:extLst>
          </p:cNvPr>
          <p:cNvPicPr>
            <a:picLocks noGrp="1" noChangeAspect="1"/>
          </p:cNvPicPr>
          <p:nvPr>
            <p:ph idx="1"/>
          </p:nvPr>
        </p:nvPicPr>
        <p:blipFill>
          <a:blip r:embed="rId2"/>
          <a:stretch>
            <a:fillRect/>
          </a:stretch>
        </p:blipFill>
        <p:spPr>
          <a:xfrm>
            <a:off x="90488" y="353401"/>
            <a:ext cx="8963025" cy="4436697"/>
          </a:xfrm>
          <a:prstGeom prst="rect">
            <a:avLst/>
          </a:prstGeom>
          <a:noFill/>
        </p:spPr>
      </p:pic>
    </p:spTree>
    <p:extLst>
      <p:ext uri="{BB962C8B-B14F-4D97-AF65-F5344CB8AC3E}">
        <p14:creationId xmlns:p14="http://schemas.microsoft.com/office/powerpoint/2010/main" val="7734132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5D3C086-307A-9D9B-4370-5C9AC66FBF81}"/>
              </a:ext>
            </a:extLst>
          </p:cNvPr>
          <p:cNvSpPr>
            <a:spLocks noGrp="1"/>
          </p:cNvSpPr>
          <p:nvPr>
            <p:ph type="title"/>
          </p:nvPr>
        </p:nvSpPr>
        <p:spPr>
          <a:xfrm>
            <a:off x="5483923" y="411480"/>
            <a:ext cx="2965747" cy="853956"/>
          </a:xfrm>
        </p:spPr>
        <p:txBody>
          <a:bodyPr>
            <a:normAutofit fontScale="90000"/>
          </a:bodyPr>
          <a:lstStyle/>
          <a:p>
            <a:r>
              <a:rPr lang="da-DK" b="0">
                <a:latin typeface="Consolas"/>
              </a:rPr>
              <a:t>mysql.server start</a:t>
            </a:r>
            <a:endParaRPr lang="da-DK"/>
          </a:p>
          <a:p>
            <a:r>
              <a:rPr lang="da-DK" b="0" dirty="0">
                <a:latin typeface="Consolas"/>
              </a:rPr>
              <a:t>mysql.server stop</a:t>
            </a:r>
            <a:br>
              <a:rPr lang="da-DK" b="0" dirty="0">
                <a:latin typeface="Consolas"/>
              </a:rPr>
            </a:br>
            <a:br>
              <a:rPr lang="da-DK" b="0" dirty="0">
                <a:latin typeface="Consolas"/>
              </a:rPr>
            </a:br>
            <a:br>
              <a:rPr lang="da-DK" b="0" dirty="0">
                <a:latin typeface="Consolas"/>
              </a:rPr>
            </a:br>
            <a:r>
              <a:rPr lang="da-DK" b="0">
                <a:latin typeface="Consolas"/>
              </a:rPr>
              <a:t>(no password by default </a:t>
            </a:r>
            <a:r>
              <a:rPr lang="da-DK" b="0" dirty="0">
                <a:latin typeface="Consolas"/>
              </a:rPr>
              <a:t>in mac) </a:t>
            </a:r>
          </a:p>
          <a:p>
            <a:endParaRPr lang="da-DK"/>
          </a:p>
        </p:txBody>
      </p:sp>
      <p:pic>
        <p:nvPicPr>
          <p:cNvPr id="7" name="Pladsholder til indhold 6" descr="Et billede, der indeholder tekst, skærmbillede, Font/skrifttype, design&#10;&#10;AI-genereret indhold kan være ukorrekt.">
            <a:extLst>
              <a:ext uri="{FF2B5EF4-FFF2-40B4-BE49-F238E27FC236}">
                <a16:creationId xmlns:a16="http://schemas.microsoft.com/office/drawing/2014/main" id="{8127A8C2-F71B-E3D8-58C4-0231C190AD25}"/>
              </a:ext>
            </a:extLst>
          </p:cNvPr>
          <p:cNvPicPr>
            <a:picLocks noGrp="1" noChangeAspect="1"/>
          </p:cNvPicPr>
          <p:nvPr>
            <p:ph idx="1"/>
          </p:nvPr>
        </p:nvPicPr>
        <p:blipFill>
          <a:blip r:embed="rId2"/>
          <a:stretch>
            <a:fillRect/>
          </a:stretch>
        </p:blipFill>
        <p:spPr>
          <a:xfrm>
            <a:off x="458840" y="230624"/>
            <a:ext cx="4572000" cy="1623596"/>
          </a:xfrm>
          <a:prstGeom prst="rect">
            <a:avLst/>
          </a:prstGeom>
        </p:spPr>
      </p:pic>
      <p:sp>
        <p:nvSpPr>
          <p:cNvPr id="4" name="Pladsholder til dato 3">
            <a:extLst>
              <a:ext uri="{FF2B5EF4-FFF2-40B4-BE49-F238E27FC236}">
                <a16:creationId xmlns:a16="http://schemas.microsoft.com/office/drawing/2014/main" id="{D539AA61-1CD3-4D0F-B8F6-70A226CEAC50}"/>
              </a:ext>
            </a:extLst>
          </p:cNvPr>
          <p:cNvSpPr>
            <a:spLocks noGrp="1"/>
          </p:cNvSpPr>
          <p:nvPr>
            <p:ph type="dt" sz="half" idx="10"/>
          </p:nvPr>
        </p:nvSpPr>
        <p:spPr/>
        <p:txBody>
          <a:bodyPr/>
          <a:lstStyle/>
          <a:p>
            <a:fld id="{E2097159-864C-4908-AB28-2434352D7E25}" type="datetime1">
              <a:rPr lang="en-DK"/>
              <a:t>14/10/2026</a:t>
            </a:fld>
            <a:endParaRPr lang="en-US"/>
          </a:p>
        </p:txBody>
      </p:sp>
      <p:sp>
        <p:nvSpPr>
          <p:cNvPr id="5" name="Pladsholder til sidefod 4">
            <a:extLst>
              <a:ext uri="{FF2B5EF4-FFF2-40B4-BE49-F238E27FC236}">
                <a16:creationId xmlns:a16="http://schemas.microsoft.com/office/drawing/2014/main" id="{BB66175B-4D79-BC0C-631C-26327C6E14C8}"/>
              </a:ext>
            </a:extLst>
          </p:cNvPr>
          <p:cNvSpPr>
            <a:spLocks noGrp="1"/>
          </p:cNvSpPr>
          <p:nvPr>
            <p:ph type="ftr" sz="quarter" idx="11"/>
          </p:nvPr>
        </p:nvSpPr>
        <p:spPr/>
        <p:txBody>
          <a:bodyPr/>
          <a:lstStyle/>
          <a:p>
            <a:r>
              <a:rPr lang="en-US"/>
              <a:t>
              </a:t>
            </a:r>
          </a:p>
        </p:txBody>
      </p:sp>
      <p:sp>
        <p:nvSpPr>
          <p:cNvPr id="6" name="Pladsholder til slidenummer 5">
            <a:extLst>
              <a:ext uri="{FF2B5EF4-FFF2-40B4-BE49-F238E27FC236}">
                <a16:creationId xmlns:a16="http://schemas.microsoft.com/office/drawing/2014/main" id="{F287E9A8-A164-D102-2ED4-A494FEA3AE5B}"/>
              </a:ext>
            </a:extLst>
          </p:cNvPr>
          <p:cNvSpPr>
            <a:spLocks noGrp="1"/>
          </p:cNvSpPr>
          <p:nvPr>
            <p:ph type="sldNum" sz="quarter" idx="12"/>
          </p:nvPr>
        </p:nvSpPr>
        <p:spPr/>
        <p:txBody>
          <a:bodyPr/>
          <a:lstStyle/>
          <a:p>
            <a:fld id="{CC057153-B650-4DEB-B370-79DDCFDCE934}" type="slidenum">
              <a:rPr lang="en-US" dirty="0"/>
              <a:t>19</a:t>
            </a:fld>
            <a:endParaRPr lang="en-US"/>
          </a:p>
        </p:txBody>
      </p:sp>
      <p:pic>
        <p:nvPicPr>
          <p:cNvPr id="8" name="Billede 7" descr="Et billede, der indeholder tekst, skærmbillede, Font/skrifttype, design&#10;&#10;AI-genereret indhold kan være ukorrekt.">
            <a:extLst>
              <a:ext uri="{FF2B5EF4-FFF2-40B4-BE49-F238E27FC236}">
                <a16:creationId xmlns:a16="http://schemas.microsoft.com/office/drawing/2014/main" id="{4E0F170C-1E28-8505-190B-F696EAA4836F}"/>
              </a:ext>
            </a:extLst>
          </p:cNvPr>
          <p:cNvPicPr>
            <a:picLocks noChangeAspect="1"/>
          </p:cNvPicPr>
          <p:nvPr/>
        </p:nvPicPr>
        <p:blipFill>
          <a:blip r:embed="rId3"/>
          <a:stretch>
            <a:fillRect/>
          </a:stretch>
        </p:blipFill>
        <p:spPr>
          <a:xfrm>
            <a:off x="0" y="2084780"/>
            <a:ext cx="5543550" cy="2759877"/>
          </a:xfrm>
          <a:prstGeom prst="rect">
            <a:avLst/>
          </a:prstGeom>
        </p:spPr>
      </p:pic>
    </p:spTree>
    <p:extLst>
      <p:ext uri="{BB962C8B-B14F-4D97-AF65-F5344CB8AC3E}">
        <p14:creationId xmlns:p14="http://schemas.microsoft.com/office/powerpoint/2010/main" val="42412162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Introduktion til MySQL Workbench</a:t>
            </a:r>
          </a:p>
        </p:txBody>
      </p:sp>
      <p:sp>
        <p:nvSpPr>
          <p:cNvPr id="3" name="Content Placeholder 2"/>
          <p:cNvSpPr>
            <a:spLocks noGrp="1"/>
          </p:cNvSpPr>
          <p:nvPr>
            <p:ph idx="1"/>
          </p:nvPr>
        </p:nvSpPr>
        <p:spPr/>
        <p:txBody>
          <a:bodyPr/>
          <a:lstStyle/>
          <a:p>
            <a:r>
              <a:t>MySQL Workbench er et grafisk værktøj udviklet af Oracle.</a:t>
            </a:r>
          </a:p>
          <a:p>
            <a:r>
              <a:t>Det anses for at være lettere at bruge end pgAdmin.</a:t>
            </a:r>
          </a:p>
          <a:p>
            <a:r>
              <a:t>Understøtter SQL-udvikling, datamodellering og serveradministration.</a:t>
            </a:r>
          </a:p>
        </p:txBody>
      </p:sp>
    </p:spTree>
    <p:extLst>
      <p:ext uri="{BB962C8B-B14F-4D97-AF65-F5344CB8AC3E}">
        <p14:creationId xmlns:p14="http://schemas.microsoft.com/office/powerpoint/2010/main" val="41511009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068F55D-BA1D-E19D-CEAA-0919E8CABF2B}"/>
              </a:ext>
            </a:extLst>
          </p:cNvPr>
          <p:cNvSpPr>
            <a:spLocks noGrp="1"/>
          </p:cNvSpPr>
          <p:nvPr>
            <p:ph type="dt" sz="half" idx="10"/>
          </p:nvPr>
        </p:nvSpPr>
        <p:spPr/>
        <p:txBody>
          <a:bodyPr/>
          <a:lstStyle/>
          <a:p>
            <a:fld id="{B8C962A4-FDAB-46EA-8835-BA98A41F4358}" type="datetime1">
              <a:rPr lang="en-DK"/>
              <a:t>14/10/2026</a:t>
            </a:fld>
            <a:endParaRPr lang="en-US"/>
          </a:p>
        </p:txBody>
      </p:sp>
      <p:sp>
        <p:nvSpPr>
          <p:cNvPr id="3" name="Footer Placeholder 2">
            <a:extLst>
              <a:ext uri="{FF2B5EF4-FFF2-40B4-BE49-F238E27FC236}">
                <a16:creationId xmlns:a16="http://schemas.microsoft.com/office/drawing/2014/main" id="{7AA30A93-21B2-A1E3-E4E9-217517030DFE}"/>
              </a:ext>
            </a:extLst>
          </p:cNvPr>
          <p:cNvSpPr>
            <a:spLocks noGrp="1"/>
          </p:cNvSpPr>
          <p:nvPr>
            <p:ph type="ftr" sz="quarter" idx="11"/>
          </p:nvPr>
        </p:nvSpPr>
        <p:spPr/>
        <p:txBody>
          <a:bodyPr/>
          <a:lstStyle/>
          <a:p>
            <a:r>
              <a:rPr lang="en-US"/>
              <a:t>
              </a:t>
            </a:r>
          </a:p>
        </p:txBody>
      </p:sp>
      <p:sp>
        <p:nvSpPr>
          <p:cNvPr id="4" name="Slide Number Placeholder 3">
            <a:extLst>
              <a:ext uri="{FF2B5EF4-FFF2-40B4-BE49-F238E27FC236}">
                <a16:creationId xmlns:a16="http://schemas.microsoft.com/office/drawing/2014/main" id="{12DAFE6F-AA5C-DFCF-3564-F1AE1585C598}"/>
              </a:ext>
            </a:extLst>
          </p:cNvPr>
          <p:cNvSpPr>
            <a:spLocks noGrp="1"/>
          </p:cNvSpPr>
          <p:nvPr>
            <p:ph type="sldNum" sz="quarter" idx="12"/>
          </p:nvPr>
        </p:nvSpPr>
        <p:spPr/>
        <p:txBody>
          <a:bodyPr/>
          <a:lstStyle/>
          <a:p>
            <a:fld id="{CC057153-B650-4DEB-B370-79DDCFDCE934}" type="slidenum">
              <a:rPr lang="en-US" dirty="0"/>
              <a:t>21</a:t>
            </a:fld>
            <a:endParaRPr lang="en-US"/>
          </a:p>
        </p:txBody>
      </p:sp>
      <p:sp>
        <p:nvSpPr>
          <p:cNvPr id="6" name="object 3">
            <a:extLst>
              <a:ext uri="{FF2B5EF4-FFF2-40B4-BE49-F238E27FC236}">
                <a16:creationId xmlns:a16="http://schemas.microsoft.com/office/drawing/2014/main" id="{B981B3AB-3740-8FBC-90B3-A3370B3F070A}"/>
              </a:ext>
            </a:extLst>
          </p:cNvPr>
          <p:cNvSpPr txBox="1">
            <a:spLocks/>
          </p:cNvSpPr>
          <p:nvPr/>
        </p:nvSpPr>
        <p:spPr>
          <a:xfrm>
            <a:off x="-82140" y="-88900"/>
            <a:ext cx="8418405" cy="2012859"/>
          </a:xfrm>
          <a:prstGeom prst="rect">
            <a:avLst/>
          </a:prstGeom>
        </p:spPr>
        <p:txBody>
          <a:bodyPr vert="horz" wrap="square" lIns="0" tIns="749300" rIns="0" bIns="0" rtlCol="0" anchor="t">
            <a:spAutoFit/>
          </a:bodyPr>
          <a:lstStyle>
            <a:lvl1pPr>
              <a:defRPr>
                <a:latin typeface="+mj-lt"/>
                <a:ea typeface="+mj-ea"/>
                <a:cs typeface="+mj-cs"/>
              </a:defRPr>
            </a:lvl1pPr>
          </a:lstStyle>
          <a:p>
            <a:pPr marL="630555" algn="l">
              <a:lnSpc>
                <a:spcPct val="90000"/>
              </a:lnSpc>
              <a:spcBef>
                <a:spcPct val="0"/>
              </a:spcBef>
            </a:pPr>
            <a:r>
              <a:rPr lang="da-DK" sz="3600" b="1" kern="1200">
                <a:solidFill>
                  <a:schemeClr val="tx1"/>
                </a:solidFill>
              </a:rPr>
              <a:t>Demo</a:t>
            </a:r>
            <a:endParaRPr lang="en-US">
              <a:solidFill>
                <a:schemeClr val="tx1"/>
              </a:solidFill>
            </a:endParaRPr>
          </a:p>
          <a:p>
            <a:pPr marL="630555" algn="l" rtl="0">
              <a:lnSpc>
                <a:spcPct val="90000"/>
              </a:lnSpc>
              <a:spcBef>
                <a:spcPct val="0"/>
              </a:spcBef>
            </a:pPr>
            <a:r>
              <a:rPr lang="da-DK" sz="3600" b="1" kern="1200" err="1">
                <a:solidFill>
                  <a:schemeClr val="tx1"/>
                </a:solidFill>
              </a:rPr>
              <a:t>Mysql</a:t>
            </a:r>
            <a:r>
              <a:rPr lang="da-DK" sz="3600" b="1" kern="1200">
                <a:solidFill>
                  <a:schemeClr val="tx1"/>
                </a:solidFill>
              </a:rPr>
              <a:t> Workbench</a:t>
            </a:r>
          </a:p>
          <a:p>
            <a:pPr marL="630555">
              <a:spcBef>
                <a:spcPts val="100"/>
              </a:spcBef>
            </a:pPr>
            <a:endParaRPr lang="da-DK" sz="1600"/>
          </a:p>
        </p:txBody>
      </p:sp>
      <p:pic>
        <p:nvPicPr>
          <p:cNvPr id="5" name="Billede 4" descr="Et billede, der indeholder tekst, skærmbillede, tøj&#10;&#10;AI-genereret indhold kan være ukorrekt.">
            <a:extLst>
              <a:ext uri="{FF2B5EF4-FFF2-40B4-BE49-F238E27FC236}">
                <a16:creationId xmlns:a16="http://schemas.microsoft.com/office/drawing/2014/main" id="{AA37D0CC-53F2-3FC0-BCB2-8EAA67392CDF}"/>
              </a:ext>
            </a:extLst>
          </p:cNvPr>
          <p:cNvPicPr>
            <a:picLocks noChangeAspect="1"/>
          </p:cNvPicPr>
          <p:nvPr/>
        </p:nvPicPr>
        <p:blipFill>
          <a:blip r:embed="rId3"/>
          <a:srcRect b="-109"/>
          <a:stretch>
            <a:fillRect/>
          </a:stretch>
        </p:blipFill>
        <p:spPr>
          <a:xfrm>
            <a:off x="0" y="164307"/>
            <a:ext cx="9144000" cy="4948877"/>
          </a:xfrm>
          <a:prstGeom prst="rect">
            <a:avLst/>
          </a:prstGeom>
        </p:spPr>
      </p:pic>
    </p:spTree>
    <p:extLst>
      <p:ext uri="{BB962C8B-B14F-4D97-AF65-F5344CB8AC3E}">
        <p14:creationId xmlns:p14="http://schemas.microsoft.com/office/powerpoint/2010/main" val="24171464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SQL-udvikling i MySQL Workbench</a:t>
            </a:r>
          </a:p>
        </p:txBody>
      </p:sp>
      <p:sp>
        <p:nvSpPr>
          <p:cNvPr id="3" name="Content Placeholder 2"/>
          <p:cNvSpPr>
            <a:spLocks noGrp="1"/>
          </p:cNvSpPr>
          <p:nvPr>
            <p:ph idx="1"/>
          </p:nvPr>
        </p:nvSpPr>
        <p:spPr/>
        <p:txBody>
          <a:bodyPr/>
          <a:lstStyle/>
          <a:p>
            <a:r>
              <a:t>Fokus på SQL-udviklingsdelen af værktøjet.</a:t>
            </a:r>
          </a:p>
          <a:p>
            <a:r>
              <a:t>Giver mulighed for at oprette, læse, opdatere og slette data – også uden at skrive SQL.</a:t>
            </a:r>
          </a:p>
          <a:p>
            <a:r>
              <a:t>Brugervenligt for dem, der er mindre fortrolige med SQL.</a:t>
            </a:r>
          </a:p>
        </p:txBody>
      </p:sp>
    </p:spTree>
    <p:extLst>
      <p:ext uri="{BB962C8B-B14F-4D97-AF65-F5344CB8AC3E}">
        <p14:creationId xmlns:p14="http://schemas.microsoft.com/office/powerpoint/2010/main" val="16810704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117E2D39-74ED-8220-F935-593C7ACFB26D}"/>
              </a:ext>
            </a:extLst>
          </p:cNvPr>
          <p:cNvSpPr>
            <a:spLocks noGrp="1"/>
          </p:cNvSpPr>
          <p:nvPr>
            <p:ph type="dt" sz="half" idx="10"/>
          </p:nvPr>
        </p:nvSpPr>
        <p:spPr/>
        <p:txBody>
          <a:bodyPr/>
          <a:lstStyle/>
          <a:p>
            <a:fld id="{A823253A-D69D-4D34-81F1-FA4873E4F2F5}" type="datetime1">
              <a:rPr lang="en-DK"/>
              <a:t>14/10/2026</a:t>
            </a:fld>
            <a:endParaRPr lang="en-US"/>
          </a:p>
        </p:txBody>
      </p:sp>
      <p:sp>
        <p:nvSpPr>
          <p:cNvPr id="5" name="Footer Placeholder 4">
            <a:extLst>
              <a:ext uri="{FF2B5EF4-FFF2-40B4-BE49-F238E27FC236}">
                <a16:creationId xmlns:a16="http://schemas.microsoft.com/office/drawing/2014/main" id="{B821A164-CDAC-5049-1BC0-B13392E66493}"/>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A528BE83-6104-D4D1-E9CA-B76BAAC058B2}"/>
              </a:ext>
            </a:extLst>
          </p:cNvPr>
          <p:cNvSpPr>
            <a:spLocks noGrp="1"/>
          </p:cNvSpPr>
          <p:nvPr>
            <p:ph type="sldNum" sz="quarter" idx="12"/>
          </p:nvPr>
        </p:nvSpPr>
        <p:spPr/>
        <p:txBody>
          <a:bodyPr/>
          <a:lstStyle/>
          <a:p>
            <a:fld id="{CC057153-B650-4DEB-B370-79DDCFDCE934}" type="slidenum">
              <a:rPr lang="en-US" dirty="0"/>
              <a:t>23</a:t>
            </a:fld>
            <a:endParaRPr lang="en-US"/>
          </a:p>
        </p:txBody>
      </p:sp>
      <p:pic>
        <p:nvPicPr>
          <p:cNvPr id="7" name="Picture 6" descr="A screenshot of a computer&#10;&#10;AI-generated content may be incorrect.">
            <a:extLst>
              <a:ext uri="{FF2B5EF4-FFF2-40B4-BE49-F238E27FC236}">
                <a16:creationId xmlns:a16="http://schemas.microsoft.com/office/drawing/2014/main" id="{4B92F0E6-6262-4391-D197-5B0D619BF036}"/>
              </a:ext>
            </a:extLst>
          </p:cNvPr>
          <p:cNvPicPr>
            <a:picLocks noChangeAspect="1"/>
          </p:cNvPicPr>
          <p:nvPr/>
        </p:nvPicPr>
        <p:blipFill>
          <a:blip r:embed="rId2"/>
          <a:stretch>
            <a:fillRect/>
          </a:stretch>
        </p:blipFill>
        <p:spPr>
          <a:xfrm>
            <a:off x="328612" y="1254796"/>
            <a:ext cx="7186613" cy="3591170"/>
          </a:xfrm>
          <a:prstGeom prst="rect">
            <a:avLst/>
          </a:prstGeom>
        </p:spPr>
      </p:pic>
    </p:spTree>
    <p:extLst>
      <p:ext uri="{BB962C8B-B14F-4D97-AF65-F5344CB8AC3E}">
        <p14:creationId xmlns:p14="http://schemas.microsoft.com/office/powerpoint/2010/main" val="217627717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65F7848-8529-9879-E3B5-8B86E519F90D}"/>
              </a:ext>
            </a:extLst>
          </p:cNvPr>
          <p:cNvSpPr>
            <a:spLocks noGrp="1"/>
          </p:cNvSpPr>
          <p:nvPr>
            <p:ph type="dt" sz="half" idx="10"/>
          </p:nvPr>
        </p:nvSpPr>
        <p:spPr/>
        <p:txBody>
          <a:bodyPr/>
          <a:lstStyle/>
          <a:p>
            <a:fld id="{354AE00B-ACFF-4738-9380-5E5EC5D6C311}" type="datetime1">
              <a:rPr lang="en-DK"/>
              <a:t>14/10/2026</a:t>
            </a:fld>
            <a:endParaRPr lang="en-US"/>
          </a:p>
        </p:txBody>
      </p:sp>
      <p:sp>
        <p:nvSpPr>
          <p:cNvPr id="3" name="Footer Placeholder 2">
            <a:extLst>
              <a:ext uri="{FF2B5EF4-FFF2-40B4-BE49-F238E27FC236}">
                <a16:creationId xmlns:a16="http://schemas.microsoft.com/office/drawing/2014/main" id="{5B594D16-3D33-94DE-7652-4A11D3B6F66A}"/>
              </a:ext>
            </a:extLst>
          </p:cNvPr>
          <p:cNvSpPr>
            <a:spLocks noGrp="1"/>
          </p:cNvSpPr>
          <p:nvPr>
            <p:ph type="ftr" sz="quarter" idx="11"/>
          </p:nvPr>
        </p:nvSpPr>
        <p:spPr/>
        <p:txBody>
          <a:bodyPr/>
          <a:lstStyle/>
          <a:p>
            <a:r>
              <a:rPr lang="en-US"/>
              <a:t>
              </a:t>
            </a:r>
          </a:p>
        </p:txBody>
      </p:sp>
      <p:sp>
        <p:nvSpPr>
          <p:cNvPr id="4" name="Slide Number Placeholder 3">
            <a:extLst>
              <a:ext uri="{FF2B5EF4-FFF2-40B4-BE49-F238E27FC236}">
                <a16:creationId xmlns:a16="http://schemas.microsoft.com/office/drawing/2014/main" id="{768E9B15-D9A1-FDFE-68E2-513128968081}"/>
              </a:ext>
            </a:extLst>
          </p:cNvPr>
          <p:cNvSpPr>
            <a:spLocks noGrp="1"/>
          </p:cNvSpPr>
          <p:nvPr>
            <p:ph type="sldNum" sz="quarter" idx="12"/>
          </p:nvPr>
        </p:nvSpPr>
        <p:spPr/>
        <p:txBody>
          <a:bodyPr/>
          <a:lstStyle/>
          <a:p>
            <a:fld id="{CC057153-B650-4DEB-B370-79DDCFDCE934}" type="slidenum">
              <a:rPr lang="en-US" dirty="0"/>
              <a:t>24</a:t>
            </a:fld>
            <a:endParaRPr lang="en-US"/>
          </a:p>
        </p:txBody>
      </p:sp>
      <p:sp>
        <p:nvSpPr>
          <p:cNvPr id="5" name="TextBox 4">
            <a:extLst>
              <a:ext uri="{FF2B5EF4-FFF2-40B4-BE49-F238E27FC236}">
                <a16:creationId xmlns:a16="http://schemas.microsoft.com/office/drawing/2014/main" id="{F378A1C1-D319-EEAF-EDAC-31DF74968C14}"/>
              </a:ext>
            </a:extLst>
          </p:cNvPr>
          <p:cNvSpPr txBox="1"/>
          <p:nvPr/>
        </p:nvSpPr>
        <p:spPr>
          <a:xfrm>
            <a:off x="422414" y="797615"/>
            <a:ext cx="6435586" cy="264508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630555" algn="l" rtl="0">
              <a:lnSpc>
                <a:spcPct val="90000"/>
              </a:lnSpc>
              <a:spcBef>
                <a:spcPct val="0"/>
              </a:spcBef>
            </a:pPr>
            <a:r>
              <a:rPr lang="da-DK" sz="3600" b="1" kern="1200" err="1">
                <a:solidFill>
                  <a:schemeClr val="tx1"/>
                </a:solidFill>
                <a:latin typeface="+mj-lt"/>
                <a:ea typeface="+mj-ea"/>
                <a:cs typeface="+mj-cs"/>
              </a:rPr>
              <a:t>Install</a:t>
            </a:r>
            <a:r>
              <a:rPr lang="en-US" sz="3600" b="1" kern="1200">
                <a:solidFill>
                  <a:schemeClr val="tx1"/>
                </a:solidFill>
                <a:latin typeface="+mj-lt"/>
                <a:ea typeface="+mj-ea"/>
                <a:cs typeface="+mj-cs"/>
              </a:rPr>
              <a:t>​</a:t>
            </a:r>
          </a:p>
          <a:p>
            <a:pPr marL="630555" algn="l" rtl="0">
              <a:lnSpc>
                <a:spcPct val="90000"/>
              </a:lnSpc>
              <a:spcBef>
                <a:spcPct val="0"/>
              </a:spcBef>
            </a:pPr>
            <a:r>
              <a:rPr lang="da-DK" sz="3600" b="1" kern="1200" err="1">
                <a:solidFill>
                  <a:schemeClr val="tx1"/>
                </a:solidFill>
                <a:latin typeface="+mj-lt"/>
                <a:ea typeface="+mj-ea"/>
                <a:cs typeface="+mj-cs"/>
              </a:rPr>
              <a:t>Mysql</a:t>
            </a:r>
            <a:r>
              <a:rPr lang="da-DK" sz="3600" b="1" kern="1200">
                <a:solidFill>
                  <a:schemeClr val="tx1"/>
                </a:solidFill>
                <a:latin typeface="+mj-lt"/>
                <a:ea typeface="+mj-ea"/>
                <a:cs typeface="+mj-cs"/>
              </a:rPr>
              <a:t> </a:t>
            </a:r>
            <a:r>
              <a:rPr lang="da-DK" sz="3600" b="1" kern="1200" err="1">
                <a:solidFill>
                  <a:schemeClr val="tx1"/>
                </a:solidFill>
                <a:latin typeface="+mj-lt"/>
                <a:ea typeface="+mj-ea"/>
                <a:cs typeface="+mj-cs"/>
              </a:rPr>
              <a:t>workbench</a:t>
            </a:r>
            <a:endParaRPr lang="da-DK" sz="3600" b="1" kern="1200">
              <a:solidFill>
                <a:schemeClr val="tx1"/>
              </a:solidFill>
              <a:latin typeface="+mj-lt"/>
              <a:ea typeface="+mj-ea"/>
              <a:cs typeface="+mj-cs"/>
            </a:endParaRPr>
          </a:p>
          <a:p>
            <a:pPr marL="630555" algn="l" rtl="0">
              <a:lnSpc>
                <a:spcPct val="90000"/>
              </a:lnSpc>
              <a:spcBef>
                <a:spcPct val="0"/>
              </a:spcBef>
            </a:pPr>
            <a:endParaRPr lang="da-DK" sz="3600" b="1" kern="1200">
              <a:solidFill>
                <a:schemeClr val="tx1"/>
              </a:solidFill>
              <a:latin typeface="+mj-lt"/>
              <a:ea typeface="+mj-ea"/>
              <a:cs typeface="+mj-cs"/>
            </a:endParaRPr>
          </a:p>
          <a:p>
            <a:pPr marL="630555" algn="l" rtl="0">
              <a:lnSpc>
                <a:spcPct val="90000"/>
              </a:lnSpc>
              <a:spcBef>
                <a:spcPct val="0"/>
              </a:spcBef>
            </a:pPr>
            <a:r>
              <a:rPr lang="da-DK" sz="3600" b="1" kern="1200">
                <a:solidFill>
                  <a:schemeClr val="tx1"/>
                </a:solidFill>
                <a:latin typeface="+mj-lt"/>
                <a:ea typeface="+mj-ea"/>
                <a:cs typeface="+mj-cs"/>
              </a:rPr>
              <a:t>+ sample DB</a:t>
            </a:r>
          </a:p>
          <a:p>
            <a:pPr rtl="0">
              <a:lnSpc>
                <a:spcPts val="4575"/>
              </a:lnSpc>
            </a:pPr>
            <a:r>
              <a:rPr lang="da-DK" sz="3800">
                <a:latin typeface="Neue Haas Grotesk Text Pro"/>
                <a:cs typeface="Segoe UI"/>
              </a:rPr>
              <a:t>​</a:t>
            </a:r>
          </a:p>
        </p:txBody>
      </p:sp>
    </p:spTree>
    <p:extLst>
      <p:ext uri="{BB962C8B-B14F-4D97-AF65-F5344CB8AC3E}">
        <p14:creationId xmlns:p14="http://schemas.microsoft.com/office/powerpoint/2010/main" val="24806260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dato 1">
            <a:extLst>
              <a:ext uri="{FF2B5EF4-FFF2-40B4-BE49-F238E27FC236}">
                <a16:creationId xmlns:a16="http://schemas.microsoft.com/office/drawing/2014/main" id="{E8B4BFA0-F44D-3A8E-D2A0-41708EF263B3}"/>
              </a:ext>
            </a:extLst>
          </p:cNvPr>
          <p:cNvSpPr>
            <a:spLocks noGrp="1"/>
          </p:cNvSpPr>
          <p:nvPr>
            <p:ph type="dt" sz="half" idx="10"/>
          </p:nvPr>
        </p:nvSpPr>
        <p:spPr/>
        <p:txBody>
          <a:bodyPr/>
          <a:lstStyle/>
          <a:p>
            <a:fld id="{31890963-BEB2-4EF1-BC1F-C4AABDFC29DC}" type="datetime1">
              <a:rPr lang="en-DK"/>
              <a:t>14/10/2026</a:t>
            </a:fld>
            <a:endParaRPr lang="en-US"/>
          </a:p>
        </p:txBody>
      </p:sp>
      <p:sp>
        <p:nvSpPr>
          <p:cNvPr id="3" name="Pladsholder til sidefod 2">
            <a:extLst>
              <a:ext uri="{FF2B5EF4-FFF2-40B4-BE49-F238E27FC236}">
                <a16:creationId xmlns:a16="http://schemas.microsoft.com/office/drawing/2014/main" id="{4996DB74-7DA1-C2A7-012E-7258C0FE8A9C}"/>
              </a:ext>
            </a:extLst>
          </p:cNvPr>
          <p:cNvSpPr>
            <a:spLocks noGrp="1"/>
          </p:cNvSpPr>
          <p:nvPr>
            <p:ph type="ftr" sz="quarter" idx="11"/>
          </p:nvPr>
        </p:nvSpPr>
        <p:spPr/>
        <p:txBody>
          <a:bodyPr/>
          <a:lstStyle/>
          <a:p>
            <a:r>
              <a:rPr lang="en-US"/>
              <a:t>
              </a:t>
            </a:r>
          </a:p>
        </p:txBody>
      </p:sp>
      <p:sp>
        <p:nvSpPr>
          <p:cNvPr id="4" name="Pladsholder til slidenummer 3">
            <a:extLst>
              <a:ext uri="{FF2B5EF4-FFF2-40B4-BE49-F238E27FC236}">
                <a16:creationId xmlns:a16="http://schemas.microsoft.com/office/drawing/2014/main" id="{15CD97AD-A8AA-38ED-83AF-F12F942CE3B6}"/>
              </a:ext>
            </a:extLst>
          </p:cNvPr>
          <p:cNvSpPr>
            <a:spLocks noGrp="1"/>
          </p:cNvSpPr>
          <p:nvPr>
            <p:ph type="sldNum" sz="quarter" idx="12"/>
          </p:nvPr>
        </p:nvSpPr>
        <p:spPr/>
        <p:txBody>
          <a:bodyPr/>
          <a:lstStyle/>
          <a:p>
            <a:fld id="{CC057153-B650-4DEB-B370-79DDCFDCE934}" type="slidenum">
              <a:rPr lang="en-US" dirty="0"/>
              <a:t>25</a:t>
            </a:fld>
            <a:endParaRPr lang="en-US"/>
          </a:p>
        </p:txBody>
      </p:sp>
      <p:pic>
        <p:nvPicPr>
          <p:cNvPr id="5" name="Billede 4" descr="Et billede, der indeholder tekst, skærmbillede, design&#10;&#10;AI-genereret indhold kan være ukorrekt.">
            <a:extLst>
              <a:ext uri="{FF2B5EF4-FFF2-40B4-BE49-F238E27FC236}">
                <a16:creationId xmlns:a16="http://schemas.microsoft.com/office/drawing/2014/main" id="{6BF3F514-F6FD-6EDC-4285-C519E87B0771}"/>
              </a:ext>
            </a:extLst>
          </p:cNvPr>
          <p:cNvPicPr>
            <a:picLocks noChangeAspect="1"/>
          </p:cNvPicPr>
          <p:nvPr/>
        </p:nvPicPr>
        <p:blipFill>
          <a:blip r:embed="rId2"/>
          <a:stretch>
            <a:fillRect/>
          </a:stretch>
        </p:blipFill>
        <p:spPr>
          <a:xfrm>
            <a:off x="0" y="180010"/>
            <a:ext cx="9144000" cy="4783480"/>
          </a:xfrm>
          <a:prstGeom prst="rect">
            <a:avLst/>
          </a:prstGeom>
        </p:spPr>
      </p:pic>
    </p:spTree>
    <p:extLst>
      <p:ext uri="{BB962C8B-B14F-4D97-AF65-F5344CB8AC3E}">
        <p14:creationId xmlns:p14="http://schemas.microsoft.com/office/powerpoint/2010/main" val="5909124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Opdatering og sletning af data</a:t>
            </a:r>
          </a:p>
        </p:txBody>
      </p:sp>
      <p:sp>
        <p:nvSpPr>
          <p:cNvPr id="3" name="Content Placeholder 2"/>
          <p:cNvSpPr>
            <a:spLocks noGrp="1"/>
          </p:cNvSpPr>
          <p:nvPr>
            <p:ph idx="1"/>
          </p:nvPr>
        </p:nvSpPr>
        <p:spPr/>
        <p:txBody>
          <a:bodyPr vert="horz" lIns="91440" tIns="45720" rIns="91440" bIns="45720" rtlCol="0" anchor="t">
            <a:normAutofit/>
          </a:bodyPr>
          <a:lstStyle/>
          <a:p>
            <a:endParaRPr lang="en-US"/>
          </a:p>
          <a:p>
            <a:r>
              <a:t>Viser </a:t>
            </a:r>
            <a:r>
              <a:rPr err="1"/>
              <a:t>hvordan</a:t>
            </a:r>
            <a:r>
              <a:t> man </a:t>
            </a:r>
            <a:r>
              <a:rPr lang="en-US" err="1"/>
              <a:t>Opdaterer</a:t>
            </a:r>
            <a:r>
              <a:rPr lang="en-US"/>
              <a:t> </a:t>
            </a:r>
            <a:r>
              <a:rPr lang="en-US" err="1"/>
              <a:t>og</a:t>
            </a:r>
            <a:r>
              <a:rPr lang="en-US"/>
              <a:t> </a:t>
            </a:r>
            <a:r>
              <a:rPr err="1"/>
              <a:t>sletter</a:t>
            </a:r>
            <a:r>
              <a:t> </a:t>
            </a:r>
            <a:r>
              <a:rPr err="1"/>
              <a:t>en</a:t>
            </a:r>
            <a:r>
              <a:t> </a:t>
            </a:r>
            <a:r>
              <a:rPr err="1"/>
              <a:t>række</a:t>
            </a:r>
            <a:r>
              <a:t> via GUI.</a:t>
            </a:r>
          </a:p>
        </p:txBody>
      </p:sp>
    </p:spTree>
    <p:extLst>
      <p:ext uri="{BB962C8B-B14F-4D97-AF65-F5344CB8AC3E}">
        <p14:creationId xmlns:p14="http://schemas.microsoft.com/office/powerpoint/2010/main" val="201224327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DE4D14-43AB-5704-B190-31D73217B19D}"/>
              </a:ext>
            </a:extLst>
          </p:cNvPr>
          <p:cNvSpPr>
            <a:spLocks noGrp="1"/>
          </p:cNvSpPr>
          <p:nvPr>
            <p:ph type="dt" sz="half" idx="10"/>
          </p:nvPr>
        </p:nvSpPr>
        <p:spPr/>
        <p:txBody>
          <a:bodyPr/>
          <a:lstStyle/>
          <a:p>
            <a:fld id="{1B2B4346-7C84-3344-98FF-29634AD69EBE}" type="datetime1">
              <a:rPr lang="en-US" smtClean="0"/>
              <a:t>10/14/26</a:t>
            </a:fld>
            <a:endParaRPr lang="en-US"/>
          </a:p>
        </p:txBody>
      </p:sp>
      <p:sp>
        <p:nvSpPr>
          <p:cNvPr id="3" name="Footer Placeholder 2">
            <a:extLst>
              <a:ext uri="{FF2B5EF4-FFF2-40B4-BE49-F238E27FC236}">
                <a16:creationId xmlns:a16="http://schemas.microsoft.com/office/drawing/2014/main" id="{617502A5-E905-F119-1154-2AD4FCC0FD95}"/>
              </a:ext>
            </a:extLst>
          </p:cNvPr>
          <p:cNvSpPr>
            <a:spLocks noGrp="1"/>
          </p:cNvSpPr>
          <p:nvPr>
            <p:ph type="ftr" sz="quarter" idx="11"/>
          </p:nvPr>
        </p:nvSpPr>
        <p:spPr/>
        <p:txBody>
          <a:bodyPr/>
          <a:lstStyle/>
          <a:p>
            <a:r>
              <a:rPr lang="en-US"/>
              <a:t>
              </a:t>
            </a:r>
          </a:p>
        </p:txBody>
      </p:sp>
      <p:sp>
        <p:nvSpPr>
          <p:cNvPr id="4" name="Slide Number Placeholder 3">
            <a:extLst>
              <a:ext uri="{FF2B5EF4-FFF2-40B4-BE49-F238E27FC236}">
                <a16:creationId xmlns:a16="http://schemas.microsoft.com/office/drawing/2014/main" id="{2FBE9BAF-217E-6017-6883-D99B00C91AFC}"/>
              </a:ext>
            </a:extLst>
          </p:cNvPr>
          <p:cNvSpPr>
            <a:spLocks noGrp="1"/>
          </p:cNvSpPr>
          <p:nvPr>
            <p:ph type="sldNum" sz="quarter" idx="12"/>
          </p:nvPr>
        </p:nvSpPr>
        <p:spPr/>
        <p:txBody>
          <a:bodyPr/>
          <a:lstStyle/>
          <a:p>
            <a:fld id="{CC057153-B650-4DEB-B370-79DDCFDCE934}" type="slidenum">
              <a:rPr lang="en-US" smtClean="0"/>
              <a:t>27</a:t>
            </a:fld>
            <a:endParaRPr lang="en-US"/>
          </a:p>
        </p:txBody>
      </p:sp>
      <p:sp>
        <p:nvSpPr>
          <p:cNvPr id="6" name="TextBox 5">
            <a:extLst>
              <a:ext uri="{FF2B5EF4-FFF2-40B4-BE49-F238E27FC236}">
                <a16:creationId xmlns:a16="http://schemas.microsoft.com/office/drawing/2014/main" id="{B203F4BF-BB8A-9F7D-B3AB-FE205CA2F620}"/>
              </a:ext>
            </a:extLst>
          </p:cNvPr>
          <p:cNvSpPr txBox="1"/>
          <p:nvPr/>
        </p:nvSpPr>
        <p:spPr>
          <a:xfrm>
            <a:off x="2286000" y="824931"/>
            <a:ext cx="4572000" cy="2031325"/>
          </a:xfrm>
          <a:prstGeom prst="rect">
            <a:avLst/>
          </a:prstGeom>
          <a:noFill/>
        </p:spPr>
        <p:txBody>
          <a:bodyPr wrap="square">
            <a:spAutoFit/>
          </a:bodyPr>
          <a:lstStyle/>
          <a:p>
            <a:pPr>
              <a:buNone/>
            </a:pPr>
            <a:r>
              <a:rPr lang="en-GB" b="1" dirty="0" err="1"/>
              <a:t>Spørgsmål</a:t>
            </a:r>
            <a:r>
              <a:rPr lang="en-GB" b="1" dirty="0"/>
              <a:t> </a:t>
            </a:r>
            <a:r>
              <a:rPr lang="en-GB" b="1" dirty="0" err="1"/>
              <a:t>til</a:t>
            </a:r>
            <a:r>
              <a:rPr lang="en-GB" b="1" dirty="0"/>
              <a:t> </a:t>
            </a:r>
            <a:r>
              <a:rPr lang="en-GB" b="1" dirty="0" err="1"/>
              <a:t>refleksion</a:t>
            </a:r>
            <a:r>
              <a:rPr lang="en-GB" b="1" dirty="0"/>
              <a:t> </a:t>
            </a:r>
            <a:r>
              <a:rPr lang="en-GB" b="1" dirty="0" err="1"/>
              <a:t>og</a:t>
            </a:r>
            <a:r>
              <a:rPr lang="en-GB" b="1" dirty="0"/>
              <a:t> </a:t>
            </a:r>
            <a:r>
              <a:rPr lang="en-GB" b="1" dirty="0" err="1"/>
              <a:t>diskussion</a:t>
            </a:r>
            <a:endParaRPr lang="en-GB" b="1" dirty="0"/>
          </a:p>
          <a:p>
            <a:pPr>
              <a:buFont typeface="+mj-lt"/>
              <a:buAutoNum type="arabicPeriod"/>
            </a:pPr>
            <a:r>
              <a:rPr lang="en-GB" dirty="0" err="1"/>
              <a:t>Hvad</a:t>
            </a:r>
            <a:r>
              <a:rPr lang="en-GB" dirty="0"/>
              <a:t> er </a:t>
            </a:r>
            <a:r>
              <a:rPr lang="en-GB" dirty="0" err="1"/>
              <a:t>fordelene</a:t>
            </a:r>
            <a:r>
              <a:rPr lang="en-GB" dirty="0"/>
              <a:t> </a:t>
            </a:r>
            <a:r>
              <a:rPr lang="en-GB" dirty="0" err="1"/>
              <a:t>ved</a:t>
            </a:r>
            <a:r>
              <a:rPr lang="en-GB" dirty="0"/>
              <a:t> at </a:t>
            </a:r>
            <a:r>
              <a:rPr lang="en-GB" dirty="0" err="1"/>
              <a:t>bruge</a:t>
            </a:r>
            <a:r>
              <a:rPr lang="en-GB" dirty="0"/>
              <a:t> et DBMS </a:t>
            </a:r>
            <a:r>
              <a:rPr lang="en-GB" dirty="0" err="1"/>
              <a:t>frem</a:t>
            </a:r>
            <a:r>
              <a:rPr lang="en-GB" dirty="0"/>
              <a:t> for et </a:t>
            </a:r>
            <a:r>
              <a:rPr lang="en-GB" dirty="0" err="1"/>
              <a:t>filbaseret</a:t>
            </a:r>
            <a:r>
              <a:rPr lang="en-GB" dirty="0"/>
              <a:t> system?</a:t>
            </a:r>
          </a:p>
          <a:p>
            <a:endParaRPr lang="en-GB" dirty="0"/>
          </a:p>
          <a:p>
            <a:pPr>
              <a:buFont typeface="+mj-lt"/>
              <a:buAutoNum type="arabicPeriod"/>
            </a:pPr>
            <a:endParaRPr lang="en-GB" dirty="0"/>
          </a:p>
          <a:p>
            <a:endParaRPr lang="en-GB" dirty="0"/>
          </a:p>
          <a:p>
            <a:endParaRPr lang="en-GB" dirty="0"/>
          </a:p>
        </p:txBody>
      </p:sp>
    </p:spTree>
    <p:extLst>
      <p:ext uri="{BB962C8B-B14F-4D97-AF65-F5344CB8AC3E}">
        <p14:creationId xmlns:p14="http://schemas.microsoft.com/office/powerpoint/2010/main" val="331150066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3">
            <a:extLst>
              <a:ext uri="{FF2B5EF4-FFF2-40B4-BE49-F238E27FC236}">
                <a16:creationId xmlns:a16="http://schemas.microsoft.com/office/drawing/2014/main" id="{DB6C73C2-A748-A25D-1BB9-C99C08560BF9}"/>
              </a:ext>
            </a:extLst>
          </p:cNvPr>
          <p:cNvSpPr txBox="1">
            <a:spLocks/>
          </p:cNvSpPr>
          <p:nvPr/>
        </p:nvSpPr>
        <p:spPr>
          <a:xfrm>
            <a:off x="-82139" y="-88900"/>
            <a:ext cx="8418405" cy="1341442"/>
          </a:xfrm>
          <a:prstGeom prst="rect">
            <a:avLst/>
          </a:prstGeom>
        </p:spPr>
        <p:txBody>
          <a:bodyPr vert="horz" wrap="square" lIns="0" tIns="749300" rIns="0" bIns="0" rtlCol="0" anchor="t">
            <a:spAutoFit/>
          </a:bodyPr>
          <a:ls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pPr marL="629920">
              <a:spcBef>
                <a:spcPts val="100"/>
              </a:spcBef>
            </a:pPr>
            <a:r>
              <a:rPr lang="da-DK" sz="3600" b="1" dirty="0">
                <a:latin typeface="+mj-lt"/>
                <a:ea typeface="+mj-ea"/>
                <a:cs typeface="+mj-cs"/>
              </a:rPr>
              <a:t>øvelse</a:t>
            </a:r>
            <a:endParaRPr lang="en-US" sz="3600" b="1" dirty="0">
              <a:latin typeface="+mj-lt"/>
              <a:ea typeface="+mj-ea"/>
              <a:cs typeface="+mj-cs"/>
            </a:endParaRPr>
          </a:p>
        </p:txBody>
      </p:sp>
      <p:sp>
        <p:nvSpPr>
          <p:cNvPr id="5" name="Rectangle 2">
            <a:extLst>
              <a:ext uri="{FF2B5EF4-FFF2-40B4-BE49-F238E27FC236}">
                <a16:creationId xmlns:a16="http://schemas.microsoft.com/office/drawing/2014/main" id="{661CA11A-346E-0168-4E72-2C6A3926BCDA}"/>
              </a:ext>
            </a:extLst>
          </p:cNvPr>
          <p:cNvSpPr>
            <a:spLocks noChangeArrowheads="1"/>
          </p:cNvSpPr>
          <p:nvPr/>
        </p:nvSpPr>
        <p:spPr bwMode="auto">
          <a:xfrm>
            <a:off x="2125317" y="2454666"/>
            <a:ext cx="4709511" cy="1523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68580" tIns="34290" rIns="68580" bIns="34290" numCol="1" anchor="ctr" anchorCtr="0" compatLnSpc="1">
            <a:prstTxWarp prst="textNoShape">
              <a:avLst/>
            </a:prstTxWarp>
            <a:spAutoFit/>
          </a:bodyPr>
          <a:ls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r>
              <a:rPr kumimoji="0" lang="da-DK" sz="1350" b="1" i="0" u="none" strike="noStrike" cap="none" normalizeH="0" baseline="0" dirty="0">
                <a:ln>
                  <a:noFill/>
                </a:ln>
                <a:effectLst/>
                <a:ea typeface="+mn-lt"/>
                <a:cs typeface="+mn-lt"/>
              </a:rPr>
              <a:t>7.4</a:t>
            </a:r>
          </a:p>
          <a:p>
            <a:r>
              <a:rPr lang="da-DK" b="1" dirty="0">
                <a:ea typeface="+mn-lt"/>
                <a:cs typeface="+mn-lt"/>
              </a:rPr>
              <a:t>7.6</a:t>
            </a:r>
          </a:p>
          <a:p>
            <a:endParaRPr lang="da-DK" b="1" dirty="0">
              <a:ea typeface="+mn-lt"/>
              <a:cs typeface="+mn-lt"/>
            </a:endParaRPr>
          </a:p>
          <a:p>
            <a:r>
              <a:rPr lang="da-DK" b="1" dirty="0">
                <a:ea typeface="+mn-lt"/>
                <a:cs typeface="+mn-lt"/>
              </a:rPr>
              <a:t>-</a:t>
            </a:r>
            <a:r>
              <a:rPr lang="en-DK" dirty="0"/>
              <a:t>FORÆLDRE  </a:t>
            </a:r>
          </a:p>
          <a:p>
            <a:r>
              <a:rPr lang="en-DK" dirty="0"/>
              <a:t>Udvidelse af ER-diagrammet: Forældre som entitet</a:t>
            </a:r>
          </a:p>
          <a:p>
            <a:pPr>
              <a:spcBef>
                <a:spcPct val="0"/>
              </a:spcBef>
              <a:spcAft>
                <a:spcPct val="0"/>
              </a:spcAft>
            </a:pPr>
            <a:endParaRPr lang="en-DK" dirty="0">
              <a:latin typeface="Arial"/>
              <a:cs typeface="Arial"/>
            </a:endParaRPr>
          </a:p>
          <a:p>
            <a:pPr eaLnBrk="0" fontAlgn="base" hangingPunct="0">
              <a:spcBef>
                <a:spcPct val="0"/>
              </a:spcBef>
              <a:spcAft>
                <a:spcPct val="0"/>
              </a:spcAft>
              <a:buFontTx/>
              <a:buChar char="•"/>
            </a:pPr>
            <a:endParaRPr lang="en-DK" sz="1350" b="1" i="0" u="none" strike="noStrike" cap="none" normalizeH="0" baseline="0" dirty="0">
              <a:ln>
                <a:noFill/>
              </a:ln>
              <a:effectLst/>
              <a:latin typeface="Arial"/>
              <a:cs typeface="Arial"/>
            </a:endParaRPr>
          </a:p>
        </p:txBody>
      </p:sp>
    </p:spTree>
    <p:extLst>
      <p:ext uri="{BB962C8B-B14F-4D97-AF65-F5344CB8AC3E}">
        <p14:creationId xmlns:p14="http://schemas.microsoft.com/office/powerpoint/2010/main" val="2997022322"/>
      </p:ext>
    </p:extLst>
  </p:cSld>
  <p:clrMapOvr>
    <a:masterClrMapping/>
  </p:clrMapOvr>
</p:sld>
</file>

<file path=ppt/theme/theme1.xml><?xml version="1.0" encoding="utf-8"?>
<a:theme xmlns:a="http://schemas.openxmlformats.org/drawingml/2006/main" name="VanillaVTI">
  <a:themeElements>
    <a:clrScheme name="VanillaVTI">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VanillaVTI">
      <a:majorFont>
        <a:latin typeface="Neue Haas Grotesk Text Pro"/>
        <a:ea typeface=""/>
        <a:cs typeface=""/>
      </a:majorFont>
      <a:minorFont>
        <a:latin typeface="Neue Haas Grotesk Text Pro"/>
        <a:ea typeface=""/>
        <a:cs typeface=""/>
      </a:minorFont>
    </a:fontScheme>
    <a:fmtScheme name="VanillaVTI">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AACC6CF0-9F86-48CC-9C4E-CA578EE0A0A0}" vid="{3BDE51FE-56D6-4100-AFB5-5B4AEDCE2EF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E57D341C545B0A44A26A103333756E90" ma:contentTypeVersion="3" ma:contentTypeDescription="Create a new document." ma:contentTypeScope="" ma:versionID="a048252bedefebc66d7f5c57a58c1ff5">
  <xsd:schema xmlns:xsd="http://www.w3.org/2001/XMLSchema" xmlns:xs="http://www.w3.org/2001/XMLSchema" xmlns:p="http://schemas.microsoft.com/office/2006/metadata/properties" xmlns:ns2="324ab4a6-501d-4b19-a031-862034374e5f" targetNamespace="http://schemas.microsoft.com/office/2006/metadata/properties" ma:root="true" ma:fieldsID="804db9cd4e91f417006555e3fc5175ad" ns2:_="">
    <xsd:import namespace="324ab4a6-501d-4b19-a031-862034374e5f"/>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24ab4a6-501d-4b19-a031-862034374e5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EE22D32-91E9-4778-9B54-0D87370F2D8E}">
  <ds:schemaRefs>
    <ds:schemaRef ds:uri="324ab4a6-501d-4b19-a031-862034374e5f"/>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577E7482-DA75-4171-88B6-86C3C4B9F21B}">
  <ds:schemaRefs>
    <ds:schemaRef ds:uri="http://schemas.microsoft.com/sharepoint/v3/contenttype/forms"/>
  </ds:schemaRefs>
</ds:datastoreItem>
</file>

<file path=customXml/itemProps3.xml><?xml version="1.0" encoding="utf-8"?>
<ds:datastoreItem xmlns:ds="http://schemas.openxmlformats.org/officeDocument/2006/customXml" ds:itemID="{C947A2A5-DCAD-426B-8FE1-991D888F8327}">
  <ds:schemaRefs>
    <ds:schemaRef ds:uri="324ab4a6-501d-4b19-a031-862034374e5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Madison</Template>
  <TotalTime>13</TotalTime>
  <Words>950</Words>
  <Application>Microsoft Macintosh PowerPoint</Application>
  <PresentationFormat>On-screen Show (16:9)</PresentationFormat>
  <Paragraphs>163</Paragraphs>
  <Slides>28</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28</vt:i4>
      </vt:variant>
    </vt:vector>
  </HeadingPairs>
  <TitlesOfParts>
    <vt:vector size="34" baseType="lpstr">
      <vt:lpstr>Times</vt:lpstr>
      <vt:lpstr>Arial</vt:lpstr>
      <vt:lpstr>Calibri</vt:lpstr>
      <vt:lpstr>Consolas</vt:lpstr>
      <vt:lpstr>Neue Haas Grotesk Text Pro</vt:lpstr>
      <vt:lpstr>VanillaVTI</vt:lpstr>
      <vt:lpstr>PowerPoint Presentation</vt:lpstr>
      <vt:lpstr>LæringsMål</vt:lpstr>
      <vt:lpstr>Eksempler på databaseapplikationer </vt:lpstr>
      <vt:lpstr>Filbaseret database</vt:lpstr>
      <vt:lpstr>øvelse</vt:lpstr>
      <vt:lpstr>Database Management System (DBMS) </vt:lpstr>
      <vt:lpstr>Populære DBMS </vt:lpstr>
      <vt:lpstr>Arbejde med relationsdatabaser</vt:lpstr>
      <vt:lpstr>Historien om relationsdatamodellen</vt:lpstr>
      <vt:lpstr>PowerPoint Presentation</vt:lpstr>
      <vt:lpstr>Terminologi i den relationelle model  ( firma)</vt:lpstr>
      <vt:lpstr>Relationsdatabase </vt:lpstr>
      <vt:lpstr>PowerPoint Presentation</vt:lpstr>
      <vt:lpstr>E-R diagram</vt:lpstr>
      <vt:lpstr>1:m m:m</vt:lpstr>
      <vt:lpstr>1:m</vt:lpstr>
      <vt:lpstr>PowerPoint Presentation</vt:lpstr>
      <vt:lpstr>PowerPoint Presentation</vt:lpstr>
      <vt:lpstr>mysql.server start mysql.server stop   (no password by default in mac)  </vt:lpstr>
      <vt:lpstr>Introduktion til MySQL Workbench</vt:lpstr>
      <vt:lpstr>PowerPoint Presentation</vt:lpstr>
      <vt:lpstr>SQL-udvikling i MySQL Workbench</vt:lpstr>
      <vt:lpstr>PowerPoint Presentation</vt:lpstr>
      <vt:lpstr>PowerPoint Presentation</vt:lpstr>
      <vt:lpstr>PowerPoint Presentation</vt:lpstr>
      <vt:lpstr>Opdatering og sletning af data</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Xiaolei Bi</cp:lastModifiedBy>
  <cp:revision>8</cp:revision>
  <dcterms:created xsi:type="dcterms:W3CDTF">2023-11-06T12:35:31Z</dcterms:created>
  <dcterms:modified xsi:type="dcterms:W3CDTF">2026-10-14T11:49:54Z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2021-11-12T00:00:00Z</vt:filetime>
  </property>
  <property fmtid="{D5CDD505-2E9C-101B-9397-08002B2CF9AE}" pid="3" name="LastSaved">
    <vt:filetime>2023-11-06T00:00:00Z</vt:filetime>
  </property>
  <property fmtid="{D5CDD505-2E9C-101B-9397-08002B2CF9AE}" pid="4" name="Producer">
    <vt:lpwstr>macOS Version 12.0.1 (Build 21A559) Quartz PDFContext</vt:lpwstr>
  </property>
  <property fmtid="{D5CDD505-2E9C-101B-9397-08002B2CF9AE}" pid="5" name="ContentTypeId">
    <vt:lpwstr>0x010100E57D341C545B0A44A26A103333756E90</vt:lpwstr>
  </property>
</Properties>
</file>