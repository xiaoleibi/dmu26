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media/image10.jpg" ContentType="image/jpg"/>
  <Override PartName="/ppt/notesSlides/notesSlide15.xml" ContentType="application/vnd.openxmlformats-officedocument.presentationml.notesSlide+xml"/>
  <Override PartName="/ppt/notesSlides/notesSlide1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media/image15.jpg" ContentType="image/jpg"/>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96" r:id="rId4"/>
  </p:sldMasterIdLst>
  <p:notesMasterIdLst>
    <p:notesMasterId r:id="rId43"/>
  </p:notesMasterIdLst>
  <p:sldIdLst>
    <p:sldId id="256" r:id="rId5"/>
    <p:sldId id="257" r:id="rId6"/>
    <p:sldId id="2590" r:id="rId7"/>
    <p:sldId id="2592" r:id="rId8"/>
    <p:sldId id="2591" r:id="rId9"/>
    <p:sldId id="326" r:id="rId10"/>
    <p:sldId id="329" r:id="rId11"/>
    <p:sldId id="321" r:id="rId12"/>
    <p:sldId id="2587" r:id="rId13"/>
    <p:sldId id="2593" r:id="rId14"/>
    <p:sldId id="2594" r:id="rId15"/>
    <p:sldId id="2595" r:id="rId16"/>
    <p:sldId id="2596" r:id="rId17"/>
    <p:sldId id="2570" r:id="rId18"/>
    <p:sldId id="320" r:id="rId19"/>
    <p:sldId id="365" r:id="rId20"/>
    <p:sldId id="259" r:id="rId21"/>
    <p:sldId id="2597" r:id="rId22"/>
    <p:sldId id="272" r:id="rId23"/>
    <p:sldId id="261" r:id="rId24"/>
    <p:sldId id="2601" r:id="rId25"/>
    <p:sldId id="2602" r:id="rId26"/>
    <p:sldId id="2603" r:id="rId27"/>
    <p:sldId id="366" r:id="rId28"/>
    <p:sldId id="2588" r:id="rId29"/>
    <p:sldId id="2589" r:id="rId30"/>
    <p:sldId id="2579" r:id="rId31"/>
    <p:sldId id="2584" r:id="rId32"/>
    <p:sldId id="2585" r:id="rId33"/>
    <p:sldId id="2573" r:id="rId34"/>
    <p:sldId id="333" r:id="rId35"/>
    <p:sldId id="2574" r:id="rId36"/>
    <p:sldId id="2577" r:id="rId37"/>
    <p:sldId id="367" r:id="rId38"/>
    <p:sldId id="2586" r:id="rId39"/>
    <p:sldId id="2576" r:id="rId40"/>
    <p:sldId id="2581" r:id="rId41"/>
    <p:sldId id="262" r:id="rId42"/>
  </p:sldIdLst>
  <p:sldSz cx="9144000" cy="5143500" type="screen16x9"/>
  <p:notesSz cx="9144000" cy="51435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8C9AB45-D581-E0DB-1964-B8BD9E541724}" v="13" dt="2026-05-08T12:41:01.988"/>
    <p1510:client id="{E0D9DB8B-32B2-312C-08EF-E2B1B4A5F5E8}" v="42" dt="2026-05-08T07:32:43.495"/>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478"/>
    <p:restoredTop sz="94657"/>
  </p:normalViewPr>
  <p:slideViewPr>
    <p:cSldViewPr snapToGrid="0">
      <p:cViewPr varScale="1">
        <p:scale>
          <a:sx n="136" d="100"/>
          <a:sy n="136" d="100"/>
        </p:scale>
        <p:origin x="624" y="184"/>
      </p:cViewPr>
      <p:guideLst>
        <p:guide orient="horz" pos="288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notesMaster" Target="notesMasters/notesMaster1.xml"/><Relationship Id="rId48" Type="http://schemas.microsoft.com/office/2016/11/relationships/changesInfo" Target="changesInfos/changesInfo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Xiaolei Bi" userId="S::xbi@eamv.dk::4defdd0b-eb6b-464a-acc0-49fc44ef47a7" providerId="AD" clId="Web-{B8C9AB45-D581-E0DB-1964-B8BD9E541724}"/>
    <pc:docChg chg="modSld">
      <pc:chgData name="Xiaolei Bi" userId="S::xbi@eamv.dk::4defdd0b-eb6b-464a-acc0-49fc44ef47a7" providerId="AD" clId="Web-{B8C9AB45-D581-E0DB-1964-B8BD9E541724}" dt="2026-05-08T12:41:01.988" v="12" actId="20577"/>
      <pc:docMkLst>
        <pc:docMk/>
      </pc:docMkLst>
      <pc:sldChg chg="modSp">
        <pc:chgData name="Xiaolei Bi" userId="S::xbi@eamv.dk::4defdd0b-eb6b-464a-acc0-49fc44ef47a7" providerId="AD" clId="Web-{B8C9AB45-D581-E0DB-1964-B8BD9E541724}" dt="2026-05-08T12:41:01.988" v="12" actId="20577"/>
        <pc:sldMkLst>
          <pc:docMk/>
          <pc:sldMk cId="4241216235" sldId="2585"/>
        </pc:sldMkLst>
        <pc:spChg chg="mod">
          <ac:chgData name="Xiaolei Bi" userId="S::xbi@eamv.dk::4defdd0b-eb6b-464a-acc0-49fc44ef47a7" providerId="AD" clId="Web-{B8C9AB45-D581-E0DB-1964-B8BD9E541724}" dt="2026-05-08T12:41:01.988" v="12" actId="20577"/>
          <ac:spMkLst>
            <pc:docMk/>
            <pc:sldMk cId="4241216235" sldId="2585"/>
            <ac:spMk id="2" creationId="{25D3C086-307A-9D9B-4370-5C9AC66FBF81}"/>
          </ac:spMkLst>
        </pc:spChg>
      </pc:sldChg>
    </pc:docChg>
  </pc:docChgLst>
  <pc:docChgLst>
    <pc:chgData name="Xiaolei Bi" userId="S::xbi@eamv.dk::4defdd0b-eb6b-464a-acc0-49fc44ef47a7" providerId="AD" clId="Web-{E0D9DB8B-32B2-312C-08EF-E2B1B4A5F5E8}"/>
    <pc:docChg chg="addSld delSld modSld">
      <pc:chgData name="Xiaolei Bi" userId="S::xbi@eamv.dk::4defdd0b-eb6b-464a-acc0-49fc44ef47a7" providerId="AD" clId="Web-{E0D9DB8B-32B2-312C-08EF-E2B1B4A5F5E8}" dt="2026-05-08T07:32:43.495" v="37" actId="1076"/>
      <pc:docMkLst>
        <pc:docMk/>
      </pc:docMkLst>
      <pc:sldChg chg="addSp modSp">
        <pc:chgData name="Xiaolei Bi" userId="S::xbi@eamv.dk::4defdd0b-eb6b-464a-acc0-49fc44ef47a7" providerId="AD" clId="Web-{E0D9DB8B-32B2-312C-08EF-E2B1B4A5F5E8}" dt="2026-05-08T07:32:43.495" v="37" actId="1076"/>
        <pc:sldMkLst>
          <pc:docMk/>
          <pc:sldMk cId="2417146422" sldId="333"/>
        </pc:sldMkLst>
        <pc:picChg chg="add mod modCrop">
          <ac:chgData name="Xiaolei Bi" userId="S::xbi@eamv.dk::4defdd0b-eb6b-464a-acc0-49fc44ef47a7" providerId="AD" clId="Web-{E0D9DB8B-32B2-312C-08EF-E2B1B4A5F5E8}" dt="2026-05-08T07:32:43.495" v="37" actId="1076"/>
          <ac:picMkLst>
            <pc:docMk/>
            <pc:sldMk cId="2417146422" sldId="333"/>
            <ac:picMk id="5" creationId="{AA37D0CC-53F2-3FC0-BCB2-8EAA67392CDF}"/>
          </ac:picMkLst>
        </pc:picChg>
      </pc:sldChg>
      <pc:sldChg chg="addSp delSp modSp">
        <pc:chgData name="Xiaolei Bi" userId="S::xbi@eamv.dk::4defdd0b-eb6b-464a-acc0-49fc44ef47a7" providerId="AD" clId="Web-{E0D9DB8B-32B2-312C-08EF-E2B1B4A5F5E8}" dt="2026-05-08T07:32:21.760" v="33"/>
        <pc:sldMkLst>
          <pc:docMk/>
          <pc:sldMk cId="4151100925" sldId="2573"/>
        </pc:sldMkLst>
        <pc:picChg chg="add del mod">
          <ac:chgData name="Xiaolei Bi" userId="S::xbi@eamv.dk::4defdd0b-eb6b-464a-acc0-49fc44ef47a7" providerId="AD" clId="Web-{E0D9DB8B-32B2-312C-08EF-E2B1B4A5F5E8}" dt="2026-05-08T07:32:21.760" v="33"/>
          <ac:picMkLst>
            <pc:docMk/>
            <pc:sldMk cId="4151100925" sldId="2573"/>
            <ac:picMk id="4" creationId="{E4DC49B0-8505-4222-9EDC-513E57304A77}"/>
          </ac:picMkLst>
        </pc:picChg>
      </pc:sldChg>
      <pc:sldChg chg="del">
        <pc:chgData name="Xiaolei Bi" userId="S::xbi@eamv.dk::4defdd0b-eb6b-464a-acc0-49fc44ef47a7" providerId="AD" clId="Web-{E0D9DB8B-32B2-312C-08EF-E2B1B4A5F5E8}" dt="2026-05-08T07:26:15.621" v="19"/>
        <pc:sldMkLst>
          <pc:docMk/>
          <pc:sldMk cId="1386416426" sldId="2580"/>
        </pc:sldMkLst>
      </pc:sldChg>
      <pc:sldChg chg="addSp delSp modSp new">
        <pc:chgData name="Xiaolei Bi" userId="S::xbi@eamv.dk::4defdd0b-eb6b-464a-acc0-49fc44ef47a7" providerId="AD" clId="Web-{E0D9DB8B-32B2-312C-08EF-E2B1B4A5F5E8}" dt="2026-05-08T07:25:26.306" v="6"/>
        <pc:sldMkLst>
          <pc:docMk/>
          <pc:sldMk cId="3869308135" sldId="2583"/>
        </pc:sldMkLst>
        <pc:spChg chg="del">
          <ac:chgData name="Xiaolei Bi" userId="S::xbi@eamv.dk::4defdd0b-eb6b-464a-acc0-49fc44ef47a7" providerId="AD" clId="Web-{E0D9DB8B-32B2-312C-08EF-E2B1B4A5F5E8}" dt="2026-05-08T07:22:14.120" v="1"/>
          <ac:spMkLst>
            <pc:docMk/>
            <pc:sldMk cId="3869308135" sldId="2583"/>
            <ac:spMk id="2" creationId="{B25A8609-A5DA-3D99-6423-A0365B087B07}"/>
          </ac:spMkLst>
        </pc:spChg>
        <pc:spChg chg="del">
          <ac:chgData name="Xiaolei Bi" userId="S::xbi@eamv.dk::4defdd0b-eb6b-464a-acc0-49fc44ef47a7" providerId="AD" clId="Web-{E0D9DB8B-32B2-312C-08EF-E2B1B4A5F5E8}" dt="2026-05-08T07:22:41.810" v="3"/>
          <ac:spMkLst>
            <pc:docMk/>
            <pc:sldMk cId="3869308135" sldId="2583"/>
            <ac:spMk id="3" creationId="{73CFABF5-F8FD-2620-936A-A847D1FF7B0A}"/>
          </ac:spMkLst>
        </pc:spChg>
        <pc:spChg chg="del">
          <ac:chgData name="Xiaolei Bi" userId="S::xbi@eamv.dk::4defdd0b-eb6b-464a-acc0-49fc44ef47a7" providerId="AD" clId="Web-{E0D9DB8B-32B2-312C-08EF-E2B1B4A5F5E8}" dt="2026-05-08T07:22:34.997" v="2"/>
          <ac:spMkLst>
            <pc:docMk/>
            <pc:sldMk cId="3869308135" sldId="2583"/>
            <ac:spMk id="4" creationId="{1F11FB12-661B-2D2A-8198-F9F28D7E6563}"/>
          </ac:spMkLst>
        </pc:spChg>
        <pc:picChg chg="add mod ord">
          <ac:chgData name="Xiaolei Bi" userId="S::xbi@eamv.dk::4defdd0b-eb6b-464a-acc0-49fc44ef47a7" providerId="AD" clId="Web-{E0D9DB8B-32B2-312C-08EF-E2B1B4A5F5E8}" dt="2026-05-08T07:22:14.120" v="1"/>
          <ac:picMkLst>
            <pc:docMk/>
            <pc:sldMk cId="3869308135" sldId="2583"/>
            <ac:picMk id="5" creationId="{C84F9ED8-226E-528E-43D3-2800EA359199}"/>
          </ac:picMkLst>
        </pc:picChg>
        <pc:picChg chg="add del mod">
          <ac:chgData name="Xiaolei Bi" userId="S::xbi@eamv.dk::4defdd0b-eb6b-464a-acc0-49fc44ef47a7" providerId="AD" clId="Web-{E0D9DB8B-32B2-312C-08EF-E2B1B4A5F5E8}" dt="2026-05-08T07:25:26.306" v="6"/>
          <ac:picMkLst>
            <pc:docMk/>
            <pc:sldMk cId="3869308135" sldId="2583"/>
            <ac:picMk id="6" creationId="{58C5A8AB-56F5-B851-C74D-A2F6D513AD9D}"/>
          </ac:picMkLst>
        </pc:picChg>
      </pc:sldChg>
      <pc:sldChg chg="addSp delSp modSp new mod modTransition modClrScheme chgLayout">
        <pc:chgData name="Xiaolei Bi" userId="S::xbi@eamv.dk::4defdd0b-eb6b-464a-acc0-49fc44ef47a7" providerId="AD" clId="Web-{E0D9DB8B-32B2-312C-08EF-E2B1B4A5F5E8}" dt="2026-05-08T07:26:01.417" v="18"/>
        <pc:sldMkLst>
          <pc:docMk/>
          <pc:sldMk cId="773413288" sldId="2584"/>
        </pc:sldMkLst>
        <pc:spChg chg="del">
          <ac:chgData name="Xiaolei Bi" userId="S::xbi@eamv.dk::4defdd0b-eb6b-464a-acc0-49fc44ef47a7" providerId="AD" clId="Web-{E0D9DB8B-32B2-312C-08EF-E2B1B4A5F5E8}" dt="2026-05-08T07:25:29.181" v="7"/>
          <ac:spMkLst>
            <pc:docMk/>
            <pc:sldMk cId="773413288" sldId="2584"/>
            <ac:spMk id="2" creationId="{7BF71180-6245-2250-B3C4-023879775B88}"/>
          </ac:spMkLst>
        </pc:spChg>
        <pc:spChg chg="del">
          <ac:chgData name="Xiaolei Bi" userId="S::xbi@eamv.dk::4defdd0b-eb6b-464a-acc0-49fc44ef47a7" providerId="AD" clId="Web-{E0D9DB8B-32B2-312C-08EF-E2B1B4A5F5E8}" dt="2026-05-08T07:25:49.198" v="15"/>
          <ac:spMkLst>
            <pc:docMk/>
            <pc:sldMk cId="773413288" sldId="2584"/>
            <ac:spMk id="3" creationId="{ACB1DDF1-D7FA-08E4-8828-8D20656AAAA0}"/>
          </ac:spMkLst>
        </pc:spChg>
        <pc:spChg chg="del">
          <ac:chgData name="Xiaolei Bi" userId="S::xbi@eamv.dk::4defdd0b-eb6b-464a-acc0-49fc44ef47a7" providerId="AD" clId="Web-{E0D9DB8B-32B2-312C-08EF-E2B1B4A5F5E8}" dt="2026-05-08T07:25:56.182" v="16"/>
          <ac:spMkLst>
            <pc:docMk/>
            <pc:sldMk cId="773413288" sldId="2584"/>
            <ac:spMk id="4" creationId="{F1F2E751-237E-2B9A-A5B8-A369D5E6ACE4}"/>
          </ac:spMkLst>
        </pc:spChg>
        <pc:picChg chg="add mod ord modCrop">
          <ac:chgData name="Xiaolei Bi" userId="S::xbi@eamv.dk::4defdd0b-eb6b-464a-acc0-49fc44ef47a7" providerId="AD" clId="Web-{E0D9DB8B-32B2-312C-08EF-E2B1B4A5F5E8}" dt="2026-05-08T07:26:01.417" v="18"/>
          <ac:picMkLst>
            <pc:docMk/>
            <pc:sldMk cId="773413288" sldId="2584"/>
            <ac:picMk id="5" creationId="{4A8BF141-1003-C723-D849-5858AFB96454}"/>
          </ac:picMkLst>
        </pc:picChg>
        <pc:picChg chg="add del mod modCrop">
          <ac:chgData name="Xiaolei Bi" userId="S::xbi@eamv.dk::4defdd0b-eb6b-464a-acc0-49fc44ef47a7" providerId="AD" clId="Web-{E0D9DB8B-32B2-312C-08EF-E2B1B4A5F5E8}" dt="2026-05-08T07:25:39.916" v="13"/>
          <ac:picMkLst>
            <pc:docMk/>
            <pc:sldMk cId="773413288" sldId="2584"/>
            <ac:picMk id="6" creationId="{BCC587CD-8C7F-E9CD-8715-731A99A96098}"/>
          </ac:picMkLst>
        </pc:picChg>
      </pc:sldChg>
      <pc:sldChg chg="addSp delSp modSp new">
        <pc:chgData name="Xiaolei Bi" userId="S::xbi@eamv.dk::4defdd0b-eb6b-464a-acc0-49fc44ef47a7" providerId="AD" clId="Web-{E0D9DB8B-32B2-312C-08EF-E2B1B4A5F5E8}" dt="2026-05-08T07:31:28.149" v="31" actId="20577"/>
        <pc:sldMkLst>
          <pc:docMk/>
          <pc:sldMk cId="4241216235" sldId="2585"/>
        </pc:sldMkLst>
        <pc:spChg chg="mod">
          <ac:chgData name="Xiaolei Bi" userId="S::xbi@eamv.dk::4defdd0b-eb6b-464a-acc0-49fc44ef47a7" providerId="AD" clId="Web-{E0D9DB8B-32B2-312C-08EF-E2B1B4A5F5E8}" dt="2026-05-08T07:31:28.149" v="31" actId="20577"/>
          <ac:spMkLst>
            <pc:docMk/>
            <pc:sldMk cId="4241216235" sldId="2585"/>
            <ac:spMk id="2" creationId="{25D3C086-307A-9D9B-4370-5C9AC66FBF81}"/>
          </ac:spMkLst>
        </pc:spChg>
        <pc:spChg chg="del">
          <ac:chgData name="Xiaolei Bi" userId="S::xbi@eamv.dk::4defdd0b-eb6b-464a-acc0-49fc44ef47a7" providerId="AD" clId="Web-{E0D9DB8B-32B2-312C-08EF-E2B1B4A5F5E8}" dt="2026-05-08T07:29:46.614" v="23"/>
          <ac:spMkLst>
            <pc:docMk/>
            <pc:sldMk cId="4241216235" sldId="2585"/>
            <ac:spMk id="3" creationId="{C661A802-257F-C422-8368-1C4F4CB6A7BD}"/>
          </ac:spMkLst>
        </pc:spChg>
        <pc:picChg chg="add mod ord">
          <ac:chgData name="Xiaolei Bi" userId="S::xbi@eamv.dk::4defdd0b-eb6b-464a-acc0-49fc44ef47a7" providerId="AD" clId="Web-{E0D9DB8B-32B2-312C-08EF-E2B1B4A5F5E8}" dt="2026-05-08T07:29:49.396" v="24" actId="1076"/>
          <ac:picMkLst>
            <pc:docMk/>
            <pc:sldMk cId="4241216235" sldId="2585"/>
            <ac:picMk id="7" creationId="{8127A8C2-F71B-E3D8-58C4-0231C190AD25}"/>
          </ac:picMkLst>
        </pc:picChg>
        <pc:picChg chg="add mod">
          <ac:chgData name="Xiaolei Bi" userId="S::xbi@eamv.dk::4defdd0b-eb6b-464a-acc0-49fc44ef47a7" providerId="AD" clId="Web-{E0D9DB8B-32B2-312C-08EF-E2B1B4A5F5E8}" dt="2026-05-08T07:29:58.427" v="26" actId="14100"/>
          <ac:picMkLst>
            <pc:docMk/>
            <pc:sldMk cId="4241216235" sldId="2585"/>
            <ac:picMk id="8" creationId="{4E0F170C-1E28-8505-190B-F696EAA4836F}"/>
          </ac:picMkLst>
        </pc:picChg>
      </pc:sldChg>
      <pc:sldChg chg="addSp modSp new">
        <pc:chgData name="Xiaolei Bi" userId="S::xbi@eamv.dk::4defdd0b-eb6b-464a-acc0-49fc44ef47a7" providerId="AD" clId="Web-{E0D9DB8B-32B2-312C-08EF-E2B1B4A5F5E8}" dt="2026-05-08T07:27:48.563" v="22"/>
        <pc:sldMkLst>
          <pc:docMk/>
          <pc:sldMk cId="590912446" sldId="2586"/>
        </pc:sldMkLst>
        <pc:picChg chg="add mod">
          <ac:chgData name="Xiaolei Bi" userId="S::xbi@eamv.dk::4defdd0b-eb6b-464a-acc0-49fc44ef47a7" providerId="AD" clId="Web-{E0D9DB8B-32B2-312C-08EF-E2B1B4A5F5E8}" dt="2026-05-08T07:27:48.563" v="22"/>
          <ac:picMkLst>
            <pc:docMk/>
            <pc:sldMk cId="590912446" sldId="2586"/>
            <ac:picMk id="5" creationId="{6BF3F514-F6FD-6EDC-4285-C519E87B0771}"/>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FC76F2D-D29A-403F-BC3F-2962E2A84A9C}" type="doc">
      <dgm:prSet loTypeId="urn:microsoft.com/office/officeart/2008/layout/LinedList" loCatId="list" qsTypeId="urn:microsoft.com/office/officeart/2005/8/quickstyle/simple1" qsCatId="simple" csTypeId="urn:microsoft.com/office/officeart/2005/8/colors/accent2_2" csCatId="accent2"/>
      <dgm:spPr/>
      <dgm:t>
        <a:bodyPr/>
        <a:lstStyle/>
        <a:p>
          <a:endParaRPr lang="en-US"/>
        </a:p>
      </dgm:t>
    </dgm:pt>
    <dgm:pt modelId="{497128EE-4813-438C-BE4C-B61C7000D819}">
      <dgm:prSet/>
      <dgm:spPr/>
      <dgm:t>
        <a:bodyPr/>
        <a:lstStyle/>
        <a:p>
          <a:r>
            <a:rPr lang="en-US"/>
            <a:t>CREATE TABLE elev (</a:t>
          </a:r>
        </a:p>
      </dgm:t>
    </dgm:pt>
    <dgm:pt modelId="{0FA3167A-4FEC-4EF2-933B-03ADA2342794}" type="parTrans" cxnId="{B25A324E-533F-4B5A-A501-0D8428E52D01}">
      <dgm:prSet/>
      <dgm:spPr/>
      <dgm:t>
        <a:bodyPr/>
        <a:lstStyle/>
        <a:p>
          <a:endParaRPr lang="en-US"/>
        </a:p>
      </dgm:t>
    </dgm:pt>
    <dgm:pt modelId="{6AE4FE9A-1FB6-4A83-ADCB-174A5B9300C9}" type="sibTrans" cxnId="{B25A324E-533F-4B5A-A501-0D8428E52D01}">
      <dgm:prSet/>
      <dgm:spPr/>
      <dgm:t>
        <a:bodyPr/>
        <a:lstStyle/>
        <a:p>
          <a:endParaRPr lang="en-US"/>
        </a:p>
      </dgm:t>
    </dgm:pt>
    <dgm:pt modelId="{6C131F4A-708E-403D-8FAD-C4D4C2C41CD1}">
      <dgm:prSet/>
      <dgm:spPr/>
      <dgm:t>
        <a:bodyPr/>
        <a:lstStyle/>
        <a:p>
          <a:r>
            <a:rPr lang="en-US" dirty="0" err="1"/>
            <a:t>elev_id</a:t>
          </a:r>
          <a:r>
            <a:rPr lang="en-US" dirty="0"/>
            <a:t> INT </a:t>
          </a:r>
          <a:r>
            <a:rPr lang="en-US" b="1" dirty="0"/>
            <a:t>PRIMARY</a:t>
          </a:r>
          <a:r>
            <a:rPr lang="en-US" dirty="0"/>
            <a:t> KEY AUTO_INCREMENT,</a:t>
          </a:r>
        </a:p>
      </dgm:t>
    </dgm:pt>
    <dgm:pt modelId="{FBC8ED02-483B-4E69-8CB2-16F17216DB33}" type="parTrans" cxnId="{3A929696-E3B4-4816-847E-25C3E3C276E5}">
      <dgm:prSet/>
      <dgm:spPr/>
      <dgm:t>
        <a:bodyPr/>
        <a:lstStyle/>
        <a:p>
          <a:endParaRPr lang="en-US"/>
        </a:p>
      </dgm:t>
    </dgm:pt>
    <dgm:pt modelId="{C5D395F9-0D52-419A-AA08-D82E87AD3B7C}" type="sibTrans" cxnId="{3A929696-E3B4-4816-847E-25C3E3C276E5}">
      <dgm:prSet/>
      <dgm:spPr/>
      <dgm:t>
        <a:bodyPr/>
        <a:lstStyle/>
        <a:p>
          <a:endParaRPr lang="en-US"/>
        </a:p>
      </dgm:t>
    </dgm:pt>
    <dgm:pt modelId="{16E30728-06A6-46FF-A656-8F73BD3635B4}">
      <dgm:prSet/>
      <dgm:spPr/>
      <dgm:t>
        <a:bodyPr/>
        <a:lstStyle/>
        <a:p>
          <a:r>
            <a:rPr lang="en-US"/>
            <a:t>navn VARCHAR(100) NOT NULL</a:t>
          </a:r>
        </a:p>
      </dgm:t>
    </dgm:pt>
    <dgm:pt modelId="{245CF981-2924-458B-8A39-5EAB5D9DF640}" type="parTrans" cxnId="{BF458A19-0148-4716-8A00-C43FE745B4D5}">
      <dgm:prSet/>
      <dgm:spPr/>
      <dgm:t>
        <a:bodyPr/>
        <a:lstStyle/>
        <a:p>
          <a:endParaRPr lang="en-US"/>
        </a:p>
      </dgm:t>
    </dgm:pt>
    <dgm:pt modelId="{B0629DC8-0266-4BDD-9827-87AA0E916EF7}" type="sibTrans" cxnId="{BF458A19-0148-4716-8A00-C43FE745B4D5}">
      <dgm:prSet/>
      <dgm:spPr/>
      <dgm:t>
        <a:bodyPr/>
        <a:lstStyle/>
        <a:p>
          <a:endParaRPr lang="en-US"/>
        </a:p>
      </dgm:t>
    </dgm:pt>
    <dgm:pt modelId="{6BD926D6-57D5-479C-9C68-46E15B6C0DC2}">
      <dgm:prSet/>
      <dgm:spPr/>
      <dgm:t>
        <a:bodyPr/>
        <a:lstStyle/>
        <a:p>
          <a:r>
            <a:rPr lang="en-US"/>
            <a:t>);</a:t>
          </a:r>
        </a:p>
      </dgm:t>
    </dgm:pt>
    <dgm:pt modelId="{D1EFC59A-C7EC-44E7-9BAF-4993AC5A451F}" type="parTrans" cxnId="{012F5FF5-0346-4683-81CF-CA0D91AB978D}">
      <dgm:prSet/>
      <dgm:spPr/>
      <dgm:t>
        <a:bodyPr/>
        <a:lstStyle/>
        <a:p>
          <a:endParaRPr lang="en-US"/>
        </a:p>
      </dgm:t>
    </dgm:pt>
    <dgm:pt modelId="{44BEBBAA-8C7A-4880-98E2-F2FA0F332D02}" type="sibTrans" cxnId="{012F5FF5-0346-4683-81CF-CA0D91AB978D}">
      <dgm:prSet/>
      <dgm:spPr/>
      <dgm:t>
        <a:bodyPr/>
        <a:lstStyle/>
        <a:p>
          <a:endParaRPr lang="en-US"/>
        </a:p>
      </dgm:t>
    </dgm:pt>
    <dgm:pt modelId="{8B4919E5-3F62-4669-980D-806B7F98D5F4}">
      <dgm:prSet/>
      <dgm:spPr/>
      <dgm:t>
        <a:bodyPr/>
        <a:lstStyle/>
        <a:p>
          <a:r>
            <a:rPr lang="en-US"/>
            <a:t>CREATE TABLE kursus (</a:t>
          </a:r>
        </a:p>
      </dgm:t>
    </dgm:pt>
    <dgm:pt modelId="{F34E9938-3E5F-4D2C-BF44-80DE06D39141}" type="parTrans" cxnId="{84E2B979-A512-4188-A1BC-34B3801E1B1A}">
      <dgm:prSet/>
      <dgm:spPr/>
      <dgm:t>
        <a:bodyPr/>
        <a:lstStyle/>
        <a:p>
          <a:endParaRPr lang="en-US"/>
        </a:p>
      </dgm:t>
    </dgm:pt>
    <dgm:pt modelId="{8D26433C-872C-4F20-B7E0-B3B4AE94B6CF}" type="sibTrans" cxnId="{84E2B979-A512-4188-A1BC-34B3801E1B1A}">
      <dgm:prSet/>
      <dgm:spPr/>
      <dgm:t>
        <a:bodyPr/>
        <a:lstStyle/>
        <a:p>
          <a:endParaRPr lang="en-US"/>
        </a:p>
      </dgm:t>
    </dgm:pt>
    <dgm:pt modelId="{EB1516EA-BEB9-434B-804C-9A64CEA2A6D3}">
      <dgm:prSet/>
      <dgm:spPr/>
      <dgm:t>
        <a:bodyPr/>
        <a:lstStyle/>
        <a:p>
          <a:r>
            <a:rPr lang="en-US" dirty="0" err="1"/>
            <a:t>kursus_id</a:t>
          </a:r>
          <a:r>
            <a:rPr lang="en-US" dirty="0"/>
            <a:t> INT </a:t>
          </a:r>
          <a:r>
            <a:rPr lang="en-US" b="1" dirty="0"/>
            <a:t>PRIMARY</a:t>
          </a:r>
          <a:r>
            <a:rPr lang="en-US" dirty="0"/>
            <a:t> KEY AUTO_INCREMENT,</a:t>
          </a:r>
        </a:p>
      </dgm:t>
    </dgm:pt>
    <dgm:pt modelId="{B53B17E5-2B6C-470A-8690-9B49CE2FDA08}" type="parTrans" cxnId="{BF025499-987A-4838-A3D7-8889D3F63B7E}">
      <dgm:prSet/>
      <dgm:spPr/>
      <dgm:t>
        <a:bodyPr/>
        <a:lstStyle/>
        <a:p>
          <a:endParaRPr lang="en-US"/>
        </a:p>
      </dgm:t>
    </dgm:pt>
    <dgm:pt modelId="{7CFA719C-04EA-4685-9FBA-B24CCAD6AF0F}" type="sibTrans" cxnId="{BF025499-987A-4838-A3D7-8889D3F63B7E}">
      <dgm:prSet/>
      <dgm:spPr/>
      <dgm:t>
        <a:bodyPr/>
        <a:lstStyle/>
        <a:p>
          <a:endParaRPr lang="en-US"/>
        </a:p>
      </dgm:t>
    </dgm:pt>
    <dgm:pt modelId="{1F9B2253-44E0-454F-99D0-5217ADF39CC1}">
      <dgm:prSet/>
      <dgm:spPr/>
      <dgm:t>
        <a:bodyPr/>
        <a:lstStyle/>
        <a:p>
          <a:r>
            <a:rPr lang="en-US"/>
            <a:t>titel VARCHAR(100) NOT NULL</a:t>
          </a:r>
        </a:p>
      </dgm:t>
    </dgm:pt>
    <dgm:pt modelId="{DD39A380-EAED-4B62-967D-5BF3B43B78A1}" type="parTrans" cxnId="{4DDAD090-5AA0-4532-BC40-F42CE8F844CD}">
      <dgm:prSet/>
      <dgm:spPr/>
      <dgm:t>
        <a:bodyPr/>
        <a:lstStyle/>
        <a:p>
          <a:endParaRPr lang="en-US"/>
        </a:p>
      </dgm:t>
    </dgm:pt>
    <dgm:pt modelId="{416DCE53-E76B-4828-A930-B99F8CE89C08}" type="sibTrans" cxnId="{4DDAD090-5AA0-4532-BC40-F42CE8F844CD}">
      <dgm:prSet/>
      <dgm:spPr/>
      <dgm:t>
        <a:bodyPr/>
        <a:lstStyle/>
        <a:p>
          <a:endParaRPr lang="en-US"/>
        </a:p>
      </dgm:t>
    </dgm:pt>
    <dgm:pt modelId="{71E07089-0366-4341-9602-FD7004795771}">
      <dgm:prSet/>
      <dgm:spPr/>
      <dgm:t>
        <a:bodyPr/>
        <a:lstStyle/>
        <a:p>
          <a:r>
            <a:rPr lang="en-US"/>
            <a:t>);</a:t>
          </a:r>
        </a:p>
      </dgm:t>
    </dgm:pt>
    <dgm:pt modelId="{BC4C98B7-38BC-4168-9200-17B1B828206F}" type="parTrans" cxnId="{41ABEE96-D734-4BCA-AB31-EF0E2926FEC0}">
      <dgm:prSet/>
      <dgm:spPr/>
      <dgm:t>
        <a:bodyPr/>
        <a:lstStyle/>
        <a:p>
          <a:endParaRPr lang="en-US"/>
        </a:p>
      </dgm:t>
    </dgm:pt>
    <dgm:pt modelId="{561DE667-BD64-4071-815A-D3CBB2BECE19}" type="sibTrans" cxnId="{41ABEE96-D734-4BCA-AB31-EF0E2926FEC0}">
      <dgm:prSet/>
      <dgm:spPr/>
      <dgm:t>
        <a:bodyPr/>
        <a:lstStyle/>
        <a:p>
          <a:endParaRPr lang="en-US"/>
        </a:p>
      </dgm:t>
    </dgm:pt>
    <dgm:pt modelId="{771433BC-E8F9-44B7-B704-C22E098A2EAC}">
      <dgm:prSet/>
      <dgm:spPr/>
      <dgm:t>
        <a:bodyPr/>
        <a:lstStyle/>
        <a:p>
          <a:r>
            <a:rPr lang="en-US"/>
            <a:t>CREATE TABLE tilmelding (</a:t>
          </a:r>
        </a:p>
      </dgm:t>
    </dgm:pt>
    <dgm:pt modelId="{51D56D84-C2A7-4438-896C-F1F591D28853}" type="parTrans" cxnId="{3F99FABA-3CAB-4B90-97B5-3387A7C289A8}">
      <dgm:prSet/>
      <dgm:spPr/>
      <dgm:t>
        <a:bodyPr/>
        <a:lstStyle/>
        <a:p>
          <a:endParaRPr lang="en-US"/>
        </a:p>
      </dgm:t>
    </dgm:pt>
    <dgm:pt modelId="{90137108-300A-4826-B16E-541EAAF1EE32}" type="sibTrans" cxnId="{3F99FABA-3CAB-4B90-97B5-3387A7C289A8}">
      <dgm:prSet/>
      <dgm:spPr/>
      <dgm:t>
        <a:bodyPr/>
        <a:lstStyle/>
        <a:p>
          <a:endParaRPr lang="en-US"/>
        </a:p>
      </dgm:t>
    </dgm:pt>
    <dgm:pt modelId="{5659B00C-FDFC-4D14-B0C5-4A41FA5ACE42}">
      <dgm:prSet/>
      <dgm:spPr/>
      <dgm:t>
        <a:bodyPr/>
        <a:lstStyle/>
        <a:p>
          <a:r>
            <a:rPr lang="en-US" dirty="0" err="1"/>
            <a:t>tilmelding_id</a:t>
          </a:r>
          <a:r>
            <a:rPr lang="en-US" dirty="0"/>
            <a:t> INT </a:t>
          </a:r>
          <a:r>
            <a:rPr lang="en-US" b="1" dirty="0"/>
            <a:t>PRIMARY </a:t>
          </a:r>
          <a:r>
            <a:rPr lang="en-US" dirty="0"/>
            <a:t>KEY AUTO_INCREMENT,</a:t>
          </a:r>
        </a:p>
      </dgm:t>
    </dgm:pt>
    <dgm:pt modelId="{2603E2FE-A8F1-4BB5-94CD-0FF8B8B0C722}" type="parTrans" cxnId="{8326849F-C135-48FC-B6E0-4CAF7A9729A6}">
      <dgm:prSet/>
      <dgm:spPr/>
      <dgm:t>
        <a:bodyPr/>
        <a:lstStyle/>
        <a:p>
          <a:endParaRPr lang="en-US"/>
        </a:p>
      </dgm:t>
    </dgm:pt>
    <dgm:pt modelId="{D2A17AA8-9EAD-4A26-A1A8-B93A1D80AD4B}" type="sibTrans" cxnId="{8326849F-C135-48FC-B6E0-4CAF7A9729A6}">
      <dgm:prSet/>
      <dgm:spPr/>
      <dgm:t>
        <a:bodyPr/>
        <a:lstStyle/>
        <a:p>
          <a:endParaRPr lang="en-US"/>
        </a:p>
      </dgm:t>
    </dgm:pt>
    <dgm:pt modelId="{E742A280-EF16-4691-9EDC-9DD4D95CD583}">
      <dgm:prSet/>
      <dgm:spPr/>
      <dgm:t>
        <a:bodyPr/>
        <a:lstStyle/>
        <a:p>
          <a:r>
            <a:rPr lang="en-US"/>
            <a:t>elev_id INT NOT NULL,</a:t>
          </a:r>
        </a:p>
      </dgm:t>
    </dgm:pt>
    <dgm:pt modelId="{F0432766-7B0F-4AAF-A096-1322D8394348}" type="parTrans" cxnId="{7547B81E-4152-43D5-9176-B474C241DF21}">
      <dgm:prSet/>
      <dgm:spPr/>
      <dgm:t>
        <a:bodyPr/>
        <a:lstStyle/>
        <a:p>
          <a:endParaRPr lang="en-US"/>
        </a:p>
      </dgm:t>
    </dgm:pt>
    <dgm:pt modelId="{DDD4D8E9-8EA7-468B-8076-5C3578F6A719}" type="sibTrans" cxnId="{7547B81E-4152-43D5-9176-B474C241DF21}">
      <dgm:prSet/>
      <dgm:spPr/>
      <dgm:t>
        <a:bodyPr/>
        <a:lstStyle/>
        <a:p>
          <a:endParaRPr lang="en-US"/>
        </a:p>
      </dgm:t>
    </dgm:pt>
    <dgm:pt modelId="{A7927BAB-690B-4050-A437-CE5ADCD46D46}">
      <dgm:prSet/>
      <dgm:spPr/>
      <dgm:t>
        <a:bodyPr/>
        <a:lstStyle/>
        <a:p>
          <a:r>
            <a:rPr lang="en-US"/>
            <a:t>kursus_id INT NOT NULL,</a:t>
          </a:r>
        </a:p>
      </dgm:t>
    </dgm:pt>
    <dgm:pt modelId="{60ABF00F-42B1-4073-A888-AB8F345ACE62}" type="parTrans" cxnId="{14A3CD04-DB71-4AD6-8034-3192CD8513C5}">
      <dgm:prSet/>
      <dgm:spPr/>
      <dgm:t>
        <a:bodyPr/>
        <a:lstStyle/>
        <a:p>
          <a:endParaRPr lang="en-US"/>
        </a:p>
      </dgm:t>
    </dgm:pt>
    <dgm:pt modelId="{DBB3D499-2195-4809-AC90-A3C317262E4E}" type="sibTrans" cxnId="{14A3CD04-DB71-4AD6-8034-3192CD8513C5}">
      <dgm:prSet/>
      <dgm:spPr/>
      <dgm:t>
        <a:bodyPr/>
        <a:lstStyle/>
        <a:p>
          <a:endParaRPr lang="en-US"/>
        </a:p>
      </dgm:t>
    </dgm:pt>
    <dgm:pt modelId="{6E974311-8503-4D1E-B286-D9357314CBC1}">
      <dgm:prSet/>
      <dgm:spPr/>
      <dgm:t>
        <a:bodyPr/>
        <a:lstStyle/>
        <a:p>
          <a:r>
            <a:rPr lang="en-US" b="1" dirty="0"/>
            <a:t>FOREIGN </a:t>
          </a:r>
          <a:r>
            <a:rPr lang="en-US" dirty="0"/>
            <a:t>KEY (</a:t>
          </a:r>
          <a:r>
            <a:rPr lang="en-US" dirty="0" err="1"/>
            <a:t>elev_id</a:t>
          </a:r>
          <a:r>
            <a:rPr lang="en-US" dirty="0"/>
            <a:t>) REFERENCES </a:t>
          </a:r>
          <a:r>
            <a:rPr lang="en-US" dirty="0" err="1"/>
            <a:t>elev</a:t>
          </a:r>
          <a:r>
            <a:rPr lang="en-US" dirty="0"/>
            <a:t>(</a:t>
          </a:r>
          <a:r>
            <a:rPr lang="en-US" dirty="0" err="1"/>
            <a:t>elev_id</a:t>
          </a:r>
          <a:r>
            <a:rPr lang="en-US" dirty="0"/>
            <a:t>),</a:t>
          </a:r>
        </a:p>
      </dgm:t>
    </dgm:pt>
    <dgm:pt modelId="{BF30DECF-311D-4286-B421-2DFFFA02EFD6}" type="parTrans" cxnId="{A02210C7-5AA2-4B58-8C19-2A1343C2CD98}">
      <dgm:prSet/>
      <dgm:spPr/>
      <dgm:t>
        <a:bodyPr/>
        <a:lstStyle/>
        <a:p>
          <a:endParaRPr lang="en-US"/>
        </a:p>
      </dgm:t>
    </dgm:pt>
    <dgm:pt modelId="{2D1991ED-59DF-47CA-819D-C2F1835909F9}" type="sibTrans" cxnId="{A02210C7-5AA2-4B58-8C19-2A1343C2CD98}">
      <dgm:prSet/>
      <dgm:spPr/>
      <dgm:t>
        <a:bodyPr/>
        <a:lstStyle/>
        <a:p>
          <a:endParaRPr lang="en-US"/>
        </a:p>
      </dgm:t>
    </dgm:pt>
    <dgm:pt modelId="{08C5B8E5-0332-4F7D-99B0-27C9288CB110}">
      <dgm:prSet/>
      <dgm:spPr/>
      <dgm:t>
        <a:bodyPr/>
        <a:lstStyle/>
        <a:p>
          <a:r>
            <a:rPr lang="en-US" b="1" dirty="0"/>
            <a:t>FOREIGN</a:t>
          </a:r>
          <a:r>
            <a:rPr lang="en-US" dirty="0"/>
            <a:t> KEY (</a:t>
          </a:r>
          <a:r>
            <a:rPr lang="en-US" dirty="0" err="1"/>
            <a:t>kursus_id</a:t>
          </a:r>
          <a:r>
            <a:rPr lang="en-US" dirty="0"/>
            <a:t>) REFERENCES </a:t>
          </a:r>
          <a:r>
            <a:rPr lang="en-US" dirty="0" err="1"/>
            <a:t>kursus</a:t>
          </a:r>
          <a:r>
            <a:rPr lang="en-US" dirty="0"/>
            <a:t>(</a:t>
          </a:r>
          <a:r>
            <a:rPr lang="en-US" dirty="0" err="1"/>
            <a:t>kursus_id</a:t>
          </a:r>
          <a:r>
            <a:rPr lang="en-US" dirty="0"/>
            <a:t>)</a:t>
          </a:r>
        </a:p>
      </dgm:t>
    </dgm:pt>
    <dgm:pt modelId="{2987C31D-83A7-4583-8569-CA747892E983}" type="parTrans" cxnId="{59589929-1A87-487C-B2B1-E36AF6065272}">
      <dgm:prSet/>
      <dgm:spPr/>
      <dgm:t>
        <a:bodyPr/>
        <a:lstStyle/>
        <a:p>
          <a:endParaRPr lang="en-US"/>
        </a:p>
      </dgm:t>
    </dgm:pt>
    <dgm:pt modelId="{77097F14-7CC8-450A-AA9A-4617E09B05DA}" type="sibTrans" cxnId="{59589929-1A87-487C-B2B1-E36AF6065272}">
      <dgm:prSet/>
      <dgm:spPr/>
      <dgm:t>
        <a:bodyPr/>
        <a:lstStyle/>
        <a:p>
          <a:endParaRPr lang="en-US"/>
        </a:p>
      </dgm:t>
    </dgm:pt>
    <dgm:pt modelId="{B55F4139-44EC-4FAD-ACC9-341924A01771}">
      <dgm:prSet/>
      <dgm:spPr/>
      <dgm:t>
        <a:bodyPr/>
        <a:lstStyle/>
        <a:p>
          <a:r>
            <a:rPr lang="en-US"/>
            <a:t>);</a:t>
          </a:r>
        </a:p>
      </dgm:t>
    </dgm:pt>
    <dgm:pt modelId="{E65F9A41-DD7C-4781-B4F0-0B78A4B3A70F}" type="parTrans" cxnId="{DDD72AEB-D2EA-4E3B-B01F-4D53FC049759}">
      <dgm:prSet/>
      <dgm:spPr/>
      <dgm:t>
        <a:bodyPr/>
        <a:lstStyle/>
        <a:p>
          <a:endParaRPr lang="en-US"/>
        </a:p>
      </dgm:t>
    </dgm:pt>
    <dgm:pt modelId="{B9339FF2-DF08-4D47-A36F-84BB1641D339}" type="sibTrans" cxnId="{DDD72AEB-D2EA-4E3B-B01F-4D53FC049759}">
      <dgm:prSet/>
      <dgm:spPr/>
      <dgm:t>
        <a:bodyPr/>
        <a:lstStyle/>
        <a:p>
          <a:endParaRPr lang="en-US"/>
        </a:p>
      </dgm:t>
    </dgm:pt>
    <dgm:pt modelId="{B6E0AD97-9664-9B43-994E-F88A1E21EDB7}" type="pres">
      <dgm:prSet presAssocID="{3FC76F2D-D29A-403F-BC3F-2962E2A84A9C}" presName="vert0" presStyleCnt="0">
        <dgm:presLayoutVars>
          <dgm:dir/>
          <dgm:animOne val="branch"/>
          <dgm:animLvl val="lvl"/>
        </dgm:presLayoutVars>
      </dgm:prSet>
      <dgm:spPr/>
    </dgm:pt>
    <dgm:pt modelId="{8ABA0BBF-89B9-7749-B4B7-2E1C531584F8}" type="pres">
      <dgm:prSet presAssocID="{497128EE-4813-438C-BE4C-B61C7000D819}" presName="thickLine" presStyleLbl="alignNode1" presStyleIdx="0" presStyleCnt="15"/>
      <dgm:spPr/>
    </dgm:pt>
    <dgm:pt modelId="{E96FF5B7-DCA0-EF41-9DFF-A411FD149AAF}" type="pres">
      <dgm:prSet presAssocID="{497128EE-4813-438C-BE4C-B61C7000D819}" presName="horz1" presStyleCnt="0"/>
      <dgm:spPr/>
    </dgm:pt>
    <dgm:pt modelId="{184FAB08-B6A0-3E41-BA65-53EAA2135FF3}" type="pres">
      <dgm:prSet presAssocID="{497128EE-4813-438C-BE4C-B61C7000D819}" presName="tx1" presStyleLbl="revTx" presStyleIdx="0" presStyleCnt="15"/>
      <dgm:spPr/>
    </dgm:pt>
    <dgm:pt modelId="{0F121920-4025-EE46-B5D0-9281BD77B5E5}" type="pres">
      <dgm:prSet presAssocID="{497128EE-4813-438C-BE4C-B61C7000D819}" presName="vert1" presStyleCnt="0"/>
      <dgm:spPr/>
    </dgm:pt>
    <dgm:pt modelId="{24AE75A8-FD08-1449-BF75-6B05BDA09E75}" type="pres">
      <dgm:prSet presAssocID="{6C131F4A-708E-403D-8FAD-C4D4C2C41CD1}" presName="thickLine" presStyleLbl="alignNode1" presStyleIdx="1" presStyleCnt="15"/>
      <dgm:spPr/>
    </dgm:pt>
    <dgm:pt modelId="{B8057C0B-F71F-A140-A2C0-40FEC613060F}" type="pres">
      <dgm:prSet presAssocID="{6C131F4A-708E-403D-8FAD-C4D4C2C41CD1}" presName="horz1" presStyleCnt="0"/>
      <dgm:spPr/>
    </dgm:pt>
    <dgm:pt modelId="{C39B998E-EEED-154A-A88E-13BCE49502FF}" type="pres">
      <dgm:prSet presAssocID="{6C131F4A-708E-403D-8FAD-C4D4C2C41CD1}" presName="tx1" presStyleLbl="revTx" presStyleIdx="1" presStyleCnt="15"/>
      <dgm:spPr/>
    </dgm:pt>
    <dgm:pt modelId="{31B2C7DB-4EA6-8A4A-BEF1-7F6B46D960E9}" type="pres">
      <dgm:prSet presAssocID="{6C131F4A-708E-403D-8FAD-C4D4C2C41CD1}" presName="vert1" presStyleCnt="0"/>
      <dgm:spPr/>
    </dgm:pt>
    <dgm:pt modelId="{86B3619A-FA9D-2345-B21A-96D60FF30F55}" type="pres">
      <dgm:prSet presAssocID="{16E30728-06A6-46FF-A656-8F73BD3635B4}" presName="thickLine" presStyleLbl="alignNode1" presStyleIdx="2" presStyleCnt="15"/>
      <dgm:spPr/>
    </dgm:pt>
    <dgm:pt modelId="{7B78F0A7-4F8F-C24D-9AFB-9C46A8F93F19}" type="pres">
      <dgm:prSet presAssocID="{16E30728-06A6-46FF-A656-8F73BD3635B4}" presName="horz1" presStyleCnt="0"/>
      <dgm:spPr/>
    </dgm:pt>
    <dgm:pt modelId="{52FA8591-CD8B-AF46-8D65-A27449C0CDA7}" type="pres">
      <dgm:prSet presAssocID="{16E30728-06A6-46FF-A656-8F73BD3635B4}" presName="tx1" presStyleLbl="revTx" presStyleIdx="2" presStyleCnt="15"/>
      <dgm:spPr/>
    </dgm:pt>
    <dgm:pt modelId="{556AB84F-5E2A-7A48-9E09-AE7374197AE8}" type="pres">
      <dgm:prSet presAssocID="{16E30728-06A6-46FF-A656-8F73BD3635B4}" presName="vert1" presStyleCnt="0"/>
      <dgm:spPr/>
    </dgm:pt>
    <dgm:pt modelId="{482CB088-D2A2-7E4D-B7C6-CB9F207C913C}" type="pres">
      <dgm:prSet presAssocID="{6BD926D6-57D5-479C-9C68-46E15B6C0DC2}" presName="thickLine" presStyleLbl="alignNode1" presStyleIdx="3" presStyleCnt="15"/>
      <dgm:spPr/>
    </dgm:pt>
    <dgm:pt modelId="{D635EEE8-FE84-9B4B-A5C6-CCB9CE8AFC73}" type="pres">
      <dgm:prSet presAssocID="{6BD926D6-57D5-479C-9C68-46E15B6C0DC2}" presName="horz1" presStyleCnt="0"/>
      <dgm:spPr/>
    </dgm:pt>
    <dgm:pt modelId="{0AE0E435-FFE9-DB45-933F-1BC734853023}" type="pres">
      <dgm:prSet presAssocID="{6BD926D6-57D5-479C-9C68-46E15B6C0DC2}" presName="tx1" presStyleLbl="revTx" presStyleIdx="3" presStyleCnt="15"/>
      <dgm:spPr/>
    </dgm:pt>
    <dgm:pt modelId="{DE7D61F8-6D5D-2E47-B5C4-E3CC14E0ADBB}" type="pres">
      <dgm:prSet presAssocID="{6BD926D6-57D5-479C-9C68-46E15B6C0DC2}" presName="vert1" presStyleCnt="0"/>
      <dgm:spPr/>
    </dgm:pt>
    <dgm:pt modelId="{6FB12B8C-69EB-D747-885A-19C7A8D63207}" type="pres">
      <dgm:prSet presAssocID="{8B4919E5-3F62-4669-980D-806B7F98D5F4}" presName="thickLine" presStyleLbl="alignNode1" presStyleIdx="4" presStyleCnt="15"/>
      <dgm:spPr/>
    </dgm:pt>
    <dgm:pt modelId="{8E903081-8BA7-FA40-BFD6-A00C3316CFF3}" type="pres">
      <dgm:prSet presAssocID="{8B4919E5-3F62-4669-980D-806B7F98D5F4}" presName="horz1" presStyleCnt="0"/>
      <dgm:spPr/>
    </dgm:pt>
    <dgm:pt modelId="{A19CA3DB-3F81-0C42-B82C-5894C34F1DFB}" type="pres">
      <dgm:prSet presAssocID="{8B4919E5-3F62-4669-980D-806B7F98D5F4}" presName="tx1" presStyleLbl="revTx" presStyleIdx="4" presStyleCnt="15"/>
      <dgm:spPr/>
    </dgm:pt>
    <dgm:pt modelId="{08AC427B-3811-1E4F-8530-8C45DCF53E0F}" type="pres">
      <dgm:prSet presAssocID="{8B4919E5-3F62-4669-980D-806B7F98D5F4}" presName="vert1" presStyleCnt="0"/>
      <dgm:spPr/>
    </dgm:pt>
    <dgm:pt modelId="{76CD185C-C698-F043-BCEF-A854452CB9D0}" type="pres">
      <dgm:prSet presAssocID="{EB1516EA-BEB9-434B-804C-9A64CEA2A6D3}" presName="thickLine" presStyleLbl="alignNode1" presStyleIdx="5" presStyleCnt="15"/>
      <dgm:spPr/>
    </dgm:pt>
    <dgm:pt modelId="{AFF12C23-8467-274C-865E-DEEFEFAF4A5F}" type="pres">
      <dgm:prSet presAssocID="{EB1516EA-BEB9-434B-804C-9A64CEA2A6D3}" presName="horz1" presStyleCnt="0"/>
      <dgm:spPr/>
    </dgm:pt>
    <dgm:pt modelId="{2DB2CC49-DCCF-1540-9685-E8A695EC2E53}" type="pres">
      <dgm:prSet presAssocID="{EB1516EA-BEB9-434B-804C-9A64CEA2A6D3}" presName="tx1" presStyleLbl="revTx" presStyleIdx="5" presStyleCnt="15"/>
      <dgm:spPr/>
    </dgm:pt>
    <dgm:pt modelId="{A5A81120-4684-284B-8CFC-C83B7F3E948D}" type="pres">
      <dgm:prSet presAssocID="{EB1516EA-BEB9-434B-804C-9A64CEA2A6D3}" presName="vert1" presStyleCnt="0"/>
      <dgm:spPr/>
    </dgm:pt>
    <dgm:pt modelId="{B3E42CD8-364C-8C43-A0D2-93C1D3AAF7C4}" type="pres">
      <dgm:prSet presAssocID="{1F9B2253-44E0-454F-99D0-5217ADF39CC1}" presName="thickLine" presStyleLbl="alignNode1" presStyleIdx="6" presStyleCnt="15"/>
      <dgm:spPr/>
    </dgm:pt>
    <dgm:pt modelId="{1BF89D85-159E-1C43-A9F7-5C61E5CF5031}" type="pres">
      <dgm:prSet presAssocID="{1F9B2253-44E0-454F-99D0-5217ADF39CC1}" presName="horz1" presStyleCnt="0"/>
      <dgm:spPr/>
    </dgm:pt>
    <dgm:pt modelId="{3DF7828E-6FD5-5943-A9B4-DF685E8F935F}" type="pres">
      <dgm:prSet presAssocID="{1F9B2253-44E0-454F-99D0-5217ADF39CC1}" presName="tx1" presStyleLbl="revTx" presStyleIdx="6" presStyleCnt="15"/>
      <dgm:spPr/>
    </dgm:pt>
    <dgm:pt modelId="{01D579C6-09C5-7149-AEBA-4C424DF0767E}" type="pres">
      <dgm:prSet presAssocID="{1F9B2253-44E0-454F-99D0-5217ADF39CC1}" presName="vert1" presStyleCnt="0"/>
      <dgm:spPr/>
    </dgm:pt>
    <dgm:pt modelId="{6BCE153B-ED95-9743-930F-9A67336A0818}" type="pres">
      <dgm:prSet presAssocID="{71E07089-0366-4341-9602-FD7004795771}" presName="thickLine" presStyleLbl="alignNode1" presStyleIdx="7" presStyleCnt="15"/>
      <dgm:spPr/>
    </dgm:pt>
    <dgm:pt modelId="{04BA3F54-79BD-FC4F-A699-F566BD64BAA7}" type="pres">
      <dgm:prSet presAssocID="{71E07089-0366-4341-9602-FD7004795771}" presName="horz1" presStyleCnt="0"/>
      <dgm:spPr/>
    </dgm:pt>
    <dgm:pt modelId="{136AE042-61AC-E44B-A2FC-8C10B80E7BA1}" type="pres">
      <dgm:prSet presAssocID="{71E07089-0366-4341-9602-FD7004795771}" presName="tx1" presStyleLbl="revTx" presStyleIdx="7" presStyleCnt="15"/>
      <dgm:spPr/>
    </dgm:pt>
    <dgm:pt modelId="{ED3D9628-882E-E546-96CC-621574824819}" type="pres">
      <dgm:prSet presAssocID="{71E07089-0366-4341-9602-FD7004795771}" presName="vert1" presStyleCnt="0"/>
      <dgm:spPr/>
    </dgm:pt>
    <dgm:pt modelId="{6908FF78-A0F5-4C41-A1D9-4A16470C5F31}" type="pres">
      <dgm:prSet presAssocID="{771433BC-E8F9-44B7-B704-C22E098A2EAC}" presName="thickLine" presStyleLbl="alignNode1" presStyleIdx="8" presStyleCnt="15"/>
      <dgm:spPr/>
    </dgm:pt>
    <dgm:pt modelId="{20B31603-85BF-974B-8E84-C85CDECAEA6B}" type="pres">
      <dgm:prSet presAssocID="{771433BC-E8F9-44B7-B704-C22E098A2EAC}" presName="horz1" presStyleCnt="0"/>
      <dgm:spPr/>
    </dgm:pt>
    <dgm:pt modelId="{1DF6DC78-FB05-724F-8324-D2E794F7387F}" type="pres">
      <dgm:prSet presAssocID="{771433BC-E8F9-44B7-B704-C22E098A2EAC}" presName="tx1" presStyleLbl="revTx" presStyleIdx="8" presStyleCnt="15"/>
      <dgm:spPr/>
    </dgm:pt>
    <dgm:pt modelId="{476F03EF-B4AC-FC44-82FD-A4307B47EDD7}" type="pres">
      <dgm:prSet presAssocID="{771433BC-E8F9-44B7-B704-C22E098A2EAC}" presName="vert1" presStyleCnt="0"/>
      <dgm:spPr/>
    </dgm:pt>
    <dgm:pt modelId="{7CE2EFD3-B364-0A4D-9DA5-F474DAE48E9F}" type="pres">
      <dgm:prSet presAssocID="{5659B00C-FDFC-4D14-B0C5-4A41FA5ACE42}" presName="thickLine" presStyleLbl="alignNode1" presStyleIdx="9" presStyleCnt="15"/>
      <dgm:spPr/>
    </dgm:pt>
    <dgm:pt modelId="{73BD667F-E11B-C447-B762-7B1D0067F228}" type="pres">
      <dgm:prSet presAssocID="{5659B00C-FDFC-4D14-B0C5-4A41FA5ACE42}" presName="horz1" presStyleCnt="0"/>
      <dgm:spPr/>
    </dgm:pt>
    <dgm:pt modelId="{C920AE95-2BE1-B245-AA4F-62F7E229E0E2}" type="pres">
      <dgm:prSet presAssocID="{5659B00C-FDFC-4D14-B0C5-4A41FA5ACE42}" presName="tx1" presStyleLbl="revTx" presStyleIdx="9" presStyleCnt="15"/>
      <dgm:spPr/>
    </dgm:pt>
    <dgm:pt modelId="{E44620CD-486F-DE4A-ACC0-6E51985A7A75}" type="pres">
      <dgm:prSet presAssocID="{5659B00C-FDFC-4D14-B0C5-4A41FA5ACE42}" presName="vert1" presStyleCnt="0"/>
      <dgm:spPr/>
    </dgm:pt>
    <dgm:pt modelId="{732B39E9-A70B-9446-9B85-12867AE02DA0}" type="pres">
      <dgm:prSet presAssocID="{E742A280-EF16-4691-9EDC-9DD4D95CD583}" presName="thickLine" presStyleLbl="alignNode1" presStyleIdx="10" presStyleCnt="15"/>
      <dgm:spPr/>
    </dgm:pt>
    <dgm:pt modelId="{45AE75AE-37EE-C841-BC77-CD17536C14F2}" type="pres">
      <dgm:prSet presAssocID="{E742A280-EF16-4691-9EDC-9DD4D95CD583}" presName="horz1" presStyleCnt="0"/>
      <dgm:spPr/>
    </dgm:pt>
    <dgm:pt modelId="{CD3DCBDE-4528-AA4B-8882-393920D532F7}" type="pres">
      <dgm:prSet presAssocID="{E742A280-EF16-4691-9EDC-9DD4D95CD583}" presName="tx1" presStyleLbl="revTx" presStyleIdx="10" presStyleCnt="15"/>
      <dgm:spPr/>
    </dgm:pt>
    <dgm:pt modelId="{4A1231EC-BEAD-CE40-8A00-1E8E788131ED}" type="pres">
      <dgm:prSet presAssocID="{E742A280-EF16-4691-9EDC-9DD4D95CD583}" presName="vert1" presStyleCnt="0"/>
      <dgm:spPr/>
    </dgm:pt>
    <dgm:pt modelId="{86600386-E4F4-474C-A101-76601A75A0C2}" type="pres">
      <dgm:prSet presAssocID="{A7927BAB-690B-4050-A437-CE5ADCD46D46}" presName="thickLine" presStyleLbl="alignNode1" presStyleIdx="11" presStyleCnt="15"/>
      <dgm:spPr/>
    </dgm:pt>
    <dgm:pt modelId="{75124A4A-E865-8143-8DFA-91E5A5AFF4C9}" type="pres">
      <dgm:prSet presAssocID="{A7927BAB-690B-4050-A437-CE5ADCD46D46}" presName="horz1" presStyleCnt="0"/>
      <dgm:spPr/>
    </dgm:pt>
    <dgm:pt modelId="{72A51E0A-A63D-D94D-84A2-B2EE6DCE1B5D}" type="pres">
      <dgm:prSet presAssocID="{A7927BAB-690B-4050-A437-CE5ADCD46D46}" presName="tx1" presStyleLbl="revTx" presStyleIdx="11" presStyleCnt="15"/>
      <dgm:spPr/>
    </dgm:pt>
    <dgm:pt modelId="{3B5D7C8A-F708-984C-9828-2CAF5BD74FA5}" type="pres">
      <dgm:prSet presAssocID="{A7927BAB-690B-4050-A437-CE5ADCD46D46}" presName="vert1" presStyleCnt="0"/>
      <dgm:spPr/>
    </dgm:pt>
    <dgm:pt modelId="{14235EAE-42B4-F943-8F2A-74A8B656CAFC}" type="pres">
      <dgm:prSet presAssocID="{6E974311-8503-4D1E-B286-D9357314CBC1}" presName="thickLine" presStyleLbl="alignNode1" presStyleIdx="12" presStyleCnt="15"/>
      <dgm:spPr/>
    </dgm:pt>
    <dgm:pt modelId="{7AF884DE-88DE-FE4A-AD87-82BD87587277}" type="pres">
      <dgm:prSet presAssocID="{6E974311-8503-4D1E-B286-D9357314CBC1}" presName="horz1" presStyleCnt="0"/>
      <dgm:spPr/>
    </dgm:pt>
    <dgm:pt modelId="{DEE2C00D-DCFD-5D44-9AFF-1C1BEE31F858}" type="pres">
      <dgm:prSet presAssocID="{6E974311-8503-4D1E-B286-D9357314CBC1}" presName="tx1" presStyleLbl="revTx" presStyleIdx="12" presStyleCnt="15"/>
      <dgm:spPr/>
    </dgm:pt>
    <dgm:pt modelId="{BB129734-C7CA-1B48-8ACA-C832BCD65D31}" type="pres">
      <dgm:prSet presAssocID="{6E974311-8503-4D1E-B286-D9357314CBC1}" presName="vert1" presStyleCnt="0"/>
      <dgm:spPr/>
    </dgm:pt>
    <dgm:pt modelId="{2602518B-B99D-A44B-8109-9EEF15C5D034}" type="pres">
      <dgm:prSet presAssocID="{08C5B8E5-0332-4F7D-99B0-27C9288CB110}" presName="thickLine" presStyleLbl="alignNode1" presStyleIdx="13" presStyleCnt="15"/>
      <dgm:spPr/>
    </dgm:pt>
    <dgm:pt modelId="{548F87EC-C28C-0E49-8845-8D1AD770ED9E}" type="pres">
      <dgm:prSet presAssocID="{08C5B8E5-0332-4F7D-99B0-27C9288CB110}" presName="horz1" presStyleCnt="0"/>
      <dgm:spPr/>
    </dgm:pt>
    <dgm:pt modelId="{C7BD4895-3C7D-394D-A9B7-C06608268850}" type="pres">
      <dgm:prSet presAssocID="{08C5B8E5-0332-4F7D-99B0-27C9288CB110}" presName="tx1" presStyleLbl="revTx" presStyleIdx="13" presStyleCnt="15"/>
      <dgm:spPr/>
    </dgm:pt>
    <dgm:pt modelId="{FB02FBC2-BFC2-B84B-B42E-B1FD484B8AC5}" type="pres">
      <dgm:prSet presAssocID="{08C5B8E5-0332-4F7D-99B0-27C9288CB110}" presName="vert1" presStyleCnt="0"/>
      <dgm:spPr/>
    </dgm:pt>
    <dgm:pt modelId="{585A58AA-212C-9246-BC02-62B60135778D}" type="pres">
      <dgm:prSet presAssocID="{B55F4139-44EC-4FAD-ACC9-341924A01771}" presName="thickLine" presStyleLbl="alignNode1" presStyleIdx="14" presStyleCnt="15"/>
      <dgm:spPr/>
    </dgm:pt>
    <dgm:pt modelId="{9C34F0A1-548E-004C-A11B-148ED7A97B41}" type="pres">
      <dgm:prSet presAssocID="{B55F4139-44EC-4FAD-ACC9-341924A01771}" presName="horz1" presStyleCnt="0"/>
      <dgm:spPr/>
    </dgm:pt>
    <dgm:pt modelId="{BC4507BE-0644-1948-AE6A-10868740D258}" type="pres">
      <dgm:prSet presAssocID="{B55F4139-44EC-4FAD-ACC9-341924A01771}" presName="tx1" presStyleLbl="revTx" presStyleIdx="14" presStyleCnt="15"/>
      <dgm:spPr/>
    </dgm:pt>
    <dgm:pt modelId="{F9C2E31E-3CE4-AB4E-B782-6A7E122DFD8C}" type="pres">
      <dgm:prSet presAssocID="{B55F4139-44EC-4FAD-ACC9-341924A01771}" presName="vert1" presStyleCnt="0"/>
      <dgm:spPr/>
    </dgm:pt>
  </dgm:ptLst>
  <dgm:cxnLst>
    <dgm:cxn modelId="{14A3CD04-DB71-4AD6-8034-3192CD8513C5}" srcId="{3FC76F2D-D29A-403F-BC3F-2962E2A84A9C}" destId="{A7927BAB-690B-4050-A437-CE5ADCD46D46}" srcOrd="11" destOrd="0" parTransId="{60ABF00F-42B1-4073-A888-AB8F345ACE62}" sibTransId="{DBB3D499-2195-4809-AC90-A3C317262E4E}"/>
    <dgm:cxn modelId="{9511A508-346E-E543-9B13-E278DFB06356}" type="presOf" srcId="{771433BC-E8F9-44B7-B704-C22E098A2EAC}" destId="{1DF6DC78-FB05-724F-8324-D2E794F7387F}" srcOrd="0" destOrd="0" presId="urn:microsoft.com/office/officeart/2008/layout/LinedList"/>
    <dgm:cxn modelId="{DD85C918-1177-5D42-A4CC-A6C17C322777}" type="presOf" srcId="{8B4919E5-3F62-4669-980D-806B7F98D5F4}" destId="{A19CA3DB-3F81-0C42-B82C-5894C34F1DFB}" srcOrd="0" destOrd="0" presId="urn:microsoft.com/office/officeart/2008/layout/LinedList"/>
    <dgm:cxn modelId="{BF458A19-0148-4716-8A00-C43FE745B4D5}" srcId="{3FC76F2D-D29A-403F-BC3F-2962E2A84A9C}" destId="{16E30728-06A6-46FF-A656-8F73BD3635B4}" srcOrd="2" destOrd="0" parTransId="{245CF981-2924-458B-8A39-5EAB5D9DF640}" sibTransId="{B0629DC8-0266-4BDD-9827-87AA0E916EF7}"/>
    <dgm:cxn modelId="{7547B81E-4152-43D5-9176-B474C241DF21}" srcId="{3FC76F2D-D29A-403F-BC3F-2962E2A84A9C}" destId="{E742A280-EF16-4691-9EDC-9DD4D95CD583}" srcOrd="10" destOrd="0" parTransId="{F0432766-7B0F-4AAF-A096-1322D8394348}" sibTransId="{DDD4D8E9-8EA7-468B-8076-5C3578F6A719}"/>
    <dgm:cxn modelId="{59589929-1A87-487C-B2B1-E36AF6065272}" srcId="{3FC76F2D-D29A-403F-BC3F-2962E2A84A9C}" destId="{08C5B8E5-0332-4F7D-99B0-27C9288CB110}" srcOrd="13" destOrd="0" parTransId="{2987C31D-83A7-4583-8569-CA747892E983}" sibTransId="{77097F14-7CC8-450A-AA9A-4617E09B05DA}"/>
    <dgm:cxn modelId="{5761A12C-434D-A640-BC7C-E923001A2243}" type="presOf" srcId="{1F9B2253-44E0-454F-99D0-5217ADF39CC1}" destId="{3DF7828E-6FD5-5943-A9B4-DF685E8F935F}" srcOrd="0" destOrd="0" presId="urn:microsoft.com/office/officeart/2008/layout/LinedList"/>
    <dgm:cxn modelId="{E45FFC2F-742E-554E-AD7F-29DCD0301546}" type="presOf" srcId="{EB1516EA-BEB9-434B-804C-9A64CEA2A6D3}" destId="{2DB2CC49-DCCF-1540-9685-E8A695EC2E53}" srcOrd="0" destOrd="0" presId="urn:microsoft.com/office/officeart/2008/layout/LinedList"/>
    <dgm:cxn modelId="{E1503A33-A551-CC47-8933-CCECA33ADF14}" type="presOf" srcId="{08C5B8E5-0332-4F7D-99B0-27C9288CB110}" destId="{C7BD4895-3C7D-394D-A9B7-C06608268850}" srcOrd="0" destOrd="0" presId="urn:microsoft.com/office/officeart/2008/layout/LinedList"/>
    <dgm:cxn modelId="{E183F745-9968-7E4D-B394-C9B8C0919F69}" type="presOf" srcId="{71E07089-0366-4341-9602-FD7004795771}" destId="{136AE042-61AC-E44B-A2FC-8C10B80E7BA1}" srcOrd="0" destOrd="0" presId="urn:microsoft.com/office/officeart/2008/layout/LinedList"/>
    <dgm:cxn modelId="{B25A324E-533F-4B5A-A501-0D8428E52D01}" srcId="{3FC76F2D-D29A-403F-BC3F-2962E2A84A9C}" destId="{497128EE-4813-438C-BE4C-B61C7000D819}" srcOrd="0" destOrd="0" parTransId="{0FA3167A-4FEC-4EF2-933B-03ADA2342794}" sibTransId="{6AE4FE9A-1FB6-4A83-ADCB-174A5B9300C9}"/>
    <dgm:cxn modelId="{A36A1154-BC4B-014F-933C-DDEC56FAAC10}" type="presOf" srcId="{A7927BAB-690B-4050-A437-CE5ADCD46D46}" destId="{72A51E0A-A63D-D94D-84A2-B2EE6DCE1B5D}" srcOrd="0" destOrd="0" presId="urn:microsoft.com/office/officeart/2008/layout/LinedList"/>
    <dgm:cxn modelId="{1CB19361-8CD1-084D-85EB-30B7E59C090B}" type="presOf" srcId="{6BD926D6-57D5-479C-9C68-46E15B6C0DC2}" destId="{0AE0E435-FFE9-DB45-933F-1BC734853023}" srcOrd="0" destOrd="0" presId="urn:microsoft.com/office/officeart/2008/layout/LinedList"/>
    <dgm:cxn modelId="{45F4DC72-5CCF-8D42-ABFF-B6D9F3D2063B}" type="presOf" srcId="{5659B00C-FDFC-4D14-B0C5-4A41FA5ACE42}" destId="{C920AE95-2BE1-B245-AA4F-62F7E229E0E2}" srcOrd="0" destOrd="0" presId="urn:microsoft.com/office/officeart/2008/layout/LinedList"/>
    <dgm:cxn modelId="{84E2B979-A512-4188-A1BC-34B3801E1B1A}" srcId="{3FC76F2D-D29A-403F-BC3F-2962E2A84A9C}" destId="{8B4919E5-3F62-4669-980D-806B7F98D5F4}" srcOrd="4" destOrd="0" parTransId="{F34E9938-3E5F-4D2C-BF44-80DE06D39141}" sibTransId="{8D26433C-872C-4F20-B7E0-B3B4AE94B6CF}"/>
    <dgm:cxn modelId="{3213D87B-386F-B140-8AE6-122831C8BDB6}" type="presOf" srcId="{497128EE-4813-438C-BE4C-B61C7000D819}" destId="{184FAB08-B6A0-3E41-BA65-53EAA2135FF3}" srcOrd="0" destOrd="0" presId="urn:microsoft.com/office/officeart/2008/layout/LinedList"/>
    <dgm:cxn modelId="{4DDAD090-5AA0-4532-BC40-F42CE8F844CD}" srcId="{3FC76F2D-D29A-403F-BC3F-2962E2A84A9C}" destId="{1F9B2253-44E0-454F-99D0-5217ADF39CC1}" srcOrd="6" destOrd="0" parTransId="{DD39A380-EAED-4B62-967D-5BF3B43B78A1}" sibTransId="{416DCE53-E76B-4828-A930-B99F8CE89C08}"/>
    <dgm:cxn modelId="{3A929696-E3B4-4816-847E-25C3E3C276E5}" srcId="{3FC76F2D-D29A-403F-BC3F-2962E2A84A9C}" destId="{6C131F4A-708E-403D-8FAD-C4D4C2C41CD1}" srcOrd="1" destOrd="0" parTransId="{FBC8ED02-483B-4E69-8CB2-16F17216DB33}" sibTransId="{C5D395F9-0D52-419A-AA08-D82E87AD3B7C}"/>
    <dgm:cxn modelId="{41ABEE96-D734-4BCA-AB31-EF0E2926FEC0}" srcId="{3FC76F2D-D29A-403F-BC3F-2962E2A84A9C}" destId="{71E07089-0366-4341-9602-FD7004795771}" srcOrd="7" destOrd="0" parTransId="{BC4C98B7-38BC-4168-9200-17B1B828206F}" sibTransId="{561DE667-BD64-4071-815A-D3CBB2BECE19}"/>
    <dgm:cxn modelId="{BF025499-987A-4838-A3D7-8889D3F63B7E}" srcId="{3FC76F2D-D29A-403F-BC3F-2962E2A84A9C}" destId="{EB1516EA-BEB9-434B-804C-9A64CEA2A6D3}" srcOrd="5" destOrd="0" parTransId="{B53B17E5-2B6C-470A-8690-9B49CE2FDA08}" sibTransId="{7CFA719C-04EA-4685-9FBA-B24CCAD6AF0F}"/>
    <dgm:cxn modelId="{D62D689E-95D7-F64C-8E8F-E22A0AEAB22E}" type="presOf" srcId="{16E30728-06A6-46FF-A656-8F73BD3635B4}" destId="{52FA8591-CD8B-AF46-8D65-A27449C0CDA7}" srcOrd="0" destOrd="0" presId="urn:microsoft.com/office/officeart/2008/layout/LinedList"/>
    <dgm:cxn modelId="{8326849F-C135-48FC-B6E0-4CAF7A9729A6}" srcId="{3FC76F2D-D29A-403F-BC3F-2962E2A84A9C}" destId="{5659B00C-FDFC-4D14-B0C5-4A41FA5ACE42}" srcOrd="9" destOrd="0" parTransId="{2603E2FE-A8F1-4BB5-94CD-0FF8B8B0C722}" sibTransId="{D2A17AA8-9EAD-4A26-A1A8-B93A1D80AD4B}"/>
    <dgm:cxn modelId="{2DCAA8A5-4E21-204C-AD1A-378BDC204B65}" type="presOf" srcId="{B55F4139-44EC-4FAD-ACC9-341924A01771}" destId="{BC4507BE-0644-1948-AE6A-10868740D258}" srcOrd="0" destOrd="0" presId="urn:microsoft.com/office/officeart/2008/layout/LinedList"/>
    <dgm:cxn modelId="{3F99FABA-3CAB-4B90-97B5-3387A7C289A8}" srcId="{3FC76F2D-D29A-403F-BC3F-2962E2A84A9C}" destId="{771433BC-E8F9-44B7-B704-C22E098A2EAC}" srcOrd="8" destOrd="0" parTransId="{51D56D84-C2A7-4438-896C-F1F591D28853}" sibTransId="{90137108-300A-4826-B16E-541EAAF1EE32}"/>
    <dgm:cxn modelId="{A02210C7-5AA2-4B58-8C19-2A1343C2CD98}" srcId="{3FC76F2D-D29A-403F-BC3F-2962E2A84A9C}" destId="{6E974311-8503-4D1E-B286-D9357314CBC1}" srcOrd="12" destOrd="0" parTransId="{BF30DECF-311D-4286-B421-2DFFFA02EFD6}" sibTransId="{2D1991ED-59DF-47CA-819D-C2F1835909F9}"/>
    <dgm:cxn modelId="{F04D4BD1-DAF0-D548-B06C-B6D8C9625762}" type="presOf" srcId="{3FC76F2D-D29A-403F-BC3F-2962E2A84A9C}" destId="{B6E0AD97-9664-9B43-994E-F88A1E21EDB7}" srcOrd="0" destOrd="0" presId="urn:microsoft.com/office/officeart/2008/layout/LinedList"/>
    <dgm:cxn modelId="{69FB93E0-B9CD-9643-BB13-65F6F9309039}" type="presOf" srcId="{6E974311-8503-4D1E-B286-D9357314CBC1}" destId="{DEE2C00D-DCFD-5D44-9AFF-1C1BEE31F858}" srcOrd="0" destOrd="0" presId="urn:microsoft.com/office/officeart/2008/layout/LinedList"/>
    <dgm:cxn modelId="{0ADE3FE3-3E94-C048-BA52-2301ED4D676E}" type="presOf" srcId="{E742A280-EF16-4691-9EDC-9DD4D95CD583}" destId="{CD3DCBDE-4528-AA4B-8882-393920D532F7}" srcOrd="0" destOrd="0" presId="urn:microsoft.com/office/officeart/2008/layout/LinedList"/>
    <dgm:cxn modelId="{DDD72AEB-D2EA-4E3B-B01F-4D53FC049759}" srcId="{3FC76F2D-D29A-403F-BC3F-2962E2A84A9C}" destId="{B55F4139-44EC-4FAD-ACC9-341924A01771}" srcOrd="14" destOrd="0" parTransId="{E65F9A41-DD7C-4781-B4F0-0B78A4B3A70F}" sibTransId="{B9339FF2-DF08-4D47-A36F-84BB1641D339}"/>
    <dgm:cxn modelId="{BD4FCDEB-10E0-C84C-94F8-FA8754D45651}" type="presOf" srcId="{6C131F4A-708E-403D-8FAD-C4D4C2C41CD1}" destId="{C39B998E-EEED-154A-A88E-13BCE49502FF}" srcOrd="0" destOrd="0" presId="urn:microsoft.com/office/officeart/2008/layout/LinedList"/>
    <dgm:cxn modelId="{012F5FF5-0346-4683-81CF-CA0D91AB978D}" srcId="{3FC76F2D-D29A-403F-BC3F-2962E2A84A9C}" destId="{6BD926D6-57D5-479C-9C68-46E15B6C0DC2}" srcOrd="3" destOrd="0" parTransId="{D1EFC59A-C7EC-44E7-9BAF-4993AC5A451F}" sibTransId="{44BEBBAA-8C7A-4880-98E2-F2FA0F332D02}"/>
    <dgm:cxn modelId="{0791146E-B3CC-5448-950D-AAF5DCF5E45D}" type="presParOf" srcId="{B6E0AD97-9664-9B43-994E-F88A1E21EDB7}" destId="{8ABA0BBF-89B9-7749-B4B7-2E1C531584F8}" srcOrd="0" destOrd="0" presId="urn:microsoft.com/office/officeart/2008/layout/LinedList"/>
    <dgm:cxn modelId="{DF9CD0CC-C261-694E-8006-E26A3BEEF1D0}" type="presParOf" srcId="{B6E0AD97-9664-9B43-994E-F88A1E21EDB7}" destId="{E96FF5B7-DCA0-EF41-9DFF-A411FD149AAF}" srcOrd="1" destOrd="0" presId="urn:microsoft.com/office/officeart/2008/layout/LinedList"/>
    <dgm:cxn modelId="{9ABBAAF2-25AC-6D4A-9CFA-EA51B50503A3}" type="presParOf" srcId="{E96FF5B7-DCA0-EF41-9DFF-A411FD149AAF}" destId="{184FAB08-B6A0-3E41-BA65-53EAA2135FF3}" srcOrd="0" destOrd="0" presId="urn:microsoft.com/office/officeart/2008/layout/LinedList"/>
    <dgm:cxn modelId="{1DE606D3-F15B-CC4C-832A-0E503B924EF8}" type="presParOf" srcId="{E96FF5B7-DCA0-EF41-9DFF-A411FD149AAF}" destId="{0F121920-4025-EE46-B5D0-9281BD77B5E5}" srcOrd="1" destOrd="0" presId="urn:microsoft.com/office/officeart/2008/layout/LinedList"/>
    <dgm:cxn modelId="{FF574840-20EE-D741-B5FF-B3FB8C8185AD}" type="presParOf" srcId="{B6E0AD97-9664-9B43-994E-F88A1E21EDB7}" destId="{24AE75A8-FD08-1449-BF75-6B05BDA09E75}" srcOrd="2" destOrd="0" presId="urn:microsoft.com/office/officeart/2008/layout/LinedList"/>
    <dgm:cxn modelId="{2D3DB0FF-D8D7-3C4A-BE9A-E723243DECB1}" type="presParOf" srcId="{B6E0AD97-9664-9B43-994E-F88A1E21EDB7}" destId="{B8057C0B-F71F-A140-A2C0-40FEC613060F}" srcOrd="3" destOrd="0" presId="urn:microsoft.com/office/officeart/2008/layout/LinedList"/>
    <dgm:cxn modelId="{C567E663-3CA0-F54B-9B4D-1DA171DFC4C1}" type="presParOf" srcId="{B8057C0B-F71F-A140-A2C0-40FEC613060F}" destId="{C39B998E-EEED-154A-A88E-13BCE49502FF}" srcOrd="0" destOrd="0" presId="urn:microsoft.com/office/officeart/2008/layout/LinedList"/>
    <dgm:cxn modelId="{7C880E8F-A421-4442-A80F-54A815F8F13D}" type="presParOf" srcId="{B8057C0B-F71F-A140-A2C0-40FEC613060F}" destId="{31B2C7DB-4EA6-8A4A-BEF1-7F6B46D960E9}" srcOrd="1" destOrd="0" presId="urn:microsoft.com/office/officeart/2008/layout/LinedList"/>
    <dgm:cxn modelId="{F45416A6-A5BD-894B-9228-8F464160F71F}" type="presParOf" srcId="{B6E0AD97-9664-9B43-994E-F88A1E21EDB7}" destId="{86B3619A-FA9D-2345-B21A-96D60FF30F55}" srcOrd="4" destOrd="0" presId="urn:microsoft.com/office/officeart/2008/layout/LinedList"/>
    <dgm:cxn modelId="{19949379-BCEF-5140-B62B-16D6EFC7F5D3}" type="presParOf" srcId="{B6E0AD97-9664-9B43-994E-F88A1E21EDB7}" destId="{7B78F0A7-4F8F-C24D-9AFB-9C46A8F93F19}" srcOrd="5" destOrd="0" presId="urn:microsoft.com/office/officeart/2008/layout/LinedList"/>
    <dgm:cxn modelId="{38593842-B518-3F45-BC74-20AC55B6C85D}" type="presParOf" srcId="{7B78F0A7-4F8F-C24D-9AFB-9C46A8F93F19}" destId="{52FA8591-CD8B-AF46-8D65-A27449C0CDA7}" srcOrd="0" destOrd="0" presId="urn:microsoft.com/office/officeart/2008/layout/LinedList"/>
    <dgm:cxn modelId="{6C3D2EB6-02DF-2C47-A1C2-03C828F3F6C6}" type="presParOf" srcId="{7B78F0A7-4F8F-C24D-9AFB-9C46A8F93F19}" destId="{556AB84F-5E2A-7A48-9E09-AE7374197AE8}" srcOrd="1" destOrd="0" presId="urn:microsoft.com/office/officeart/2008/layout/LinedList"/>
    <dgm:cxn modelId="{14CAEF7F-1F0E-8347-9976-EAED1A862B1E}" type="presParOf" srcId="{B6E0AD97-9664-9B43-994E-F88A1E21EDB7}" destId="{482CB088-D2A2-7E4D-B7C6-CB9F207C913C}" srcOrd="6" destOrd="0" presId="urn:microsoft.com/office/officeart/2008/layout/LinedList"/>
    <dgm:cxn modelId="{8496D7D0-9568-A849-9B3D-7B6A82A52B95}" type="presParOf" srcId="{B6E0AD97-9664-9B43-994E-F88A1E21EDB7}" destId="{D635EEE8-FE84-9B4B-A5C6-CCB9CE8AFC73}" srcOrd="7" destOrd="0" presId="urn:microsoft.com/office/officeart/2008/layout/LinedList"/>
    <dgm:cxn modelId="{DB1BA9B1-E68C-444D-A421-C7F1F614706B}" type="presParOf" srcId="{D635EEE8-FE84-9B4B-A5C6-CCB9CE8AFC73}" destId="{0AE0E435-FFE9-DB45-933F-1BC734853023}" srcOrd="0" destOrd="0" presId="urn:microsoft.com/office/officeart/2008/layout/LinedList"/>
    <dgm:cxn modelId="{C830C473-80C1-3F40-9AD0-92009E7C3941}" type="presParOf" srcId="{D635EEE8-FE84-9B4B-A5C6-CCB9CE8AFC73}" destId="{DE7D61F8-6D5D-2E47-B5C4-E3CC14E0ADBB}" srcOrd="1" destOrd="0" presId="urn:microsoft.com/office/officeart/2008/layout/LinedList"/>
    <dgm:cxn modelId="{79F8ADCC-E7B6-AB41-9E38-2746BF3F3E20}" type="presParOf" srcId="{B6E0AD97-9664-9B43-994E-F88A1E21EDB7}" destId="{6FB12B8C-69EB-D747-885A-19C7A8D63207}" srcOrd="8" destOrd="0" presId="urn:microsoft.com/office/officeart/2008/layout/LinedList"/>
    <dgm:cxn modelId="{A100A6ED-FB17-294E-A3D5-8B6017935F2B}" type="presParOf" srcId="{B6E0AD97-9664-9B43-994E-F88A1E21EDB7}" destId="{8E903081-8BA7-FA40-BFD6-A00C3316CFF3}" srcOrd="9" destOrd="0" presId="urn:microsoft.com/office/officeart/2008/layout/LinedList"/>
    <dgm:cxn modelId="{CF2DB451-78BB-9B48-A7C4-C7DAD53898D9}" type="presParOf" srcId="{8E903081-8BA7-FA40-BFD6-A00C3316CFF3}" destId="{A19CA3DB-3F81-0C42-B82C-5894C34F1DFB}" srcOrd="0" destOrd="0" presId="urn:microsoft.com/office/officeart/2008/layout/LinedList"/>
    <dgm:cxn modelId="{0CDB1586-292A-8F44-8281-E66EDD7A4741}" type="presParOf" srcId="{8E903081-8BA7-FA40-BFD6-A00C3316CFF3}" destId="{08AC427B-3811-1E4F-8530-8C45DCF53E0F}" srcOrd="1" destOrd="0" presId="urn:microsoft.com/office/officeart/2008/layout/LinedList"/>
    <dgm:cxn modelId="{A330B852-06C4-524D-BEFC-B0BA453DDF4F}" type="presParOf" srcId="{B6E0AD97-9664-9B43-994E-F88A1E21EDB7}" destId="{76CD185C-C698-F043-BCEF-A854452CB9D0}" srcOrd="10" destOrd="0" presId="urn:microsoft.com/office/officeart/2008/layout/LinedList"/>
    <dgm:cxn modelId="{0A1A298B-EB0E-B946-AA94-3F0819FAE72C}" type="presParOf" srcId="{B6E0AD97-9664-9B43-994E-F88A1E21EDB7}" destId="{AFF12C23-8467-274C-865E-DEEFEFAF4A5F}" srcOrd="11" destOrd="0" presId="urn:microsoft.com/office/officeart/2008/layout/LinedList"/>
    <dgm:cxn modelId="{ADC64474-02FC-7A48-BC6F-8A8A8A465BF6}" type="presParOf" srcId="{AFF12C23-8467-274C-865E-DEEFEFAF4A5F}" destId="{2DB2CC49-DCCF-1540-9685-E8A695EC2E53}" srcOrd="0" destOrd="0" presId="urn:microsoft.com/office/officeart/2008/layout/LinedList"/>
    <dgm:cxn modelId="{94EF5E8E-A693-8042-959D-EE8F9A43DAA6}" type="presParOf" srcId="{AFF12C23-8467-274C-865E-DEEFEFAF4A5F}" destId="{A5A81120-4684-284B-8CFC-C83B7F3E948D}" srcOrd="1" destOrd="0" presId="urn:microsoft.com/office/officeart/2008/layout/LinedList"/>
    <dgm:cxn modelId="{3AB8E82A-3BBC-C84A-B95A-0098C2AEE37A}" type="presParOf" srcId="{B6E0AD97-9664-9B43-994E-F88A1E21EDB7}" destId="{B3E42CD8-364C-8C43-A0D2-93C1D3AAF7C4}" srcOrd="12" destOrd="0" presId="urn:microsoft.com/office/officeart/2008/layout/LinedList"/>
    <dgm:cxn modelId="{5F727D3C-67FC-4A41-BC69-5D9CE87C9041}" type="presParOf" srcId="{B6E0AD97-9664-9B43-994E-F88A1E21EDB7}" destId="{1BF89D85-159E-1C43-A9F7-5C61E5CF5031}" srcOrd="13" destOrd="0" presId="urn:microsoft.com/office/officeart/2008/layout/LinedList"/>
    <dgm:cxn modelId="{B9968FE6-5C9E-5544-A12D-A20D492C7EAC}" type="presParOf" srcId="{1BF89D85-159E-1C43-A9F7-5C61E5CF5031}" destId="{3DF7828E-6FD5-5943-A9B4-DF685E8F935F}" srcOrd="0" destOrd="0" presId="urn:microsoft.com/office/officeart/2008/layout/LinedList"/>
    <dgm:cxn modelId="{A8738100-3215-264D-8EB2-A69D8A01C08C}" type="presParOf" srcId="{1BF89D85-159E-1C43-A9F7-5C61E5CF5031}" destId="{01D579C6-09C5-7149-AEBA-4C424DF0767E}" srcOrd="1" destOrd="0" presId="urn:microsoft.com/office/officeart/2008/layout/LinedList"/>
    <dgm:cxn modelId="{5F133E7B-8A33-304C-92FB-BCDF63094B4D}" type="presParOf" srcId="{B6E0AD97-9664-9B43-994E-F88A1E21EDB7}" destId="{6BCE153B-ED95-9743-930F-9A67336A0818}" srcOrd="14" destOrd="0" presId="urn:microsoft.com/office/officeart/2008/layout/LinedList"/>
    <dgm:cxn modelId="{93F8773A-E3B6-3241-ADEC-34BCB2B3B248}" type="presParOf" srcId="{B6E0AD97-9664-9B43-994E-F88A1E21EDB7}" destId="{04BA3F54-79BD-FC4F-A699-F566BD64BAA7}" srcOrd="15" destOrd="0" presId="urn:microsoft.com/office/officeart/2008/layout/LinedList"/>
    <dgm:cxn modelId="{B0FAC089-8317-B841-BA19-9FF34CB56E1E}" type="presParOf" srcId="{04BA3F54-79BD-FC4F-A699-F566BD64BAA7}" destId="{136AE042-61AC-E44B-A2FC-8C10B80E7BA1}" srcOrd="0" destOrd="0" presId="urn:microsoft.com/office/officeart/2008/layout/LinedList"/>
    <dgm:cxn modelId="{909D87A3-DA3B-2843-94A8-D9E0442F330E}" type="presParOf" srcId="{04BA3F54-79BD-FC4F-A699-F566BD64BAA7}" destId="{ED3D9628-882E-E546-96CC-621574824819}" srcOrd="1" destOrd="0" presId="urn:microsoft.com/office/officeart/2008/layout/LinedList"/>
    <dgm:cxn modelId="{913BD7BF-F3D0-884F-B46A-B3862988C0C3}" type="presParOf" srcId="{B6E0AD97-9664-9B43-994E-F88A1E21EDB7}" destId="{6908FF78-A0F5-4C41-A1D9-4A16470C5F31}" srcOrd="16" destOrd="0" presId="urn:microsoft.com/office/officeart/2008/layout/LinedList"/>
    <dgm:cxn modelId="{996B6B63-1895-2845-B575-4FE0180F0FA9}" type="presParOf" srcId="{B6E0AD97-9664-9B43-994E-F88A1E21EDB7}" destId="{20B31603-85BF-974B-8E84-C85CDECAEA6B}" srcOrd="17" destOrd="0" presId="urn:microsoft.com/office/officeart/2008/layout/LinedList"/>
    <dgm:cxn modelId="{445E9EAD-1A9E-0F43-BAD3-E4A8B6DDC690}" type="presParOf" srcId="{20B31603-85BF-974B-8E84-C85CDECAEA6B}" destId="{1DF6DC78-FB05-724F-8324-D2E794F7387F}" srcOrd="0" destOrd="0" presId="urn:microsoft.com/office/officeart/2008/layout/LinedList"/>
    <dgm:cxn modelId="{55C2A57F-19B1-A44D-8EEF-F9B3140867F4}" type="presParOf" srcId="{20B31603-85BF-974B-8E84-C85CDECAEA6B}" destId="{476F03EF-B4AC-FC44-82FD-A4307B47EDD7}" srcOrd="1" destOrd="0" presId="urn:microsoft.com/office/officeart/2008/layout/LinedList"/>
    <dgm:cxn modelId="{8FD60B44-DE97-964F-B6C3-D49B61FAA296}" type="presParOf" srcId="{B6E0AD97-9664-9B43-994E-F88A1E21EDB7}" destId="{7CE2EFD3-B364-0A4D-9DA5-F474DAE48E9F}" srcOrd="18" destOrd="0" presId="urn:microsoft.com/office/officeart/2008/layout/LinedList"/>
    <dgm:cxn modelId="{0202F87D-7F30-004E-BE22-EADAC019A82D}" type="presParOf" srcId="{B6E0AD97-9664-9B43-994E-F88A1E21EDB7}" destId="{73BD667F-E11B-C447-B762-7B1D0067F228}" srcOrd="19" destOrd="0" presId="urn:microsoft.com/office/officeart/2008/layout/LinedList"/>
    <dgm:cxn modelId="{D577215D-6BC5-7A4E-9983-480118C6B477}" type="presParOf" srcId="{73BD667F-E11B-C447-B762-7B1D0067F228}" destId="{C920AE95-2BE1-B245-AA4F-62F7E229E0E2}" srcOrd="0" destOrd="0" presId="urn:microsoft.com/office/officeart/2008/layout/LinedList"/>
    <dgm:cxn modelId="{E3FE4265-C493-E34F-B7D2-D748E84EE120}" type="presParOf" srcId="{73BD667F-E11B-C447-B762-7B1D0067F228}" destId="{E44620CD-486F-DE4A-ACC0-6E51985A7A75}" srcOrd="1" destOrd="0" presId="urn:microsoft.com/office/officeart/2008/layout/LinedList"/>
    <dgm:cxn modelId="{6EB06114-C080-FD4A-A843-1562523638A3}" type="presParOf" srcId="{B6E0AD97-9664-9B43-994E-F88A1E21EDB7}" destId="{732B39E9-A70B-9446-9B85-12867AE02DA0}" srcOrd="20" destOrd="0" presId="urn:microsoft.com/office/officeart/2008/layout/LinedList"/>
    <dgm:cxn modelId="{30EED629-27AB-5C48-B901-AAA2BECA1E51}" type="presParOf" srcId="{B6E0AD97-9664-9B43-994E-F88A1E21EDB7}" destId="{45AE75AE-37EE-C841-BC77-CD17536C14F2}" srcOrd="21" destOrd="0" presId="urn:microsoft.com/office/officeart/2008/layout/LinedList"/>
    <dgm:cxn modelId="{DC363A8C-EAAD-A246-853E-A7255A6B9723}" type="presParOf" srcId="{45AE75AE-37EE-C841-BC77-CD17536C14F2}" destId="{CD3DCBDE-4528-AA4B-8882-393920D532F7}" srcOrd="0" destOrd="0" presId="urn:microsoft.com/office/officeart/2008/layout/LinedList"/>
    <dgm:cxn modelId="{74E2C797-17C8-CE43-A306-140FD0ADDC68}" type="presParOf" srcId="{45AE75AE-37EE-C841-BC77-CD17536C14F2}" destId="{4A1231EC-BEAD-CE40-8A00-1E8E788131ED}" srcOrd="1" destOrd="0" presId="urn:microsoft.com/office/officeart/2008/layout/LinedList"/>
    <dgm:cxn modelId="{867E1582-B9E3-A04C-8F85-7CC59B343B7E}" type="presParOf" srcId="{B6E0AD97-9664-9B43-994E-F88A1E21EDB7}" destId="{86600386-E4F4-474C-A101-76601A75A0C2}" srcOrd="22" destOrd="0" presId="urn:microsoft.com/office/officeart/2008/layout/LinedList"/>
    <dgm:cxn modelId="{DA1E7B4F-C7C3-2E4D-925A-ECBE0AC53775}" type="presParOf" srcId="{B6E0AD97-9664-9B43-994E-F88A1E21EDB7}" destId="{75124A4A-E865-8143-8DFA-91E5A5AFF4C9}" srcOrd="23" destOrd="0" presId="urn:microsoft.com/office/officeart/2008/layout/LinedList"/>
    <dgm:cxn modelId="{E656C8E6-FDC0-5A44-8E70-BC62ADEA49DE}" type="presParOf" srcId="{75124A4A-E865-8143-8DFA-91E5A5AFF4C9}" destId="{72A51E0A-A63D-D94D-84A2-B2EE6DCE1B5D}" srcOrd="0" destOrd="0" presId="urn:microsoft.com/office/officeart/2008/layout/LinedList"/>
    <dgm:cxn modelId="{1EC8A6FC-E766-174C-940E-975085227200}" type="presParOf" srcId="{75124A4A-E865-8143-8DFA-91E5A5AFF4C9}" destId="{3B5D7C8A-F708-984C-9828-2CAF5BD74FA5}" srcOrd="1" destOrd="0" presId="urn:microsoft.com/office/officeart/2008/layout/LinedList"/>
    <dgm:cxn modelId="{E14098F0-38C7-FA4C-A943-9D808C5E8582}" type="presParOf" srcId="{B6E0AD97-9664-9B43-994E-F88A1E21EDB7}" destId="{14235EAE-42B4-F943-8F2A-74A8B656CAFC}" srcOrd="24" destOrd="0" presId="urn:microsoft.com/office/officeart/2008/layout/LinedList"/>
    <dgm:cxn modelId="{712C63ED-F217-F246-A482-D9B15EA70A3E}" type="presParOf" srcId="{B6E0AD97-9664-9B43-994E-F88A1E21EDB7}" destId="{7AF884DE-88DE-FE4A-AD87-82BD87587277}" srcOrd="25" destOrd="0" presId="urn:microsoft.com/office/officeart/2008/layout/LinedList"/>
    <dgm:cxn modelId="{C4A1D2A5-8047-FC4D-8324-A466CC66BB97}" type="presParOf" srcId="{7AF884DE-88DE-FE4A-AD87-82BD87587277}" destId="{DEE2C00D-DCFD-5D44-9AFF-1C1BEE31F858}" srcOrd="0" destOrd="0" presId="urn:microsoft.com/office/officeart/2008/layout/LinedList"/>
    <dgm:cxn modelId="{E80670B2-BC42-B347-A3C3-FFD58F5D1A3D}" type="presParOf" srcId="{7AF884DE-88DE-FE4A-AD87-82BD87587277}" destId="{BB129734-C7CA-1B48-8ACA-C832BCD65D31}" srcOrd="1" destOrd="0" presId="urn:microsoft.com/office/officeart/2008/layout/LinedList"/>
    <dgm:cxn modelId="{290EFD67-33EB-2D4C-A87B-EA98812DFECD}" type="presParOf" srcId="{B6E0AD97-9664-9B43-994E-F88A1E21EDB7}" destId="{2602518B-B99D-A44B-8109-9EEF15C5D034}" srcOrd="26" destOrd="0" presId="urn:microsoft.com/office/officeart/2008/layout/LinedList"/>
    <dgm:cxn modelId="{9AB74C88-D696-3949-B80D-18A22A6BFF63}" type="presParOf" srcId="{B6E0AD97-9664-9B43-994E-F88A1E21EDB7}" destId="{548F87EC-C28C-0E49-8845-8D1AD770ED9E}" srcOrd="27" destOrd="0" presId="urn:microsoft.com/office/officeart/2008/layout/LinedList"/>
    <dgm:cxn modelId="{E127236D-6CCE-F44B-8E71-D4496D194B08}" type="presParOf" srcId="{548F87EC-C28C-0E49-8845-8D1AD770ED9E}" destId="{C7BD4895-3C7D-394D-A9B7-C06608268850}" srcOrd="0" destOrd="0" presId="urn:microsoft.com/office/officeart/2008/layout/LinedList"/>
    <dgm:cxn modelId="{61C0EF83-86A5-844F-8B1B-E5157F69193E}" type="presParOf" srcId="{548F87EC-C28C-0E49-8845-8D1AD770ED9E}" destId="{FB02FBC2-BFC2-B84B-B42E-B1FD484B8AC5}" srcOrd="1" destOrd="0" presId="urn:microsoft.com/office/officeart/2008/layout/LinedList"/>
    <dgm:cxn modelId="{EFE7D098-0DA7-9C4B-816E-3146C9131321}" type="presParOf" srcId="{B6E0AD97-9664-9B43-994E-F88A1E21EDB7}" destId="{585A58AA-212C-9246-BC02-62B60135778D}" srcOrd="28" destOrd="0" presId="urn:microsoft.com/office/officeart/2008/layout/LinedList"/>
    <dgm:cxn modelId="{4C39D238-A824-F845-9D75-6636431160E2}" type="presParOf" srcId="{B6E0AD97-9664-9B43-994E-F88A1E21EDB7}" destId="{9C34F0A1-548E-004C-A11B-148ED7A97B41}" srcOrd="29" destOrd="0" presId="urn:microsoft.com/office/officeart/2008/layout/LinedList"/>
    <dgm:cxn modelId="{6C10EA63-3CD3-6E41-8AB3-454B7941DCE7}" type="presParOf" srcId="{9C34F0A1-548E-004C-A11B-148ED7A97B41}" destId="{BC4507BE-0644-1948-AE6A-10868740D258}" srcOrd="0" destOrd="0" presId="urn:microsoft.com/office/officeart/2008/layout/LinedList"/>
    <dgm:cxn modelId="{6544A97C-88FA-8649-AAE1-41E6AFCC719C}" type="presParOf" srcId="{9C34F0A1-548E-004C-A11B-148ED7A97B41}" destId="{F9C2E31E-3CE4-AB4E-B782-6A7E122DFD8C}"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ABA0BBF-89B9-7749-B4B7-2E1C531584F8}">
      <dsp:nvSpPr>
        <dsp:cNvPr id="0" name=""/>
        <dsp:cNvSpPr/>
      </dsp:nvSpPr>
      <dsp:spPr>
        <a:xfrm>
          <a:off x="0" y="420"/>
          <a:ext cx="7990184"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84FAB08-B6A0-3E41-BA65-53EAA2135FF3}">
      <dsp:nvSpPr>
        <dsp:cNvPr id="0" name=""/>
        <dsp:cNvSpPr/>
      </dsp:nvSpPr>
      <dsp:spPr>
        <a:xfrm>
          <a:off x="0" y="420"/>
          <a:ext cx="7990184" cy="2296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marL="0" lvl="0" indent="0" algn="l" defTabSz="444500">
            <a:lnSpc>
              <a:spcPct val="90000"/>
            </a:lnSpc>
            <a:spcBef>
              <a:spcPct val="0"/>
            </a:spcBef>
            <a:spcAft>
              <a:spcPct val="35000"/>
            </a:spcAft>
            <a:buNone/>
          </a:pPr>
          <a:r>
            <a:rPr lang="en-US" sz="1000" kern="1200"/>
            <a:t>CREATE TABLE elev (</a:t>
          </a:r>
        </a:p>
      </dsp:txBody>
      <dsp:txXfrm>
        <a:off x="0" y="420"/>
        <a:ext cx="7990184" cy="229635"/>
      </dsp:txXfrm>
    </dsp:sp>
    <dsp:sp modelId="{24AE75A8-FD08-1449-BF75-6B05BDA09E75}">
      <dsp:nvSpPr>
        <dsp:cNvPr id="0" name=""/>
        <dsp:cNvSpPr/>
      </dsp:nvSpPr>
      <dsp:spPr>
        <a:xfrm>
          <a:off x="0" y="230055"/>
          <a:ext cx="7990184"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39B998E-EEED-154A-A88E-13BCE49502FF}">
      <dsp:nvSpPr>
        <dsp:cNvPr id="0" name=""/>
        <dsp:cNvSpPr/>
      </dsp:nvSpPr>
      <dsp:spPr>
        <a:xfrm>
          <a:off x="0" y="230055"/>
          <a:ext cx="7990184" cy="2296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marL="0" lvl="0" indent="0" algn="l" defTabSz="444500">
            <a:lnSpc>
              <a:spcPct val="90000"/>
            </a:lnSpc>
            <a:spcBef>
              <a:spcPct val="0"/>
            </a:spcBef>
            <a:spcAft>
              <a:spcPct val="35000"/>
            </a:spcAft>
            <a:buNone/>
          </a:pPr>
          <a:r>
            <a:rPr lang="en-US" sz="1000" kern="1200" dirty="0" err="1"/>
            <a:t>elev_id</a:t>
          </a:r>
          <a:r>
            <a:rPr lang="en-US" sz="1000" kern="1200" dirty="0"/>
            <a:t> INT </a:t>
          </a:r>
          <a:r>
            <a:rPr lang="en-US" sz="1000" b="1" kern="1200" dirty="0"/>
            <a:t>PRIMARY</a:t>
          </a:r>
          <a:r>
            <a:rPr lang="en-US" sz="1000" kern="1200" dirty="0"/>
            <a:t> KEY AUTO_INCREMENT,</a:t>
          </a:r>
        </a:p>
      </dsp:txBody>
      <dsp:txXfrm>
        <a:off x="0" y="230055"/>
        <a:ext cx="7990184" cy="229635"/>
      </dsp:txXfrm>
    </dsp:sp>
    <dsp:sp modelId="{86B3619A-FA9D-2345-B21A-96D60FF30F55}">
      <dsp:nvSpPr>
        <dsp:cNvPr id="0" name=""/>
        <dsp:cNvSpPr/>
      </dsp:nvSpPr>
      <dsp:spPr>
        <a:xfrm>
          <a:off x="0" y="459691"/>
          <a:ext cx="7990184"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2FA8591-CD8B-AF46-8D65-A27449C0CDA7}">
      <dsp:nvSpPr>
        <dsp:cNvPr id="0" name=""/>
        <dsp:cNvSpPr/>
      </dsp:nvSpPr>
      <dsp:spPr>
        <a:xfrm>
          <a:off x="0" y="459691"/>
          <a:ext cx="7990184" cy="2296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marL="0" lvl="0" indent="0" algn="l" defTabSz="444500">
            <a:lnSpc>
              <a:spcPct val="90000"/>
            </a:lnSpc>
            <a:spcBef>
              <a:spcPct val="0"/>
            </a:spcBef>
            <a:spcAft>
              <a:spcPct val="35000"/>
            </a:spcAft>
            <a:buNone/>
          </a:pPr>
          <a:r>
            <a:rPr lang="en-US" sz="1000" kern="1200"/>
            <a:t>navn VARCHAR(100) NOT NULL</a:t>
          </a:r>
        </a:p>
      </dsp:txBody>
      <dsp:txXfrm>
        <a:off x="0" y="459691"/>
        <a:ext cx="7990184" cy="229635"/>
      </dsp:txXfrm>
    </dsp:sp>
    <dsp:sp modelId="{482CB088-D2A2-7E4D-B7C6-CB9F207C913C}">
      <dsp:nvSpPr>
        <dsp:cNvPr id="0" name=""/>
        <dsp:cNvSpPr/>
      </dsp:nvSpPr>
      <dsp:spPr>
        <a:xfrm>
          <a:off x="0" y="689326"/>
          <a:ext cx="7990184"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AE0E435-FFE9-DB45-933F-1BC734853023}">
      <dsp:nvSpPr>
        <dsp:cNvPr id="0" name=""/>
        <dsp:cNvSpPr/>
      </dsp:nvSpPr>
      <dsp:spPr>
        <a:xfrm>
          <a:off x="0" y="689326"/>
          <a:ext cx="7990184" cy="2296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marL="0" lvl="0" indent="0" algn="l" defTabSz="444500">
            <a:lnSpc>
              <a:spcPct val="90000"/>
            </a:lnSpc>
            <a:spcBef>
              <a:spcPct val="0"/>
            </a:spcBef>
            <a:spcAft>
              <a:spcPct val="35000"/>
            </a:spcAft>
            <a:buNone/>
          </a:pPr>
          <a:r>
            <a:rPr lang="en-US" sz="1000" kern="1200"/>
            <a:t>);</a:t>
          </a:r>
        </a:p>
      </dsp:txBody>
      <dsp:txXfrm>
        <a:off x="0" y="689326"/>
        <a:ext cx="7990184" cy="229635"/>
      </dsp:txXfrm>
    </dsp:sp>
    <dsp:sp modelId="{6FB12B8C-69EB-D747-885A-19C7A8D63207}">
      <dsp:nvSpPr>
        <dsp:cNvPr id="0" name=""/>
        <dsp:cNvSpPr/>
      </dsp:nvSpPr>
      <dsp:spPr>
        <a:xfrm>
          <a:off x="0" y="918961"/>
          <a:ext cx="7990184"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19CA3DB-3F81-0C42-B82C-5894C34F1DFB}">
      <dsp:nvSpPr>
        <dsp:cNvPr id="0" name=""/>
        <dsp:cNvSpPr/>
      </dsp:nvSpPr>
      <dsp:spPr>
        <a:xfrm>
          <a:off x="0" y="918961"/>
          <a:ext cx="7990184" cy="2296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marL="0" lvl="0" indent="0" algn="l" defTabSz="444500">
            <a:lnSpc>
              <a:spcPct val="90000"/>
            </a:lnSpc>
            <a:spcBef>
              <a:spcPct val="0"/>
            </a:spcBef>
            <a:spcAft>
              <a:spcPct val="35000"/>
            </a:spcAft>
            <a:buNone/>
          </a:pPr>
          <a:r>
            <a:rPr lang="en-US" sz="1000" kern="1200"/>
            <a:t>CREATE TABLE kursus (</a:t>
          </a:r>
        </a:p>
      </dsp:txBody>
      <dsp:txXfrm>
        <a:off x="0" y="918961"/>
        <a:ext cx="7990184" cy="229635"/>
      </dsp:txXfrm>
    </dsp:sp>
    <dsp:sp modelId="{76CD185C-C698-F043-BCEF-A854452CB9D0}">
      <dsp:nvSpPr>
        <dsp:cNvPr id="0" name=""/>
        <dsp:cNvSpPr/>
      </dsp:nvSpPr>
      <dsp:spPr>
        <a:xfrm>
          <a:off x="0" y="1148597"/>
          <a:ext cx="7990184"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DB2CC49-DCCF-1540-9685-E8A695EC2E53}">
      <dsp:nvSpPr>
        <dsp:cNvPr id="0" name=""/>
        <dsp:cNvSpPr/>
      </dsp:nvSpPr>
      <dsp:spPr>
        <a:xfrm>
          <a:off x="0" y="1148597"/>
          <a:ext cx="7990184" cy="2296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marL="0" lvl="0" indent="0" algn="l" defTabSz="444500">
            <a:lnSpc>
              <a:spcPct val="90000"/>
            </a:lnSpc>
            <a:spcBef>
              <a:spcPct val="0"/>
            </a:spcBef>
            <a:spcAft>
              <a:spcPct val="35000"/>
            </a:spcAft>
            <a:buNone/>
          </a:pPr>
          <a:r>
            <a:rPr lang="en-US" sz="1000" kern="1200" dirty="0" err="1"/>
            <a:t>kursus_id</a:t>
          </a:r>
          <a:r>
            <a:rPr lang="en-US" sz="1000" kern="1200" dirty="0"/>
            <a:t> INT </a:t>
          </a:r>
          <a:r>
            <a:rPr lang="en-US" sz="1000" b="1" kern="1200" dirty="0"/>
            <a:t>PRIMARY</a:t>
          </a:r>
          <a:r>
            <a:rPr lang="en-US" sz="1000" kern="1200" dirty="0"/>
            <a:t> KEY AUTO_INCREMENT,</a:t>
          </a:r>
        </a:p>
      </dsp:txBody>
      <dsp:txXfrm>
        <a:off x="0" y="1148597"/>
        <a:ext cx="7990184" cy="229635"/>
      </dsp:txXfrm>
    </dsp:sp>
    <dsp:sp modelId="{B3E42CD8-364C-8C43-A0D2-93C1D3AAF7C4}">
      <dsp:nvSpPr>
        <dsp:cNvPr id="0" name=""/>
        <dsp:cNvSpPr/>
      </dsp:nvSpPr>
      <dsp:spPr>
        <a:xfrm>
          <a:off x="0" y="1378232"/>
          <a:ext cx="7990184"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DF7828E-6FD5-5943-A9B4-DF685E8F935F}">
      <dsp:nvSpPr>
        <dsp:cNvPr id="0" name=""/>
        <dsp:cNvSpPr/>
      </dsp:nvSpPr>
      <dsp:spPr>
        <a:xfrm>
          <a:off x="0" y="1378232"/>
          <a:ext cx="7990184" cy="2296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marL="0" lvl="0" indent="0" algn="l" defTabSz="444500">
            <a:lnSpc>
              <a:spcPct val="90000"/>
            </a:lnSpc>
            <a:spcBef>
              <a:spcPct val="0"/>
            </a:spcBef>
            <a:spcAft>
              <a:spcPct val="35000"/>
            </a:spcAft>
            <a:buNone/>
          </a:pPr>
          <a:r>
            <a:rPr lang="en-US" sz="1000" kern="1200"/>
            <a:t>titel VARCHAR(100) NOT NULL</a:t>
          </a:r>
        </a:p>
      </dsp:txBody>
      <dsp:txXfrm>
        <a:off x="0" y="1378232"/>
        <a:ext cx="7990184" cy="229635"/>
      </dsp:txXfrm>
    </dsp:sp>
    <dsp:sp modelId="{6BCE153B-ED95-9743-930F-9A67336A0818}">
      <dsp:nvSpPr>
        <dsp:cNvPr id="0" name=""/>
        <dsp:cNvSpPr/>
      </dsp:nvSpPr>
      <dsp:spPr>
        <a:xfrm>
          <a:off x="0" y="1607867"/>
          <a:ext cx="7990184"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36AE042-61AC-E44B-A2FC-8C10B80E7BA1}">
      <dsp:nvSpPr>
        <dsp:cNvPr id="0" name=""/>
        <dsp:cNvSpPr/>
      </dsp:nvSpPr>
      <dsp:spPr>
        <a:xfrm>
          <a:off x="0" y="1607867"/>
          <a:ext cx="7990184" cy="2296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marL="0" lvl="0" indent="0" algn="l" defTabSz="444500">
            <a:lnSpc>
              <a:spcPct val="90000"/>
            </a:lnSpc>
            <a:spcBef>
              <a:spcPct val="0"/>
            </a:spcBef>
            <a:spcAft>
              <a:spcPct val="35000"/>
            </a:spcAft>
            <a:buNone/>
          </a:pPr>
          <a:r>
            <a:rPr lang="en-US" sz="1000" kern="1200"/>
            <a:t>);</a:t>
          </a:r>
        </a:p>
      </dsp:txBody>
      <dsp:txXfrm>
        <a:off x="0" y="1607867"/>
        <a:ext cx="7990184" cy="229635"/>
      </dsp:txXfrm>
    </dsp:sp>
    <dsp:sp modelId="{6908FF78-A0F5-4C41-A1D9-4A16470C5F31}">
      <dsp:nvSpPr>
        <dsp:cNvPr id="0" name=""/>
        <dsp:cNvSpPr/>
      </dsp:nvSpPr>
      <dsp:spPr>
        <a:xfrm>
          <a:off x="0" y="1837503"/>
          <a:ext cx="7990184"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DF6DC78-FB05-724F-8324-D2E794F7387F}">
      <dsp:nvSpPr>
        <dsp:cNvPr id="0" name=""/>
        <dsp:cNvSpPr/>
      </dsp:nvSpPr>
      <dsp:spPr>
        <a:xfrm>
          <a:off x="0" y="1837503"/>
          <a:ext cx="7990184" cy="2296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marL="0" lvl="0" indent="0" algn="l" defTabSz="444500">
            <a:lnSpc>
              <a:spcPct val="90000"/>
            </a:lnSpc>
            <a:spcBef>
              <a:spcPct val="0"/>
            </a:spcBef>
            <a:spcAft>
              <a:spcPct val="35000"/>
            </a:spcAft>
            <a:buNone/>
          </a:pPr>
          <a:r>
            <a:rPr lang="en-US" sz="1000" kern="1200"/>
            <a:t>CREATE TABLE tilmelding (</a:t>
          </a:r>
        </a:p>
      </dsp:txBody>
      <dsp:txXfrm>
        <a:off x="0" y="1837503"/>
        <a:ext cx="7990184" cy="229635"/>
      </dsp:txXfrm>
    </dsp:sp>
    <dsp:sp modelId="{7CE2EFD3-B364-0A4D-9DA5-F474DAE48E9F}">
      <dsp:nvSpPr>
        <dsp:cNvPr id="0" name=""/>
        <dsp:cNvSpPr/>
      </dsp:nvSpPr>
      <dsp:spPr>
        <a:xfrm>
          <a:off x="0" y="2067138"/>
          <a:ext cx="7990184"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920AE95-2BE1-B245-AA4F-62F7E229E0E2}">
      <dsp:nvSpPr>
        <dsp:cNvPr id="0" name=""/>
        <dsp:cNvSpPr/>
      </dsp:nvSpPr>
      <dsp:spPr>
        <a:xfrm>
          <a:off x="0" y="2067138"/>
          <a:ext cx="7990184" cy="2296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marL="0" lvl="0" indent="0" algn="l" defTabSz="444500">
            <a:lnSpc>
              <a:spcPct val="90000"/>
            </a:lnSpc>
            <a:spcBef>
              <a:spcPct val="0"/>
            </a:spcBef>
            <a:spcAft>
              <a:spcPct val="35000"/>
            </a:spcAft>
            <a:buNone/>
          </a:pPr>
          <a:r>
            <a:rPr lang="en-US" sz="1000" kern="1200" dirty="0" err="1"/>
            <a:t>tilmelding_id</a:t>
          </a:r>
          <a:r>
            <a:rPr lang="en-US" sz="1000" kern="1200" dirty="0"/>
            <a:t> INT </a:t>
          </a:r>
          <a:r>
            <a:rPr lang="en-US" sz="1000" b="1" kern="1200" dirty="0"/>
            <a:t>PRIMARY </a:t>
          </a:r>
          <a:r>
            <a:rPr lang="en-US" sz="1000" kern="1200" dirty="0"/>
            <a:t>KEY AUTO_INCREMENT,</a:t>
          </a:r>
        </a:p>
      </dsp:txBody>
      <dsp:txXfrm>
        <a:off x="0" y="2067138"/>
        <a:ext cx="7990184" cy="229635"/>
      </dsp:txXfrm>
    </dsp:sp>
    <dsp:sp modelId="{732B39E9-A70B-9446-9B85-12867AE02DA0}">
      <dsp:nvSpPr>
        <dsp:cNvPr id="0" name=""/>
        <dsp:cNvSpPr/>
      </dsp:nvSpPr>
      <dsp:spPr>
        <a:xfrm>
          <a:off x="0" y="2296773"/>
          <a:ext cx="7990184"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D3DCBDE-4528-AA4B-8882-393920D532F7}">
      <dsp:nvSpPr>
        <dsp:cNvPr id="0" name=""/>
        <dsp:cNvSpPr/>
      </dsp:nvSpPr>
      <dsp:spPr>
        <a:xfrm>
          <a:off x="0" y="2296773"/>
          <a:ext cx="7990184" cy="2296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marL="0" lvl="0" indent="0" algn="l" defTabSz="444500">
            <a:lnSpc>
              <a:spcPct val="90000"/>
            </a:lnSpc>
            <a:spcBef>
              <a:spcPct val="0"/>
            </a:spcBef>
            <a:spcAft>
              <a:spcPct val="35000"/>
            </a:spcAft>
            <a:buNone/>
          </a:pPr>
          <a:r>
            <a:rPr lang="en-US" sz="1000" kern="1200"/>
            <a:t>elev_id INT NOT NULL,</a:t>
          </a:r>
        </a:p>
      </dsp:txBody>
      <dsp:txXfrm>
        <a:off x="0" y="2296773"/>
        <a:ext cx="7990184" cy="229635"/>
      </dsp:txXfrm>
    </dsp:sp>
    <dsp:sp modelId="{86600386-E4F4-474C-A101-76601A75A0C2}">
      <dsp:nvSpPr>
        <dsp:cNvPr id="0" name=""/>
        <dsp:cNvSpPr/>
      </dsp:nvSpPr>
      <dsp:spPr>
        <a:xfrm>
          <a:off x="0" y="2526409"/>
          <a:ext cx="7990184"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2A51E0A-A63D-D94D-84A2-B2EE6DCE1B5D}">
      <dsp:nvSpPr>
        <dsp:cNvPr id="0" name=""/>
        <dsp:cNvSpPr/>
      </dsp:nvSpPr>
      <dsp:spPr>
        <a:xfrm>
          <a:off x="0" y="2526409"/>
          <a:ext cx="7990184" cy="2296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marL="0" lvl="0" indent="0" algn="l" defTabSz="444500">
            <a:lnSpc>
              <a:spcPct val="90000"/>
            </a:lnSpc>
            <a:spcBef>
              <a:spcPct val="0"/>
            </a:spcBef>
            <a:spcAft>
              <a:spcPct val="35000"/>
            </a:spcAft>
            <a:buNone/>
          </a:pPr>
          <a:r>
            <a:rPr lang="en-US" sz="1000" kern="1200"/>
            <a:t>kursus_id INT NOT NULL,</a:t>
          </a:r>
        </a:p>
      </dsp:txBody>
      <dsp:txXfrm>
        <a:off x="0" y="2526409"/>
        <a:ext cx="7990184" cy="229635"/>
      </dsp:txXfrm>
    </dsp:sp>
    <dsp:sp modelId="{14235EAE-42B4-F943-8F2A-74A8B656CAFC}">
      <dsp:nvSpPr>
        <dsp:cNvPr id="0" name=""/>
        <dsp:cNvSpPr/>
      </dsp:nvSpPr>
      <dsp:spPr>
        <a:xfrm>
          <a:off x="0" y="2756044"/>
          <a:ext cx="7990184"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EE2C00D-DCFD-5D44-9AFF-1C1BEE31F858}">
      <dsp:nvSpPr>
        <dsp:cNvPr id="0" name=""/>
        <dsp:cNvSpPr/>
      </dsp:nvSpPr>
      <dsp:spPr>
        <a:xfrm>
          <a:off x="0" y="2756044"/>
          <a:ext cx="7990184" cy="2296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marL="0" lvl="0" indent="0" algn="l" defTabSz="444500">
            <a:lnSpc>
              <a:spcPct val="90000"/>
            </a:lnSpc>
            <a:spcBef>
              <a:spcPct val="0"/>
            </a:spcBef>
            <a:spcAft>
              <a:spcPct val="35000"/>
            </a:spcAft>
            <a:buNone/>
          </a:pPr>
          <a:r>
            <a:rPr lang="en-US" sz="1000" b="1" kern="1200" dirty="0"/>
            <a:t>FOREIGN </a:t>
          </a:r>
          <a:r>
            <a:rPr lang="en-US" sz="1000" kern="1200" dirty="0"/>
            <a:t>KEY (</a:t>
          </a:r>
          <a:r>
            <a:rPr lang="en-US" sz="1000" kern="1200" dirty="0" err="1"/>
            <a:t>elev_id</a:t>
          </a:r>
          <a:r>
            <a:rPr lang="en-US" sz="1000" kern="1200" dirty="0"/>
            <a:t>) REFERENCES </a:t>
          </a:r>
          <a:r>
            <a:rPr lang="en-US" sz="1000" kern="1200" dirty="0" err="1"/>
            <a:t>elev</a:t>
          </a:r>
          <a:r>
            <a:rPr lang="en-US" sz="1000" kern="1200" dirty="0"/>
            <a:t>(</a:t>
          </a:r>
          <a:r>
            <a:rPr lang="en-US" sz="1000" kern="1200" dirty="0" err="1"/>
            <a:t>elev_id</a:t>
          </a:r>
          <a:r>
            <a:rPr lang="en-US" sz="1000" kern="1200" dirty="0"/>
            <a:t>),</a:t>
          </a:r>
        </a:p>
      </dsp:txBody>
      <dsp:txXfrm>
        <a:off x="0" y="2756044"/>
        <a:ext cx="7990184" cy="229635"/>
      </dsp:txXfrm>
    </dsp:sp>
    <dsp:sp modelId="{2602518B-B99D-A44B-8109-9EEF15C5D034}">
      <dsp:nvSpPr>
        <dsp:cNvPr id="0" name=""/>
        <dsp:cNvSpPr/>
      </dsp:nvSpPr>
      <dsp:spPr>
        <a:xfrm>
          <a:off x="0" y="2985679"/>
          <a:ext cx="7990184"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7BD4895-3C7D-394D-A9B7-C06608268850}">
      <dsp:nvSpPr>
        <dsp:cNvPr id="0" name=""/>
        <dsp:cNvSpPr/>
      </dsp:nvSpPr>
      <dsp:spPr>
        <a:xfrm>
          <a:off x="0" y="2985679"/>
          <a:ext cx="7990184" cy="2296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marL="0" lvl="0" indent="0" algn="l" defTabSz="444500">
            <a:lnSpc>
              <a:spcPct val="90000"/>
            </a:lnSpc>
            <a:spcBef>
              <a:spcPct val="0"/>
            </a:spcBef>
            <a:spcAft>
              <a:spcPct val="35000"/>
            </a:spcAft>
            <a:buNone/>
          </a:pPr>
          <a:r>
            <a:rPr lang="en-US" sz="1000" b="1" kern="1200" dirty="0"/>
            <a:t>FOREIGN</a:t>
          </a:r>
          <a:r>
            <a:rPr lang="en-US" sz="1000" kern="1200" dirty="0"/>
            <a:t> KEY (</a:t>
          </a:r>
          <a:r>
            <a:rPr lang="en-US" sz="1000" kern="1200" dirty="0" err="1"/>
            <a:t>kursus_id</a:t>
          </a:r>
          <a:r>
            <a:rPr lang="en-US" sz="1000" kern="1200" dirty="0"/>
            <a:t>) REFERENCES </a:t>
          </a:r>
          <a:r>
            <a:rPr lang="en-US" sz="1000" kern="1200" dirty="0" err="1"/>
            <a:t>kursus</a:t>
          </a:r>
          <a:r>
            <a:rPr lang="en-US" sz="1000" kern="1200" dirty="0"/>
            <a:t>(</a:t>
          </a:r>
          <a:r>
            <a:rPr lang="en-US" sz="1000" kern="1200" dirty="0" err="1"/>
            <a:t>kursus_id</a:t>
          </a:r>
          <a:r>
            <a:rPr lang="en-US" sz="1000" kern="1200" dirty="0"/>
            <a:t>)</a:t>
          </a:r>
        </a:p>
      </dsp:txBody>
      <dsp:txXfrm>
        <a:off x="0" y="2985679"/>
        <a:ext cx="7990184" cy="229635"/>
      </dsp:txXfrm>
    </dsp:sp>
    <dsp:sp modelId="{585A58AA-212C-9246-BC02-62B60135778D}">
      <dsp:nvSpPr>
        <dsp:cNvPr id="0" name=""/>
        <dsp:cNvSpPr/>
      </dsp:nvSpPr>
      <dsp:spPr>
        <a:xfrm>
          <a:off x="0" y="3215315"/>
          <a:ext cx="7990184"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C4507BE-0644-1948-AE6A-10868740D258}">
      <dsp:nvSpPr>
        <dsp:cNvPr id="0" name=""/>
        <dsp:cNvSpPr/>
      </dsp:nvSpPr>
      <dsp:spPr>
        <a:xfrm>
          <a:off x="0" y="3215315"/>
          <a:ext cx="7990184" cy="2296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marL="0" lvl="0" indent="0" algn="l" defTabSz="444500">
            <a:lnSpc>
              <a:spcPct val="90000"/>
            </a:lnSpc>
            <a:spcBef>
              <a:spcPct val="0"/>
            </a:spcBef>
            <a:spcAft>
              <a:spcPct val="35000"/>
            </a:spcAft>
            <a:buNone/>
          </a:pPr>
          <a:r>
            <a:rPr lang="en-US" sz="1000" kern="1200"/>
            <a:t>);</a:t>
          </a:r>
        </a:p>
      </dsp:txBody>
      <dsp:txXfrm>
        <a:off x="0" y="3215315"/>
        <a:ext cx="7990184" cy="229635"/>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257175"/>
          </a:xfrm>
          <a:prstGeom prst="rect">
            <a:avLst/>
          </a:prstGeom>
        </p:spPr>
        <p:txBody>
          <a:bodyPr vert="horz" lIns="91440" tIns="45720" rIns="91440" bIns="45720" rtlCol="0"/>
          <a:lstStyle>
            <a:lvl1pPr algn="l">
              <a:defRPr sz="1200"/>
            </a:lvl1pPr>
          </a:lstStyle>
          <a:p>
            <a:endParaRPr lang="en-DK"/>
          </a:p>
        </p:txBody>
      </p:sp>
      <p:sp>
        <p:nvSpPr>
          <p:cNvPr id="3" name="Date Placeholder 2"/>
          <p:cNvSpPr>
            <a:spLocks noGrp="1"/>
          </p:cNvSpPr>
          <p:nvPr>
            <p:ph type="dt" idx="1"/>
          </p:nvPr>
        </p:nvSpPr>
        <p:spPr>
          <a:xfrm>
            <a:off x="5180013" y="0"/>
            <a:ext cx="3962400" cy="257175"/>
          </a:xfrm>
          <a:prstGeom prst="rect">
            <a:avLst/>
          </a:prstGeom>
        </p:spPr>
        <p:txBody>
          <a:bodyPr vert="horz" lIns="91440" tIns="45720" rIns="91440" bIns="45720" rtlCol="0"/>
          <a:lstStyle>
            <a:lvl1pPr algn="r">
              <a:defRPr sz="1200"/>
            </a:lvl1pPr>
          </a:lstStyle>
          <a:p>
            <a:fld id="{1608A20B-5F9C-CA44-9513-F0825AC47325}" type="datetimeFigureOut">
              <a:rPr lang="en-DK" smtClean="0"/>
              <a:t>28/10/2026</a:t>
            </a:fld>
            <a:endParaRPr lang="en-DK"/>
          </a:p>
        </p:txBody>
      </p:sp>
      <p:sp>
        <p:nvSpPr>
          <p:cNvPr id="4" name="Slide Image Placeholder 3"/>
          <p:cNvSpPr>
            <a:spLocks noGrp="1" noRot="1" noChangeAspect="1"/>
          </p:cNvSpPr>
          <p:nvPr>
            <p:ph type="sldImg" idx="2"/>
          </p:nvPr>
        </p:nvSpPr>
        <p:spPr>
          <a:xfrm>
            <a:off x="3028950" y="642938"/>
            <a:ext cx="3086100" cy="1736725"/>
          </a:xfrm>
          <a:prstGeom prst="rect">
            <a:avLst/>
          </a:prstGeom>
          <a:noFill/>
          <a:ln w="12700">
            <a:solidFill>
              <a:prstClr val="black"/>
            </a:solidFill>
          </a:ln>
        </p:spPr>
        <p:txBody>
          <a:bodyPr vert="horz" lIns="91440" tIns="45720" rIns="91440" bIns="45720" rtlCol="0" anchor="ctr"/>
          <a:lstStyle/>
          <a:p>
            <a:endParaRPr lang="en-DK"/>
          </a:p>
        </p:txBody>
      </p:sp>
      <p:sp>
        <p:nvSpPr>
          <p:cNvPr id="5" name="Notes Placeholder 4"/>
          <p:cNvSpPr>
            <a:spLocks noGrp="1"/>
          </p:cNvSpPr>
          <p:nvPr>
            <p:ph type="body" sz="quarter" idx="3"/>
          </p:nvPr>
        </p:nvSpPr>
        <p:spPr>
          <a:xfrm>
            <a:off x="914400" y="2474913"/>
            <a:ext cx="7315200" cy="20256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K"/>
          </a:p>
        </p:txBody>
      </p:sp>
      <p:sp>
        <p:nvSpPr>
          <p:cNvPr id="6" name="Footer Placeholder 5"/>
          <p:cNvSpPr>
            <a:spLocks noGrp="1"/>
          </p:cNvSpPr>
          <p:nvPr>
            <p:ph type="ftr" sz="quarter" idx="4"/>
          </p:nvPr>
        </p:nvSpPr>
        <p:spPr>
          <a:xfrm>
            <a:off x="0" y="4886325"/>
            <a:ext cx="3962400" cy="257175"/>
          </a:xfrm>
          <a:prstGeom prst="rect">
            <a:avLst/>
          </a:prstGeom>
        </p:spPr>
        <p:txBody>
          <a:bodyPr vert="horz" lIns="91440" tIns="45720" rIns="91440" bIns="45720" rtlCol="0" anchor="b"/>
          <a:lstStyle>
            <a:lvl1pPr algn="l">
              <a:defRPr sz="1200"/>
            </a:lvl1pPr>
          </a:lstStyle>
          <a:p>
            <a:endParaRPr lang="en-DK"/>
          </a:p>
        </p:txBody>
      </p:sp>
      <p:sp>
        <p:nvSpPr>
          <p:cNvPr id="7" name="Slide Number Placeholder 6"/>
          <p:cNvSpPr>
            <a:spLocks noGrp="1"/>
          </p:cNvSpPr>
          <p:nvPr>
            <p:ph type="sldNum" sz="quarter" idx="5"/>
          </p:nvPr>
        </p:nvSpPr>
        <p:spPr>
          <a:xfrm>
            <a:off x="5180013" y="4886325"/>
            <a:ext cx="3962400" cy="257175"/>
          </a:xfrm>
          <a:prstGeom prst="rect">
            <a:avLst/>
          </a:prstGeom>
        </p:spPr>
        <p:txBody>
          <a:bodyPr vert="horz" lIns="91440" tIns="45720" rIns="91440" bIns="45720" rtlCol="0" anchor="b"/>
          <a:lstStyle>
            <a:lvl1pPr algn="r">
              <a:defRPr sz="1200"/>
            </a:lvl1pPr>
          </a:lstStyle>
          <a:p>
            <a:fld id="{BCC35371-ACE0-7C42-A59A-EDF234485393}" type="slidenum">
              <a:rPr lang="en-DK" smtClean="0"/>
              <a:t>‹#›</a:t>
            </a:fld>
            <a:endParaRPr lang="en-DK"/>
          </a:p>
        </p:txBody>
      </p:sp>
    </p:spTree>
    <p:extLst>
      <p:ext uri="{BB962C8B-B14F-4D97-AF65-F5344CB8AC3E}">
        <p14:creationId xmlns:p14="http://schemas.microsoft.com/office/powerpoint/2010/main" val="15687464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Visual on this slide was generated with Microsoft Copilot.
[/Sources]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CC35371-ACE0-7C42-A59A-EDF234485393}" type="slidenum">
              <a:rPr lang="en-DK" smtClean="0"/>
              <a:t>6</a:t>
            </a:fld>
            <a:endParaRPr lang="en-DK"/>
          </a:p>
        </p:txBody>
      </p:sp>
    </p:spTree>
    <p:extLst>
      <p:ext uri="{BB962C8B-B14F-4D97-AF65-F5344CB8AC3E}">
        <p14:creationId xmlns:p14="http://schemas.microsoft.com/office/powerpoint/2010/main" val="40244175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CC35371-ACE0-7C42-A59A-EDF234485393}" type="slidenum">
              <a:rPr lang="en-DK" smtClean="0"/>
              <a:t>7</a:t>
            </a:fld>
            <a:endParaRPr lang="en-DK"/>
          </a:p>
        </p:txBody>
      </p:sp>
    </p:spTree>
    <p:extLst>
      <p:ext uri="{BB962C8B-B14F-4D97-AF65-F5344CB8AC3E}">
        <p14:creationId xmlns:p14="http://schemas.microsoft.com/office/powerpoint/2010/main" val="34874311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a:t>1. Cloud-</a:t>
            </a:r>
            <a:r>
              <a:rPr lang="en-GB" b="1" err="1"/>
              <a:t>tjenester</a:t>
            </a:r>
            <a:r>
              <a:rPr lang="en-GB" b="1"/>
              <a:t> </a:t>
            </a:r>
            <a:r>
              <a:rPr lang="en-GB" b="1" err="1"/>
              <a:t>og</a:t>
            </a:r>
            <a:r>
              <a:rPr lang="en-GB" b="1"/>
              <a:t> </a:t>
            </a:r>
            <a:r>
              <a:rPr lang="en-GB" b="1" err="1"/>
              <a:t>licensaftaler</a:t>
            </a:r>
            <a:r>
              <a:rPr lang="en-GB" b="1"/>
              <a:t> (</a:t>
            </a:r>
            <a:r>
              <a:rPr lang="en-GB" b="1" err="1"/>
              <a:t>største</a:t>
            </a:r>
            <a:r>
              <a:rPr lang="en-GB" b="1"/>
              <a:t> </a:t>
            </a:r>
            <a:r>
              <a:rPr lang="en-GB" b="1" err="1"/>
              <a:t>indtægtskilde</a:t>
            </a:r>
            <a:r>
              <a:rPr lang="en-GB" b="1"/>
              <a:t>)</a:t>
            </a:r>
          </a:p>
          <a:p>
            <a:br>
              <a:rPr lang="en-GB"/>
            </a:br>
            <a:endParaRPr lang="en-GB"/>
          </a:p>
          <a:p>
            <a:r>
              <a:rPr lang="en-GB"/>
              <a:t>Oracle </a:t>
            </a:r>
            <a:r>
              <a:rPr lang="en-GB" err="1"/>
              <a:t>tjener</a:t>
            </a:r>
            <a:r>
              <a:rPr lang="en-GB"/>
              <a:t> </a:t>
            </a:r>
            <a:r>
              <a:rPr lang="en-GB" err="1"/>
              <a:t>løbende</a:t>
            </a:r>
            <a:r>
              <a:rPr lang="en-GB"/>
              <a:t> </a:t>
            </a:r>
            <a:r>
              <a:rPr lang="en-GB" err="1"/>
              <a:t>på</a:t>
            </a:r>
            <a:r>
              <a:rPr lang="en-GB"/>
              <a:t>:</a:t>
            </a:r>
          </a:p>
          <a:p>
            <a:r>
              <a:rPr lang="en-GB" b="1"/>
              <a:t>Oracle Cloud Infrastructure (OCI)</a:t>
            </a:r>
            <a:r>
              <a:rPr lang="en-GB"/>
              <a:t> – public </a:t>
            </a:r>
            <a:r>
              <a:rPr lang="en-GB" err="1"/>
              <a:t>og</a:t>
            </a:r>
            <a:r>
              <a:rPr lang="en-GB"/>
              <a:t> private cloud-</a:t>
            </a:r>
            <a:r>
              <a:rPr lang="en-GB" err="1"/>
              <a:t>løsninger</a:t>
            </a:r>
            <a:r>
              <a:rPr lang="en-GB"/>
              <a:t>, </a:t>
            </a:r>
            <a:r>
              <a:rPr lang="en-GB" err="1"/>
              <a:t>konkurrent</a:t>
            </a:r>
            <a:r>
              <a:rPr lang="en-GB"/>
              <a:t> </a:t>
            </a:r>
            <a:r>
              <a:rPr lang="en-GB" err="1"/>
              <a:t>til</a:t>
            </a:r>
            <a:r>
              <a:rPr lang="en-GB"/>
              <a:t> AWS, Azure </a:t>
            </a:r>
            <a:r>
              <a:rPr lang="en-GB" err="1"/>
              <a:t>og</a:t>
            </a:r>
            <a:r>
              <a:rPr lang="en-GB"/>
              <a:t> Google Cloud.</a:t>
            </a:r>
          </a:p>
          <a:p>
            <a:endParaRPr lang="en-US"/>
          </a:p>
        </p:txBody>
      </p:sp>
      <p:sp>
        <p:nvSpPr>
          <p:cNvPr id="4" name="Slide Number Placeholder 3"/>
          <p:cNvSpPr>
            <a:spLocks noGrp="1"/>
          </p:cNvSpPr>
          <p:nvPr>
            <p:ph type="sldNum" sz="quarter" idx="5"/>
          </p:nvPr>
        </p:nvSpPr>
        <p:spPr/>
        <p:txBody>
          <a:bodyPr/>
          <a:lstStyle/>
          <a:p>
            <a:fld id="{BCC35371-ACE0-7C42-A59A-EDF234485393}" type="slidenum">
              <a:rPr lang="en-DK" smtClean="0"/>
              <a:t>8</a:t>
            </a:fld>
            <a:endParaRPr lang="en-DK"/>
          </a:p>
        </p:txBody>
      </p:sp>
    </p:spTree>
    <p:extLst>
      <p:ext uri="{BB962C8B-B14F-4D97-AF65-F5344CB8AC3E}">
        <p14:creationId xmlns:p14="http://schemas.microsoft.com/office/powerpoint/2010/main" val="39614759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Denne slide refererer til oplysninger fra følgende fil: https://eamvdk.sharepoint.com/sites/DMUHE25_GrundlggendeprogrammeringDatabase/_layouts/15/Doc.aspx?sourcedoc=%7B1AC9B8A7-5AA3-4C38-82E1-694A89524261%7D&amp;file=DB1mandag_Uge46.pptx&amp;action=edit&amp;mobileredirect=true
Det relationelle datamodel-koncept blev introduceret af E.F. Codd i 1970. Hans arbejde revolutionerede måden, hvorpå data blev organiseret og behandlet, og lagde grundlaget for moderne databaser. Codd beskrev også teoretiske forespørgselssprog, som senere udviklede sig til SQL. Spørgsmålet tester om brugeren kender til den historiske baggrund og betydningen af Codd's bidrag.
</a:t>
            </a:r>
          </a:p>
        </p:txBody>
      </p:sp>
      <p:sp>
        <p:nvSpPr>
          <p:cNvPr id="4" name="Slide Number Placeholder 3"/>
          <p:cNvSpPr>
            <a:spLocks noGrp="1"/>
          </p:cNvSpPr>
          <p:nvPr>
            <p:ph type="sldNum" sz="quarter" idx="5"/>
          </p:nvPr>
        </p:nvSpPr>
        <p:spPr/>
        <p:txBody>
          <a:bodyPr/>
          <a:lstStyle/>
          <a:p>
            <a:pPr rtl="0"/>
            <a:fld id="{BFDD6F49-EBB7-4CCF-97A8-E526BB28BB69}" type="slidenum">
              <a:rPr lang="en-US" smtClean="0"/>
              <a:t>14</a:t>
            </a:fld>
            <a:endParaRPr lang="en-US"/>
          </a:p>
        </p:txBody>
      </p:sp>
    </p:spTree>
    <p:extLst>
      <p:ext uri="{BB962C8B-B14F-4D97-AF65-F5344CB8AC3E}">
        <p14:creationId xmlns:p14="http://schemas.microsoft.com/office/powerpoint/2010/main" val="32317715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CC35371-ACE0-7C42-A59A-EDF234485393}" type="slidenum">
              <a:rPr lang="en-DK" smtClean="0"/>
              <a:t>15</a:t>
            </a:fld>
            <a:endParaRPr lang="en-DK"/>
          </a:p>
        </p:txBody>
      </p:sp>
    </p:spTree>
    <p:extLst>
      <p:ext uri="{BB962C8B-B14F-4D97-AF65-F5344CB8AC3E}">
        <p14:creationId xmlns:p14="http://schemas.microsoft.com/office/powerpoint/2010/main" val="26218841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a:extLst>
              <a:ext uri="{FF2B5EF4-FFF2-40B4-BE49-F238E27FC236}">
                <a16:creationId xmlns:a16="http://schemas.microsoft.com/office/drawing/2014/main" id="{65F01911-DDC4-74D2-E4E6-6165409A5424}"/>
              </a:ext>
            </a:extLst>
          </p:cNvPr>
          <p:cNvSpPr>
            <a:spLocks noGrp="1" noRot="1" noChangeAspect="1" noChangeArrowheads="1" noTextEdit="1"/>
          </p:cNvSpPr>
          <p:nvPr>
            <p:ph type="sldImg"/>
          </p:nvPr>
        </p:nvSpPr>
        <p:spPr bwMode="auto">
          <a:xfrm>
            <a:off x="393700" y="857250"/>
            <a:ext cx="6070600" cy="3416300"/>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3794" name="Rectangle 3">
            <a:extLst>
              <a:ext uri="{FF2B5EF4-FFF2-40B4-BE49-F238E27FC236}">
                <a16:creationId xmlns:a16="http://schemas.microsoft.com/office/drawing/2014/main" id="{5FF601FA-8541-01F2-4C31-E03B3DA91007}"/>
              </a:ext>
            </a:extLst>
          </p:cNvPr>
          <p:cNvSpPr>
            <a:spLocks noGrp="1" noChangeArrowheads="1"/>
          </p:cNvSpPr>
          <p:nvPr>
            <p:ph type="body" idx="1"/>
          </p:nvPr>
        </p:nvSpPr>
        <p:spPr bwMode="auto">
          <a:xfrm>
            <a:off x="947738" y="4633913"/>
            <a:ext cx="4975225" cy="4117975"/>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r>
              <a:rPr lang="en-GB" altLang="en-DK"/>
              <a:t>The diagram shows two </a:t>
            </a:r>
            <a:r>
              <a:rPr lang="en-GB" altLang="en-DK" b="1"/>
              <a:t>relations (tables)</a:t>
            </a:r>
            <a:r>
              <a:rPr lang="en-GB" altLang="en-DK"/>
              <a:t>:</a:t>
            </a:r>
          </a:p>
          <a:p>
            <a:r>
              <a:rPr lang="en-GB" altLang="en-DK" b="1"/>
              <a:t>Branch</a:t>
            </a:r>
            <a:endParaRPr lang="en-GB" altLang="en-DK"/>
          </a:p>
          <a:p>
            <a:r>
              <a:rPr lang="en-GB" altLang="en-DK" b="1"/>
              <a:t>Staff</a:t>
            </a:r>
            <a:endParaRPr lang="en-GB" altLang="en-DK"/>
          </a:p>
          <a:p>
            <a:r>
              <a:rPr lang="en-GB" altLang="en-DK"/>
              <a:t>Each table represents an </a:t>
            </a:r>
            <a:r>
              <a:rPr lang="en-GB" altLang="en-DK" b="1"/>
              <a:t>entity</a:t>
            </a:r>
            <a:r>
              <a:rPr lang="en-GB" altLang="en-DK"/>
              <a:t> in the database:</a:t>
            </a:r>
          </a:p>
          <a:p>
            <a:r>
              <a:rPr lang="en-GB" altLang="en-DK"/>
              <a:t>The </a:t>
            </a:r>
            <a:r>
              <a:rPr lang="en-GB" altLang="en-DK" b="1"/>
              <a:t>Branch</a:t>
            </a:r>
            <a:r>
              <a:rPr lang="en-GB" altLang="en-DK"/>
              <a:t> table stores information about branches.</a:t>
            </a:r>
          </a:p>
          <a:p>
            <a:r>
              <a:rPr lang="en-GB" altLang="en-DK"/>
              <a:t>The </a:t>
            </a:r>
            <a:r>
              <a:rPr lang="en-GB" altLang="en-DK" b="1"/>
              <a:t>Staff</a:t>
            </a:r>
            <a:r>
              <a:rPr lang="en-GB" altLang="en-DK"/>
              <a:t> table stores information about staff members.</a:t>
            </a:r>
          </a:p>
          <a:p>
            <a:endParaRPr lang="en-GB" altLang="en-DK"/>
          </a:p>
          <a:p>
            <a:r>
              <a:rPr lang="en-GB" altLang="en-DK"/>
              <a:t>Attributes are the </a:t>
            </a:r>
            <a:r>
              <a:rPr lang="en-GB" altLang="en-DK" b="1"/>
              <a:t>columns</a:t>
            </a:r>
            <a:r>
              <a:rPr lang="en-GB" altLang="en-DK"/>
              <a:t> in each table.</a:t>
            </a:r>
            <a:br>
              <a:rPr lang="en-GB" altLang="en-DK"/>
            </a:br>
            <a:r>
              <a:rPr lang="en-GB" altLang="en-DK"/>
              <a:t>For example:</a:t>
            </a:r>
          </a:p>
          <a:p>
            <a:r>
              <a:rPr lang="en-GB" altLang="en-DK"/>
              <a:t>In the </a:t>
            </a:r>
            <a:r>
              <a:rPr lang="en-GB" altLang="en-DK" b="1"/>
              <a:t>Branch</a:t>
            </a:r>
            <a:r>
              <a:rPr lang="en-GB" altLang="en-DK"/>
              <a:t> table, the attributes are:</a:t>
            </a:r>
            <a:br>
              <a:rPr lang="en-GB" altLang="en-DK"/>
            </a:br>
            <a:r>
              <a:rPr lang="en-GB" altLang="en-DK" err="1"/>
              <a:t>branchNo</a:t>
            </a:r>
            <a:r>
              <a:rPr lang="en-GB" altLang="en-DK"/>
              <a:t>, street, city, and postcode.</a:t>
            </a:r>
          </a:p>
          <a:p>
            <a:r>
              <a:rPr lang="en-GB" altLang="en-DK"/>
              <a:t>In the </a:t>
            </a:r>
            <a:r>
              <a:rPr lang="en-GB" altLang="en-DK" b="1"/>
              <a:t>Staff</a:t>
            </a:r>
            <a:r>
              <a:rPr lang="en-GB" altLang="en-DK"/>
              <a:t> table, the attributes are:</a:t>
            </a:r>
            <a:br>
              <a:rPr lang="en-GB" altLang="en-DK"/>
            </a:br>
            <a:r>
              <a:rPr lang="en-GB" altLang="en-DK" err="1"/>
              <a:t>staffNo</a:t>
            </a:r>
            <a:r>
              <a:rPr lang="en-GB" altLang="en-DK"/>
              <a:t>, </a:t>
            </a:r>
            <a:r>
              <a:rPr lang="en-GB" altLang="en-DK" err="1"/>
              <a:t>fName</a:t>
            </a:r>
            <a:r>
              <a:rPr lang="en-GB" altLang="en-DK"/>
              <a:t>, </a:t>
            </a:r>
            <a:r>
              <a:rPr lang="en-GB" altLang="en-DK" err="1"/>
              <a:t>lName</a:t>
            </a:r>
            <a:r>
              <a:rPr lang="en-GB" altLang="en-DK"/>
              <a:t>, position, sex, DOB, salary, and </a:t>
            </a:r>
            <a:r>
              <a:rPr lang="en-GB" altLang="en-DK" err="1"/>
              <a:t>branchNo</a:t>
            </a:r>
            <a:r>
              <a:rPr lang="en-GB" altLang="en-DK"/>
              <a:t>.</a:t>
            </a:r>
          </a:p>
          <a:p>
            <a:endParaRPr lang="en-GB" altLang="en-DK"/>
          </a:p>
          <a:p>
            <a:r>
              <a:rPr lang="en-GB" altLang="en-DK" b="1"/>
              <a:t>Tuples (Rows)</a:t>
            </a:r>
          </a:p>
          <a:p>
            <a:r>
              <a:rPr lang="en-GB" altLang="en-DK"/>
              <a:t>Each row in the table is called a </a:t>
            </a:r>
            <a:r>
              <a:rPr lang="en-GB" altLang="en-DK" b="1"/>
              <a:t>tuple</a:t>
            </a:r>
            <a:r>
              <a:rPr lang="en-GB" altLang="en-DK"/>
              <a:t> (a record).</a:t>
            </a:r>
            <a:br>
              <a:rPr lang="en-GB" altLang="en-DK"/>
            </a:br>
            <a:r>
              <a:rPr lang="en-GB" altLang="en-DK"/>
              <a:t>For example, in the Branch table:</a:t>
            </a:r>
          </a:p>
          <a:p>
            <a:endParaRPr lang="en-GB" altLang="en-DK"/>
          </a:p>
          <a:p>
            <a:r>
              <a:rPr lang="en-GB" altLang="en-DK"/>
              <a:t>The </a:t>
            </a:r>
            <a:r>
              <a:rPr lang="en-GB" altLang="en-DK" b="1"/>
              <a:t>degree</a:t>
            </a:r>
            <a:r>
              <a:rPr lang="en-GB" altLang="en-DK"/>
              <a:t> of a relation = number of attributes (columns) in the table.</a:t>
            </a:r>
          </a:p>
          <a:p>
            <a:r>
              <a:rPr lang="en-GB" altLang="en-DK"/>
              <a:t>The </a:t>
            </a:r>
            <a:r>
              <a:rPr lang="en-GB" altLang="en-DK" b="1"/>
              <a:t>Branch</a:t>
            </a:r>
            <a:r>
              <a:rPr lang="en-GB" altLang="en-DK"/>
              <a:t> table has </a:t>
            </a:r>
            <a:r>
              <a:rPr lang="en-GB" altLang="en-DK" b="1"/>
              <a:t>4 attributes</a:t>
            </a:r>
            <a:r>
              <a:rPr lang="en-GB" altLang="en-DK"/>
              <a:t> → degree = 4</a:t>
            </a:r>
          </a:p>
          <a:p>
            <a:r>
              <a:rPr lang="en-GB" altLang="en-DK"/>
              <a:t>The </a:t>
            </a:r>
            <a:r>
              <a:rPr lang="en-GB" altLang="en-DK" b="1"/>
              <a:t>Staff</a:t>
            </a:r>
            <a:r>
              <a:rPr lang="en-GB" altLang="en-DK"/>
              <a:t> table has </a:t>
            </a:r>
            <a:r>
              <a:rPr lang="en-GB" altLang="en-DK" b="1"/>
              <a:t>8 attributes</a:t>
            </a:r>
            <a:r>
              <a:rPr lang="en-GB" altLang="en-DK"/>
              <a:t> → degree = 8</a:t>
            </a:r>
          </a:p>
          <a:p>
            <a:endParaRPr lang="en-GB" altLang="en-DK"/>
          </a:p>
          <a:p>
            <a:r>
              <a:rPr lang="en-GB" altLang="en-DK" b="1"/>
              <a:t>Cardinality</a:t>
            </a:r>
          </a:p>
          <a:p>
            <a:r>
              <a:rPr lang="en-GB" altLang="en-DK"/>
              <a:t>In this context, </a:t>
            </a:r>
            <a:r>
              <a:rPr lang="en-GB" altLang="en-DK" b="1"/>
              <a:t>cardinality</a:t>
            </a:r>
            <a:r>
              <a:rPr lang="en-GB" altLang="en-DK"/>
              <a:t> = </a:t>
            </a:r>
            <a:r>
              <a:rPr lang="en-GB" altLang="en-DK" b="1"/>
              <a:t>the number of rows (tuples)</a:t>
            </a:r>
            <a:r>
              <a:rPr lang="en-GB" altLang="en-DK"/>
              <a:t> in a table.</a:t>
            </a:r>
            <a:br>
              <a:rPr lang="en-GB" altLang="en-DK"/>
            </a:br>
            <a:r>
              <a:rPr lang="en-GB" altLang="en-DK"/>
              <a:t>It tells you how many </a:t>
            </a:r>
            <a:r>
              <a:rPr lang="en-GB" altLang="en-DK" i="1"/>
              <a:t>instances</a:t>
            </a:r>
            <a:r>
              <a:rPr lang="en-GB" altLang="en-DK"/>
              <a:t> of the entity exist.</a:t>
            </a:r>
          </a:p>
          <a:p>
            <a:r>
              <a:rPr lang="en-GB" altLang="en-DK"/>
              <a:t>So:</a:t>
            </a:r>
          </a:p>
          <a:p>
            <a:r>
              <a:rPr lang="en-GB" altLang="en-DK"/>
              <a:t>The </a:t>
            </a:r>
            <a:r>
              <a:rPr lang="en-GB" altLang="en-DK" b="1"/>
              <a:t>Branch</a:t>
            </a:r>
            <a:r>
              <a:rPr lang="en-GB" altLang="en-DK"/>
              <a:t> table has </a:t>
            </a:r>
            <a:r>
              <a:rPr lang="en-GB" altLang="en-DK" b="1"/>
              <a:t>5 rows</a:t>
            </a:r>
            <a:r>
              <a:rPr lang="en-GB" altLang="en-DK"/>
              <a:t> → cardinality = 5</a:t>
            </a:r>
          </a:p>
          <a:p>
            <a:r>
              <a:rPr lang="en-GB" altLang="en-DK"/>
              <a:t>The </a:t>
            </a:r>
            <a:r>
              <a:rPr lang="en-GB" altLang="en-DK" b="1"/>
              <a:t>Staff</a:t>
            </a:r>
            <a:r>
              <a:rPr lang="en-GB" altLang="en-DK"/>
              <a:t> table has </a:t>
            </a:r>
            <a:r>
              <a:rPr lang="en-GB" altLang="en-DK" b="1"/>
              <a:t>6 rows</a:t>
            </a:r>
            <a:r>
              <a:rPr lang="en-GB" altLang="en-DK"/>
              <a:t> → cardinality = 6</a:t>
            </a:r>
          </a:p>
          <a:p>
            <a:endParaRPr lang="en-GB" altLang="en-DK"/>
          </a:p>
          <a:p>
            <a:endParaRPr lang="en-GB" altLang="en-DK"/>
          </a:p>
          <a:p>
            <a:r>
              <a:rPr lang="en-GB" err="1"/>
              <a:t>Tabellen</a:t>
            </a:r>
            <a:r>
              <a:rPr lang="en-GB"/>
              <a:t> </a:t>
            </a:r>
            <a:r>
              <a:rPr lang="en-GB" b="1"/>
              <a:t>Branch</a:t>
            </a:r>
            <a:r>
              <a:rPr lang="en-GB"/>
              <a:t> </a:t>
            </a:r>
            <a:r>
              <a:rPr lang="en-GB" err="1"/>
              <a:t>repræsenterer</a:t>
            </a:r>
            <a:r>
              <a:rPr lang="en-GB"/>
              <a:t> </a:t>
            </a:r>
            <a:r>
              <a:rPr lang="en-GB" err="1"/>
              <a:t>filialer</a:t>
            </a:r>
            <a:r>
              <a:rPr lang="en-GB"/>
              <a:t> </a:t>
            </a:r>
            <a:r>
              <a:rPr lang="en-GB" err="1"/>
              <a:t>Tabellen</a:t>
            </a:r>
            <a:r>
              <a:rPr lang="en-GB"/>
              <a:t> </a:t>
            </a:r>
            <a:r>
              <a:rPr lang="en-GB" b="1"/>
              <a:t>Staff</a:t>
            </a:r>
            <a:r>
              <a:rPr lang="en-GB"/>
              <a:t> </a:t>
            </a:r>
            <a:r>
              <a:rPr lang="en-GB" err="1"/>
              <a:t>repræsenterer</a:t>
            </a:r>
            <a:r>
              <a:rPr lang="en-GB"/>
              <a:t> </a:t>
            </a:r>
            <a:r>
              <a:rPr lang="en-GB" err="1"/>
              <a:t>medarbejdere</a:t>
            </a:r>
            <a:r>
              <a:rPr lang="en-GB"/>
              <a:t> </a:t>
            </a:r>
            <a:r>
              <a:rPr lang="en-GB" b="1" err="1"/>
              <a:t>Attributter</a:t>
            </a:r>
            <a:r>
              <a:rPr lang="en-GB"/>
              <a:t> = </a:t>
            </a:r>
            <a:r>
              <a:rPr lang="en-GB" err="1"/>
              <a:t>kolonner</a:t>
            </a:r>
            <a:r>
              <a:rPr lang="en-GB"/>
              <a:t> </a:t>
            </a:r>
            <a:r>
              <a:rPr lang="en-GB" err="1"/>
              <a:t>i</a:t>
            </a:r>
            <a:r>
              <a:rPr lang="en-GB"/>
              <a:t> </a:t>
            </a:r>
            <a:r>
              <a:rPr lang="en-GB" err="1"/>
              <a:t>tabellen</a:t>
            </a:r>
            <a:r>
              <a:rPr lang="en-GB"/>
              <a:t> Branch: </a:t>
            </a:r>
            <a:r>
              <a:rPr lang="en-GB" err="1"/>
              <a:t>branchNo</a:t>
            </a:r>
            <a:r>
              <a:rPr lang="en-GB"/>
              <a:t>, street, city, postcode</a:t>
            </a:r>
          </a:p>
          <a:p>
            <a:r>
              <a:rPr lang="en-GB"/>
              <a:t>Staff: </a:t>
            </a:r>
            <a:r>
              <a:rPr lang="en-GB" err="1"/>
              <a:t>staffNo</a:t>
            </a:r>
            <a:r>
              <a:rPr lang="en-GB"/>
              <a:t>, </a:t>
            </a:r>
            <a:r>
              <a:rPr lang="en-GB" err="1"/>
              <a:t>fName</a:t>
            </a:r>
            <a:r>
              <a:rPr lang="en-GB"/>
              <a:t>, </a:t>
            </a:r>
            <a:r>
              <a:rPr lang="en-GB" err="1"/>
              <a:t>lName</a:t>
            </a:r>
            <a:r>
              <a:rPr lang="en-GB"/>
              <a:t>, position, sex, DOB, salary, </a:t>
            </a:r>
            <a:r>
              <a:rPr lang="en-GB" err="1"/>
              <a:t>branchNo</a:t>
            </a:r>
            <a:endParaRPr lang="en-GB"/>
          </a:p>
          <a:p>
            <a:r>
              <a:rPr lang="en-GB" b="1" err="1"/>
              <a:t>Tupel</a:t>
            </a:r>
            <a:r>
              <a:rPr lang="en-GB" b="1"/>
              <a:t> (</a:t>
            </a:r>
            <a:r>
              <a:rPr lang="en-GB" b="1" err="1"/>
              <a:t>række</a:t>
            </a:r>
            <a:r>
              <a:rPr lang="en-GB" b="1"/>
              <a:t>)</a:t>
            </a:r>
            <a:r>
              <a:rPr lang="en-GB"/>
              <a:t> = </a:t>
            </a:r>
            <a:r>
              <a:rPr lang="en-GB" err="1"/>
              <a:t>en</a:t>
            </a:r>
            <a:r>
              <a:rPr lang="en-GB"/>
              <a:t> post </a:t>
            </a:r>
            <a:r>
              <a:rPr lang="en-GB" err="1"/>
              <a:t>i</a:t>
            </a:r>
            <a:r>
              <a:rPr lang="en-GB"/>
              <a:t> </a:t>
            </a:r>
            <a:r>
              <a:rPr lang="en-GB" err="1"/>
              <a:t>tabellen</a:t>
            </a:r>
            <a:r>
              <a:rPr lang="en-GB"/>
              <a:t> </a:t>
            </a:r>
            <a:r>
              <a:rPr lang="en-GB" b="1"/>
              <a:t>Grad</a:t>
            </a:r>
            <a:r>
              <a:rPr lang="en-GB"/>
              <a:t> = </a:t>
            </a:r>
            <a:r>
              <a:rPr lang="en-GB" err="1"/>
              <a:t>antal</a:t>
            </a:r>
            <a:r>
              <a:rPr lang="en-GB"/>
              <a:t> </a:t>
            </a:r>
            <a:r>
              <a:rPr lang="en-GB" err="1"/>
              <a:t>attributter</a:t>
            </a:r>
            <a:r>
              <a:rPr lang="en-GB"/>
              <a:t> (</a:t>
            </a:r>
            <a:r>
              <a:rPr lang="en-GB" err="1"/>
              <a:t>kolonner</a:t>
            </a:r>
            <a:r>
              <a:rPr lang="en-GB"/>
              <a:t>) Branch: 4 → grad = 4</a:t>
            </a:r>
          </a:p>
          <a:p>
            <a:r>
              <a:rPr lang="en-GB"/>
              <a:t>Staff: 8 → grad = 8</a:t>
            </a:r>
          </a:p>
          <a:p>
            <a:r>
              <a:rPr lang="en-GB" b="1" err="1"/>
              <a:t>Kardinalitet</a:t>
            </a:r>
            <a:r>
              <a:rPr lang="en-GB"/>
              <a:t> = </a:t>
            </a:r>
            <a:r>
              <a:rPr lang="en-GB" err="1"/>
              <a:t>antal</a:t>
            </a:r>
            <a:r>
              <a:rPr lang="en-GB"/>
              <a:t> </a:t>
            </a:r>
            <a:r>
              <a:rPr lang="en-GB" err="1"/>
              <a:t>rækker</a:t>
            </a:r>
            <a:r>
              <a:rPr lang="en-GB"/>
              <a:t> (</a:t>
            </a:r>
            <a:r>
              <a:rPr lang="en-GB" err="1"/>
              <a:t>tupel</a:t>
            </a:r>
            <a:r>
              <a:rPr lang="en-GB"/>
              <a:t>) Branch: 5 → </a:t>
            </a:r>
            <a:r>
              <a:rPr lang="en-GB" err="1"/>
              <a:t>kardinalitet</a:t>
            </a:r>
            <a:r>
              <a:rPr lang="en-GB"/>
              <a:t> = 5</a:t>
            </a:r>
          </a:p>
          <a:p>
            <a:r>
              <a:rPr lang="en-GB"/>
              <a:t>Staff: 6 → </a:t>
            </a:r>
            <a:r>
              <a:rPr lang="en-GB" err="1"/>
              <a:t>kardinalitet</a:t>
            </a:r>
            <a:r>
              <a:rPr lang="en-GB"/>
              <a:t> = 6</a:t>
            </a:r>
          </a:p>
          <a:p>
            <a:endParaRPr lang="en-GB" altLang="en-DK"/>
          </a:p>
          <a:p>
            <a:endParaRPr lang="en-GB" altLang="en-DK"/>
          </a:p>
          <a:p>
            <a:endParaRPr lang="en-GB" altLang="en-DK"/>
          </a:p>
          <a:p>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CC35371-ACE0-7C42-A59A-EDF234485393}" type="slidenum">
              <a:rPr lang="en-DK" smtClean="0"/>
              <a:t>17</a:t>
            </a:fld>
            <a:endParaRPr lang="en-DK"/>
          </a:p>
        </p:txBody>
      </p:sp>
    </p:spTree>
    <p:extLst>
      <p:ext uri="{BB962C8B-B14F-4D97-AF65-F5344CB8AC3E}">
        <p14:creationId xmlns:p14="http://schemas.microsoft.com/office/powerpoint/2010/main" val="23906141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CC35371-ACE0-7C42-A59A-EDF234485393}" type="slidenum">
              <a:rPr lang="en-DK" smtClean="0"/>
              <a:t>19</a:t>
            </a:fld>
            <a:endParaRPr lang="en-DK"/>
          </a:p>
        </p:txBody>
      </p:sp>
    </p:spTree>
    <p:extLst>
      <p:ext uri="{BB962C8B-B14F-4D97-AF65-F5344CB8AC3E}">
        <p14:creationId xmlns:p14="http://schemas.microsoft.com/office/powerpoint/2010/main" val="5963175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54518348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CC35371-ACE0-7C42-A59A-EDF234485393}" type="slidenum">
              <a:rPr lang="en-DK" smtClean="0"/>
              <a:t>24</a:t>
            </a:fld>
            <a:endParaRPr lang="en-DK"/>
          </a:p>
        </p:txBody>
      </p:sp>
    </p:spTree>
    <p:extLst>
      <p:ext uri="{BB962C8B-B14F-4D97-AF65-F5344CB8AC3E}">
        <p14:creationId xmlns:p14="http://schemas.microsoft.com/office/powerpoint/2010/main" val="71130115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da-DK"/>
          </a:p>
        </p:txBody>
      </p:sp>
      <p:sp>
        <p:nvSpPr>
          <p:cNvPr id="4" name="Pladsholder til slidenummer 3"/>
          <p:cNvSpPr>
            <a:spLocks noGrp="1"/>
          </p:cNvSpPr>
          <p:nvPr>
            <p:ph type="sldNum" sz="quarter" idx="5"/>
          </p:nvPr>
        </p:nvSpPr>
        <p:spPr/>
        <p:txBody>
          <a:bodyPr/>
          <a:lstStyle/>
          <a:p>
            <a:fld id="{CB66ABE2-00A8-584E-92C7-CA70E1DF1536}" type="slidenum">
              <a:rPr lang="da-DK" smtClean="0"/>
              <a:t>27</a:t>
            </a:fld>
            <a:endParaRPr lang="da-DK"/>
          </a:p>
        </p:txBody>
      </p:sp>
    </p:spTree>
    <p:extLst>
      <p:ext uri="{BB962C8B-B14F-4D97-AF65-F5344CB8AC3E}">
        <p14:creationId xmlns:p14="http://schemas.microsoft.com/office/powerpoint/2010/main" val="96887967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t>
            </a:r>
            <a:r>
              <a:rPr lang="en-US" err="1"/>
              <a:t>usr</a:t>
            </a:r>
            <a:r>
              <a:rPr lang="en-US"/>
              <a:t>/local/</a:t>
            </a:r>
            <a:r>
              <a:rPr lang="en-US" err="1"/>
              <a:t>mysql</a:t>
            </a:r>
            <a:r>
              <a:rPr lang="en-US"/>
              <a:t>/bin/</a:t>
            </a:r>
            <a:r>
              <a:rPr lang="en-US" err="1"/>
              <a:t>mysql</a:t>
            </a:r>
            <a:r>
              <a:rPr lang="en-US"/>
              <a:t> -u root –p       </a:t>
            </a:r>
            <a:r>
              <a:rPr lang="en-US" err="1"/>
              <a:t>sudo</a:t>
            </a:r>
            <a:r>
              <a:rPr lang="en-US"/>
              <a:t> /</a:t>
            </a:r>
            <a:r>
              <a:rPr lang="en-US" err="1"/>
              <a:t>usr</a:t>
            </a:r>
            <a:r>
              <a:rPr lang="en-US"/>
              <a:t>/local/</a:t>
            </a:r>
            <a:r>
              <a:rPr lang="en-US" err="1"/>
              <a:t>mysql</a:t>
            </a:r>
            <a:r>
              <a:rPr lang="en-US"/>
              <a:t>/support-files/</a:t>
            </a:r>
            <a:r>
              <a:rPr lang="en-US" err="1"/>
              <a:t>mysql.server</a:t>
            </a:r>
            <a:r>
              <a:rPr lang="en-US"/>
              <a:t> start    mysql.server start</a:t>
            </a:r>
          </a:p>
          <a:p>
            <a:endParaRPr lang="en-US">
              <a:ea typeface="Calibri"/>
              <a:cs typeface="Calibri"/>
            </a:endParaRPr>
          </a:p>
          <a:p>
            <a:endParaRPr lang="en-US">
              <a:ea typeface="Calibri"/>
              <a:cs typeface="Calibri"/>
            </a:endParaRPr>
          </a:p>
          <a:p>
            <a:endParaRPr lang="en-US">
              <a:cs typeface="Calibri"/>
            </a:endParaRPr>
          </a:p>
        </p:txBody>
      </p:sp>
      <p:sp>
        <p:nvSpPr>
          <p:cNvPr id="4" name="Slide Number Placeholder 3"/>
          <p:cNvSpPr>
            <a:spLocks noGrp="1"/>
          </p:cNvSpPr>
          <p:nvPr>
            <p:ph type="sldNum" sz="quarter" idx="5"/>
          </p:nvPr>
        </p:nvSpPr>
        <p:spPr/>
        <p:txBody>
          <a:bodyPr/>
          <a:lstStyle/>
          <a:p>
            <a:fld id="{BCC35371-ACE0-7C42-A59A-EDF234485393}" type="slidenum">
              <a:rPr lang="en-DK" smtClean="0"/>
              <a:t>31</a:t>
            </a:fld>
            <a:endParaRPr lang="en-DK"/>
          </a:p>
        </p:txBody>
      </p:sp>
    </p:spTree>
    <p:extLst>
      <p:ext uri="{BB962C8B-B14F-4D97-AF65-F5344CB8AC3E}">
        <p14:creationId xmlns:p14="http://schemas.microsoft.com/office/powerpoint/2010/main" val="155339716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CC35371-ACE0-7C42-A59A-EDF234485393}" type="slidenum">
              <a:rPr lang="en-DK" smtClean="0"/>
              <a:t>34</a:t>
            </a:fld>
            <a:endParaRPr lang="en-DK"/>
          </a:p>
        </p:txBody>
      </p:sp>
    </p:spTree>
    <p:extLst>
      <p:ext uri="{BB962C8B-B14F-4D97-AF65-F5344CB8AC3E}">
        <p14:creationId xmlns:p14="http://schemas.microsoft.com/office/powerpoint/2010/main" val="296596932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726443" y="841772"/>
            <a:ext cx="5691116" cy="1965866"/>
          </a:xfrm>
        </p:spPr>
        <p:txBody>
          <a:bodyPr anchor="b">
            <a:normAutofit/>
          </a:bodyPr>
          <a:lstStyle>
            <a:lvl1pPr algn="ctr">
              <a:defRPr sz="7111"/>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726443" y="2882782"/>
            <a:ext cx="5691116" cy="1060568"/>
          </a:xfrm>
        </p:spPr>
        <p:txBody>
          <a:bodyPr>
            <a:normAutofit/>
          </a:bodyPr>
          <a:lstStyle>
            <a:lvl1pPr marL="0" indent="0" algn="ctr">
              <a:buNone/>
              <a:defRPr sz="3200"/>
            </a:lvl1pPr>
            <a:lvl2pPr marL="812810" indent="0" algn="ctr">
              <a:buNone/>
              <a:defRPr sz="3200"/>
            </a:lvl2pPr>
            <a:lvl3pPr marL="1625620" indent="0" algn="ctr">
              <a:buNone/>
              <a:defRPr sz="3200"/>
            </a:lvl3pPr>
            <a:lvl4pPr marL="2438430" indent="0" algn="ctr">
              <a:buNone/>
              <a:defRPr sz="2844"/>
            </a:lvl4pPr>
            <a:lvl5pPr marL="3251241" indent="0" algn="ctr">
              <a:buNone/>
              <a:defRPr sz="2844"/>
            </a:lvl5pPr>
            <a:lvl6pPr marL="4064051" indent="0" algn="ctr">
              <a:buNone/>
              <a:defRPr sz="2844"/>
            </a:lvl6pPr>
            <a:lvl7pPr marL="4876861" indent="0" algn="ctr">
              <a:buNone/>
              <a:defRPr sz="2844"/>
            </a:lvl7pPr>
            <a:lvl8pPr marL="5689671" indent="0" algn="ctr">
              <a:buNone/>
              <a:defRPr sz="2844"/>
            </a:lvl8pPr>
            <a:lvl9pPr marL="6502481" indent="0" algn="ctr">
              <a:buNone/>
              <a:defRPr sz="2844"/>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77CA0979-F579-4E9B-A675-1F5ABBFF00DB}" type="datetimeFigureOut">
              <a:rPr lang="en-US" dirty="0"/>
              <a:t>10/28/26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dirty="0"/>
              <a:t>‹#›</a:t>
            </a:fld>
            <a:endParaRPr lang="en-US"/>
          </a:p>
        </p:txBody>
      </p:sp>
    </p:spTree>
    <p:extLst>
      <p:ext uri="{BB962C8B-B14F-4D97-AF65-F5344CB8AC3E}">
        <p14:creationId xmlns:p14="http://schemas.microsoft.com/office/powerpoint/2010/main" val="2025229509"/>
      </p:ext>
    </p:extLst>
  </p:cSld>
  <p:clrMapOvr>
    <a:masterClrMapping/>
  </p:clrMapOvr>
  <p:extLst>
    <p:ext uri="{DCECCB84-F9BA-43D5-87BE-67443E8EF086}">
      <p15:sldGuideLst xmlns:p15="http://schemas.microsoft.com/office/powerpoint/2012/main">
        <p15:guide id="5" orient="horz" pos="1620" userDrawn="1">
          <p15:clr>
            <a:srgbClr val="FBAE40"/>
          </p15:clr>
        </p15:guide>
        <p15:guide id="6"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3E7156E-175E-4DBA-9D21-B772C320F342}" type="datetimeFigureOut">
              <a:rPr lang="en-US" dirty="0"/>
              <a:t>10/28/26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dirty="0"/>
              <a:t>‹#›</a:t>
            </a:fld>
            <a:endParaRPr lang="en-US"/>
          </a:p>
        </p:txBody>
      </p:sp>
    </p:spTree>
    <p:extLst>
      <p:ext uri="{BB962C8B-B14F-4D97-AF65-F5344CB8AC3E}">
        <p14:creationId xmlns:p14="http://schemas.microsoft.com/office/powerpoint/2010/main" val="5541651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452536" y="415212"/>
            <a:ext cx="6204855" cy="3006644"/>
          </a:xfrm>
        </p:spPr>
        <p:txBody>
          <a:bodyPr anchor="t">
            <a:normAutofit/>
          </a:bodyPr>
          <a:lstStyle>
            <a:lvl1pPr>
              <a:defRPr sz="9600" cap="all" baseline="0"/>
            </a:lvl1pPr>
          </a:lstStyle>
          <a:p>
            <a:r>
              <a:rPr lang="en-US"/>
              <a:t>Click to edit Master title style</a:t>
            </a:r>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452535" y="3442098"/>
            <a:ext cx="6204855" cy="1038463"/>
          </a:xfrm>
        </p:spPr>
        <p:txBody>
          <a:bodyPr anchor="b">
            <a:normAutofit/>
          </a:bodyPr>
          <a:lstStyle>
            <a:lvl1pPr marL="0" indent="0">
              <a:buNone/>
              <a:defRPr sz="3556">
                <a:solidFill>
                  <a:schemeClr val="tx1"/>
                </a:solidFill>
              </a:defRPr>
            </a:lvl1pPr>
            <a:lvl2pPr marL="812810" indent="0">
              <a:buNone/>
              <a:defRPr sz="3556">
                <a:solidFill>
                  <a:schemeClr val="tx1">
                    <a:tint val="75000"/>
                  </a:schemeClr>
                </a:solidFill>
              </a:defRPr>
            </a:lvl2pPr>
            <a:lvl3pPr marL="1625620" indent="0">
              <a:buNone/>
              <a:defRPr sz="3200">
                <a:solidFill>
                  <a:schemeClr val="tx1">
                    <a:tint val="75000"/>
                  </a:schemeClr>
                </a:solidFill>
              </a:defRPr>
            </a:lvl3pPr>
            <a:lvl4pPr marL="2438430" indent="0">
              <a:buNone/>
              <a:defRPr sz="2844">
                <a:solidFill>
                  <a:schemeClr val="tx1">
                    <a:tint val="75000"/>
                  </a:schemeClr>
                </a:solidFill>
              </a:defRPr>
            </a:lvl4pPr>
            <a:lvl5pPr marL="3251241" indent="0">
              <a:buNone/>
              <a:defRPr sz="2844">
                <a:solidFill>
                  <a:schemeClr val="tx1">
                    <a:tint val="75000"/>
                  </a:schemeClr>
                </a:solidFill>
              </a:defRPr>
            </a:lvl5pPr>
            <a:lvl6pPr marL="4064051" indent="0">
              <a:buNone/>
              <a:defRPr sz="2844">
                <a:solidFill>
                  <a:schemeClr val="tx1">
                    <a:tint val="75000"/>
                  </a:schemeClr>
                </a:solidFill>
              </a:defRPr>
            </a:lvl6pPr>
            <a:lvl7pPr marL="4876861" indent="0">
              <a:buNone/>
              <a:defRPr sz="2844">
                <a:solidFill>
                  <a:schemeClr val="tx1">
                    <a:tint val="75000"/>
                  </a:schemeClr>
                </a:solidFill>
              </a:defRPr>
            </a:lvl7pPr>
            <a:lvl8pPr marL="5689671" indent="0">
              <a:buNone/>
              <a:defRPr sz="2844">
                <a:solidFill>
                  <a:schemeClr val="tx1">
                    <a:tint val="75000"/>
                  </a:schemeClr>
                </a:solidFill>
              </a:defRPr>
            </a:lvl8pPr>
            <a:lvl9pPr marL="6502481" indent="0">
              <a:buNone/>
              <a:defRPr sz="2844">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p:txBody>
          <a:bodyPr/>
          <a:lstStyle/>
          <a:p>
            <a:fld id="{04895F6E-3D02-4292-95D1-C62B3126321B}" type="datetimeFigureOut">
              <a:rPr lang="en-US" dirty="0"/>
              <a:t>10/28/26</a:t>
            </a:fld>
            <a:endParaRPr lang="en-US"/>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CC057153-B650-4DEB-B370-79DDCFDCE934}" type="slidenum">
              <a:rPr lang="en-US" dirty="0"/>
              <a:t>‹#›</a:t>
            </a:fld>
            <a:endParaRPr lang="en-US"/>
          </a:p>
        </p:txBody>
      </p:sp>
    </p:spTree>
    <p:extLst>
      <p:ext uri="{BB962C8B-B14F-4D97-AF65-F5344CB8AC3E}">
        <p14:creationId xmlns:p14="http://schemas.microsoft.com/office/powerpoint/2010/main" val="34990505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9486" y="411480"/>
            <a:ext cx="8055864" cy="849194"/>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572E861E-DFBA-B4AA-9356-CDE3D3F57C04}"/>
              </a:ext>
            </a:extLst>
          </p:cNvPr>
          <p:cNvSpPr>
            <a:spLocks noGrp="1"/>
          </p:cNvSpPr>
          <p:nvPr>
            <p:ph sz="half" idx="1"/>
          </p:nvPr>
        </p:nvSpPr>
        <p:spPr>
          <a:xfrm>
            <a:off x="459486"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51D7538-EC5A-3EE7-176F-A58920C50797}"/>
              </a:ext>
            </a:extLst>
          </p:cNvPr>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EDCB5ACB-D10C-44A8-9570-124370F4CB38}" type="datetimeFigureOut">
              <a:rPr lang="en-US" dirty="0"/>
              <a:t>10/28/26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
              </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dirty="0"/>
              <a:t>‹#›</a:t>
            </a:fld>
            <a:endParaRPr lang="en-US"/>
          </a:p>
        </p:txBody>
      </p:sp>
    </p:spTree>
    <p:extLst>
      <p:ext uri="{BB962C8B-B14F-4D97-AF65-F5344CB8AC3E}">
        <p14:creationId xmlns:p14="http://schemas.microsoft.com/office/powerpoint/2010/main" val="13394416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457200" y="410547"/>
            <a:ext cx="8059341" cy="857469"/>
          </a:xfrm>
        </p:spPr>
        <p:txBody>
          <a:bodyPr/>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457201" y="1264301"/>
            <a:ext cx="3868340" cy="419876"/>
          </a:xfrm>
        </p:spPr>
        <p:txBody>
          <a:bodyPr anchor="b">
            <a:normAutofit/>
          </a:bodyPr>
          <a:lstStyle>
            <a:lvl1pPr marL="0" indent="0">
              <a:lnSpc>
                <a:spcPct val="90000"/>
              </a:lnSpc>
              <a:buNone/>
              <a:defRPr sz="3556" b="1" cap="all" baseline="0"/>
            </a:lvl1pPr>
            <a:lvl2pPr marL="812810" indent="0">
              <a:buNone/>
              <a:defRPr sz="3556" b="1"/>
            </a:lvl2pPr>
            <a:lvl3pPr marL="1625620" indent="0">
              <a:buNone/>
              <a:defRPr sz="3200" b="1"/>
            </a:lvl3pPr>
            <a:lvl4pPr marL="2438430" indent="0">
              <a:buNone/>
              <a:defRPr sz="2844" b="1"/>
            </a:lvl4pPr>
            <a:lvl5pPr marL="3251241" indent="0">
              <a:buNone/>
              <a:defRPr sz="2844" b="1"/>
            </a:lvl5pPr>
            <a:lvl6pPr marL="4064051" indent="0">
              <a:buNone/>
              <a:defRPr sz="2844" b="1"/>
            </a:lvl6pPr>
            <a:lvl7pPr marL="4876861" indent="0">
              <a:buNone/>
              <a:defRPr sz="2844" b="1"/>
            </a:lvl7pPr>
            <a:lvl8pPr marL="5689671" indent="0">
              <a:buNone/>
              <a:defRPr sz="2844" b="1"/>
            </a:lvl8pPr>
            <a:lvl9pPr marL="6502481" indent="0">
              <a:buNone/>
              <a:defRPr sz="2844" b="1"/>
            </a:lvl9pPr>
          </a:lstStyle>
          <a:p>
            <a:pPr lvl="0"/>
            <a:r>
              <a:rPr lang="en-US"/>
              <a:t>Click to edit Master text styles</a:t>
            </a:r>
          </a:p>
        </p:txBody>
      </p:sp>
      <p:sp>
        <p:nvSpPr>
          <p:cNvPr id="4" name="Content Placeholder 3">
            <a:extLst>
              <a:ext uri="{FF2B5EF4-FFF2-40B4-BE49-F238E27FC236}">
                <a16:creationId xmlns:a16="http://schemas.microsoft.com/office/drawing/2014/main" id="{94DA52B0-7419-A946-4523-6D34BCAD26D1}"/>
              </a:ext>
            </a:extLst>
          </p:cNvPr>
          <p:cNvSpPr>
            <a:spLocks noGrp="1"/>
          </p:cNvSpPr>
          <p:nvPr>
            <p:ph sz="half" idx="2"/>
          </p:nvPr>
        </p:nvSpPr>
        <p:spPr>
          <a:xfrm>
            <a:off x="457201" y="1790171"/>
            <a:ext cx="3868340" cy="282381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4629150" y="1264301"/>
            <a:ext cx="3887391" cy="419876"/>
          </a:xfrm>
        </p:spPr>
        <p:txBody>
          <a:bodyPr anchor="b">
            <a:normAutofit/>
          </a:bodyPr>
          <a:lstStyle>
            <a:lvl1pPr marL="0" indent="0">
              <a:lnSpc>
                <a:spcPct val="90000"/>
              </a:lnSpc>
              <a:buNone/>
              <a:defRPr sz="3556" b="1" cap="all" baseline="0"/>
            </a:lvl1pPr>
            <a:lvl2pPr marL="812810" indent="0">
              <a:buNone/>
              <a:defRPr sz="3556" b="1"/>
            </a:lvl2pPr>
            <a:lvl3pPr marL="1625620" indent="0">
              <a:buNone/>
              <a:defRPr sz="3200" b="1"/>
            </a:lvl3pPr>
            <a:lvl4pPr marL="2438430" indent="0">
              <a:buNone/>
              <a:defRPr sz="2844" b="1"/>
            </a:lvl4pPr>
            <a:lvl5pPr marL="3251241" indent="0">
              <a:buNone/>
              <a:defRPr sz="2844" b="1"/>
            </a:lvl5pPr>
            <a:lvl6pPr marL="4064051" indent="0">
              <a:buNone/>
              <a:defRPr sz="2844" b="1"/>
            </a:lvl6pPr>
            <a:lvl7pPr marL="4876861" indent="0">
              <a:buNone/>
              <a:defRPr sz="2844" b="1"/>
            </a:lvl7pPr>
            <a:lvl8pPr marL="5689671" indent="0">
              <a:buNone/>
              <a:defRPr sz="2844" b="1"/>
            </a:lvl8pPr>
            <a:lvl9pPr marL="6502481" indent="0">
              <a:buNone/>
              <a:defRPr sz="2844" b="1"/>
            </a:lvl9pPr>
          </a:lstStyle>
          <a:p>
            <a:pPr lvl="0"/>
            <a:r>
              <a:rPr lang="en-US"/>
              <a:t>Click to edit Master text styles</a:t>
            </a:r>
          </a:p>
        </p:txBody>
      </p:sp>
      <p:sp>
        <p:nvSpPr>
          <p:cNvPr id="6" name="Content Placeholder 5">
            <a:extLst>
              <a:ext uri="{FF2B5EF4-FFF2-40B4-BE49-F238E27FC236}">
                <a16:creationId xmlns:a16="http://schemas.microsoft.com/office/drawing/2014/main" id="{33BAE980-E611-98B5-04E9-DE4584B0E33F}"/>
              </a:ext>
            </a:extLst>
          </p:cNvPr>
          <p:cNvSpPr>
            <a:spLocks noGrp="1"/>
          </p:cNvSpPr>
          <p:nvPr>
            <p:ph sz="quarter" idx="4"/>
          </p:nvPr>
        </p:nvSpPr>
        <p:spPr>
          <a:xfrm>
            <a:off x="4629150" y="1790171"/>
            <a:ext cx="3887392" cy="282381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AB8D84F4-0E7A-4BDE-98C6-AE68FB974645}" type="datetimeFigureOut">
              <a:rPr lang="en-US" dirty="0"/>
              <a:t>10/28/26</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a:t>
              </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dirty="0"/>
              <a:t>‹#›</a:t>
            </a:fld>
            <a:endParaRPr lang="en-US"/>
          </a:p>
        </p:txBody>
      </p:sp>
    </p:spTree>
    <p:extLst>
      <p:ext uri="{BB962C8B-B14F-4D97-AF65-F5344CB8AC3E}">
        <p14:creationId xmlns:p14="http://schemas.microsoft.com/office/powerpoint/2010/main" val="13177006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CBEFF1D8-9801-4C4B-92F3-66C9A863BD74}" type="datetimeFigureOut">
              <a:rPr lang="en-US" dirty="0"/>
              <a:t>10/28/26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
              </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dirty="0"/>
              <a:t>‹#›</a:t>
            </a:fld>
            <a:endParaRPr lang="en-US"/>
          </a:p>
        </p:txBody>
      </p:sp>
    </p:spTree>
    <p:extLst>
      <p:ext uri="{BB962C8B-B14F-4D97-AF65-F5344CB8AC3E}">
        <p14:creationId xmlns:p14="http://schemas.microsoft.com/office/powerpoint/2010/main" val="29559590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961FE8FD-B23E-4E1A-83EF-0847EBEA0105}" type="datetimeFigureOut">
              <a:rPr lang="en-US" dirty="0"/>
              <a:t>10/28/26</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a:t>
              </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dirty="0"/>
              <a:t>‹#›</a:t>
            </a:fld>
            <a:endParaRPr lang="en-US"/>
          </a:p>
        </p:txBody>
      </p:sp>
    </p:spTree>
    <p:extLst>
      <p:ext uri="{BB962C8B-B14F-4D97-AF65-F5344CB8AC3E}">
        <p14:creationId xmlns:p14="http://schemas.microsoft.com/office/powerpoint/2010/main" val="25371776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447870" y="415212"/>
            <a:ext cx="2696726" cy="1318129"/>
          </a:xfrm>
        </p:spPr>
        <p:txBody>
          <a:bodyPr anchor="t">
            <a:normAutofit/>
          </a:bodyPr>
          <a:lstStyle>
            <a:lvl1pPr>
              <a:defRPr sz="4978"/>
            </a:lvl1pPr>
          </a:lstStyle>
          <a:p>
            <a:r>
              <a:rPr lang="en-US"/>
              <a:t>Click to edit Master title style</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3851031" y="415212"/>
            <a:ext cx="4709806" cy="4114800"/>
          </a:xfrm>
        </p:spPr>
        <p:txBody>
          <a:bodyPr>
            <a:normAutofit/>
          </a:bodyPr>
          <a:lstStyle>
            <a:lvl1pPr>
              <a:defRPr sz="4978"/>
            </a:lvl1pPr>
            <a:lvl2pPr>
              <a:defRPr sz="4267"/>
            </a:lvl2pPr>
            <a:lvl3pPr>
              <a:defRPr sz="3556"/>
            </a:lvl3pPr>
            <a:lvl4pPr>
              <a:defRPr sz="3200"/>
            </a:lvl4pPr>
            <a:lvl5pPr>
              <a:defRPr sz="3200"/>
            </a:lvl5pPr>
            <a:lvl6pPr>
              <a:defRPr sz="3200"/>
            </a:lvl6pPr>
            <a:lvl7pPr>
              <a:defRPr sz="3200"/>
            </a:lvl7pPr>
            <a:lvl8pPr>
              <a:defRPr sz="3200"/>
            </a:lvl8pPr>
            <a:lvl9pPr>
              <a:defRPr sz="3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447870" y="1733341"/>
            <a:ext cx="2696726" cy="2796671"/>
          </a:xfrm>
        </p:spPr>
        <p:txBody>
          <a:bodyPr anchor="t">
            <a:normAutofit/>
          </a:bodyPr>
          <a:lstStyle>
            <a:lvl1pPr marL="0" indent="0">
              <a:buNone/>
              <a:defRPr sz="3200"/>
            </a:lvl1pPr>
            <a:lvl2pPr marL="812810" indent="0">
              <a:buNone/>
              <a:defRPr sz="2489"/>
            </a:lvl2pPr>
            <a:lvl3pPr marL="1625620" indent="0">
              <a:buNone/>
              <a:defRPr sz="2133"/>
            </a:lvl3pPr>
            <a:lvl4pPr marL="2438430" indent="0">
              <a:buNone/>
              <a:defRPr sz="1778"/>
            </a:lvl4pPr>
            <a:lvl5pPr marL="3251241" indent="0">
              <a:buNone/>
              <a:defRPr sz="1778"/>
            </a:lvl5pPr>
            <a:lvl6pPr marL="4064051" indent="0">
              <a:buNone/>
              <a:defRPr sz="1778"/>
            </a:lvl6pPr>
            <a:lvl7pPr marL="4876861" indent="0">
              <a:buNone/>
              <a:defRPr sz="1778"/>
            </a:lvl7pPr>
            <a:lvl8pPr marL="5689671" indent="0">
              <a:buNone/>
              <a:defRPr sz="1778"/>
            </a:lvl8pPr>
            <a:lvl9pPr marL="6502481" indent="0">
              <a:buNone/>
              <a:defRPr sz="1778"/>
            </a:lvl9pPr>
          </a:lstStyle>
          <a:p>
            <a:pPr lvl="0"/>
            <a:r>
              <a:rPr lang="en-US"/>
              <a:t>Click to edit Master text styles</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8DDF891E-A7C2-465C-AD39-8EDCB0F58E3C}" type="datetimeFigureOut">
              <a:rPr lang="en-US" dirty="0"/>
              <a:t>10/28/26</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a:t>
              </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dirty="0"/>
              <a:t>‹#›</a:t>
            </a:fld>
            <a:endParaRPr lang="en-US"/>
          </a:p>
        </p:txBody>
      </p:sp>
    </p:spTree>
    <p:extLst>
      <p:ext uri="{BB962C8B-B14F-4D97-AF65-F5344CB8AC3E}">
        <p14:creationId xmlns:p14="http://schemas.microsoft.com/office/powerpoint/2010/main" val="5717346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445770" y="418338"/>
            <a:ext cx="2696726" cy="1659235"/>
          </a:xfrm>
        </p:spPr>
        <p:txBody>
          <a:bodyPr anchor="t">
            <a:normAutofit/>
          </a:bodyPr>
          <a:lstStyle>
            <a:lvl1pPr>
              <a:defRPr sz="4978"/>
            </a:lvl1pPr>
          </a:lstStyle>
          <a:p>
            <a:r>
              <a:rPr lang="en-US"/>
              <a:t>Click to edit Master title style</a:t>
            </a:r>
          </a:p>
        </p:txBody>
      </p:sp>
      <p:sp>
        <p:nvSpPr>
          <p:cNvPr id="3" name="Picture Placeholder 2">
            <a:extLst>
              <a:ext uri="{FF2B5EF4-FFF2-40B4-BE49-F238E27FC236}">
                <a16:creationId xmlns:a16="http://schemas.microsoft.com/office/drawing/2014/main" id="{9571C769-CEC8-962A-01E6-15B0E056791E}"/>
              </a:ext>
            </a:extLst>
          </p:cNvPr>
          <p:cNvSpPr>
            <a:spLocks noGrp="1" noChangeAspect="1"/>
          </p:cNvSpPr>
          <p:nvPr>
            <p:ph type="pic" idx="1"/>
          </p:nvPr>
        </p:nvSpPr>
        <p:spPr>
          <a:xfrm>
            <a:off x="3797490" y="492827"/>
            <a:ext cx="4862765" cy="4166928"/>
          </a:xfrm>
        </p:spPr>
        <p:txBody>
          <a:bodyPr anchor="t"/>
          <a:lstStyle>
            <a:lvl1pPr marL="0" indent="0">
              <a:buNone/>
              <a:defRPr sz="5689"/>
            </a:lvl1pPr>
            <a:lvl2pPr marL="812810" indent="0">
              <a:buNone/>
              <a:defRPr sz="4978"/>
            </a:lvl2pPr>
            <a:lvl3pPr marL="1625620" indent="0">
              <a:buNone/>
              <a:defRPr sz="4267"/>
            </a:lvl3pPr>
            <a:lvl4pPr marL="2438430" indent="0">
              <a:buNone/>
              <a:defRPr sz="3556"/>
            </a:lvl4pPr>
            <a:lvl5pPr marL="3251241" indent="0">
              <a:buNone/>
              <a:defRPr sz="3556"/>
            </a:lvl5pPr>
            <a:lvl6pPr marL="4064051" indent="0">
              <a:buNone/>
              <a:defRPr sz="3556"/>
            </a:lvl6pPr>
            <a:lvl7pPr marL="4876861" indent="0">
              <a:buNone/>
              <a:defRPr sz="3556"/>
            </a:lvl7pPr>
            <a:lvl8pPr marL="5689671" indent="0">
              <a:buNone/>
              <a:defRPr sz="3556"/>
            </a:lvl8pPr>
            <a:lvl9pPr marL="6502481" indent="0">
              <a:buNone/>
              <a:defRPr sz="3556"/>
            </a:lvl9pPr>
          </a:lstStyle>
          <a:p>
            <a:endParaRP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457201" y="2119603"/>
            <a:ext cx="2689190" cy="2575979"/>
          </a:xfrm>
        </p:spPr>
        <p:txBody>
          <a:bodyPr anchor="b"/>
          <a:lstStyle>
            <a:lvl1pPr marL="0" indent="0">
              <a:buNone/>
              <a:defRPr sz="2844"/>
            </a:lvl1pPr>
            <a:lvl2pPr marL="812810" indent="0">
              <a:buNone/>
              <a:defRPr sz="2489"/>
            </a:lvl2pPr>
            <a:lvl3pPr marL="1625620" indent="0">
              <a:buNone/>
              <a:defRPr sz="2133"/>
            </a:lvl3pPr>
            <a:lvl4pPr marL="2438430" indent="0">
              <a:buNone/>
              <a:defRPr sz="1778"/>
            </a:lvl4pPr>
            <a:lvl5pPr marL="3251241" indent="0">
              <a:buNone/>
              <a:defRPr sz="1778"/>
            </a:lvl5pPr>
            <a:lvl6pPr marL="4064051" indent="0">
              <a:buNone/>
              <a:defRPr sz="1778"/>
            </a:lvl6pPr>
            <a:lvl7pPr marL="4876861" indent="0">
              <a:buNone/>
              <a:defRPr sz="1778"/>
            </a:lvl7pPr>
            <a:lvl8pPr marL="5689671" indent="0">
              <a:buNone/>
              <a:defRPr sz="1778"/>
            </a:lvl8pPr>
            <a:lvl9pPr marL="6502481" indent="0">
              <a:buNone/>
              <a:defRPr sz="1778"/>
            </a:lvl9pPr>
          </a:lstStyle>
          <a:p>
            <a:pPr lvl="0"/>
            <a:r>
              <a:rPr lang="en-US"/>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F39F93E5-AFB6-485C-8E3C-32F92A07875F}" type="datetimeFigureOut">
              <a:rPr lang="en-US" dirty="0"/>
              <a:t>10/28/26</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a:t>
              </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dirty="0"/>
              <a:t>‹#›</a:t>
            </a:fld>
            <a:endParaRPr lang="en-US"/>
          </a:p>
        </p:txBody>
      </p:sp>
    </p:spTree>
    <p:extLst>
      <p:ext uri="{BB962C8B-B14F-4D97-AF65-F5344CB8AC3E}">
        <p14:creationId xmlns:p14="http://schemas.microsoft.com/office/powerpoint/2010/main" val="28499595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E956D-CB73-C986-F100-46487310D11E}"/>
              </a:ext>
            </a:extLst>
          </p:cNvPr>
          <p:cNvSpPr>
            <a:spLocks noGrp="1"/>
          </p:cNvSpPr>
          <p:nvPr>
            <p:ph type="title"/>
          </p:nvPr>
        </p:nvSpPr>
        <p:spPr>
          <a:xfrm>
            <a:off x="459486" y="411480"/>
            <a:ext cx="7886700" cy="849194"/>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423E6A-A07C-BF0D-EA30-9A8A854E48F1}"/>
              </a:ext>
            </a:extLst>
          </p:cNvPr>
          <p:cNvSpPr>
            <a:spLocks noGrp="1"/>
          </p:cNvSpPr>
          <p:nvPr>
            <p:ph type="body" orient="vert" idx="1"/>
          </p:nvPr>
        </p:nvSpPr>
        <p:spPr>
          <a:xfrm>
            <a:off x="459486" y="1260674"/>
            <a:ext cx="7886700" cy="337204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C9908-8F95-8DFC-72CC-158552B56735}"/>
              </a:ext>
            </a:extLst>
          </p:cNvPr>
          <p:cNvSpPr>
            <a:spLocks noGrp="1"/>
          </p:cNvSpPr>
          <p:nvPr>
            <p:ph type="dt" sz="half" idx="10"/>
          </p:nvPr>
        </p:nvSpPr>
        <p:spPr/>
        <p:txBody>
          <a:bodyPr/>
          <a:lstStyle/>
          <a:p>
            <a:fld id="{F7E76D0F-5A12-4D0A-80B0-1A6122B61E7B}" type="datetimeFigureOut">
              <a:rPr lang="en-US" dirty="0"/>
              <a:t>10/28/26</a:t>
            </a:fld>
            <a:endParaRPr lang="en-US"/>
          </a:p>
        </p:txBody>
      </p:sp>
      <p:sp>
        <p:nvSpPr>
          <p:cNvPr id="5" name="Footer Placeholder 4">
            <a:extLst>
              <a:ext uri="{FF2B5EF4-FFF2-40B4-BE49-F238E27FC236}">
                <a16:creationId xmlns:a16="http://schemas.microsoft.com/office/drawing/2014/main" id="{2C26C9BE-9060-50CB-2BB7-07307FF89A7A}"/>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A84A835B-97D3-BC22-F0B8-4986D4636271}"/>
              </a:ext>
            </a:extLst>
          </p:cNvPr>
          <p:cNvSpPr>
            <a:spLocks noGrp="1"/>
          </p:cNvSpPr>
          <p:nvPr>
            <p:ph type="sldNum" sz="quarter" idx="12"/>
          </p:nvPr>
        </p:nvSpPr>
        <p:spPr/>
        <p:txBody>
          <a:bodyPr/>
          <a:lstStyle/>
          <a:p>
            <a:fld id="{CC057153-B650-4DEB-B370-79DDCFDCE934}" type="slidenum">
              <a:rPr lang="en-US" dirty="0"/>
              <a:t>‹#›</a:t>
            </a:fld>
            <a:endParaRPr lang="en-US"/>
          </a:p>
        </p:txBody>
      </p:sp>
    </p:spTree>
    <p:extLst>
      <p:ext uri="{BB962C8B-B14F-4D97-AF65-F5344CB8AC3E}">
        <p14:creationId xmlns:p14="http://schemas.microsoft.com/office/powerpoint/2010/main" val="38308930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5B0252-346C-F6F4-3642-19F571550D45}"/>
              </a:ext>
            </a:extLst>
          </p:cNvPr>
          <p:cNvSpPr>
            <a:spLocks noGrp="1"/>
          </p:cNvSpPr>
          <p:nvPr>
            <p:ph type="title" orient="vert"/>
          </p:nvPr>
        </p:nvSpPr>
        <p:spPr>
          <a:xfrm>
            <a:off x="7226166" y="433873"/>
            <a:ext cx="1535278" cy="4198850"/>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798DA36-7351-9D6A-518B-678AB8A507D3}"/>
              </a:ext>
            </a:extLst>
          </p:cNvPr>
          <p:cNvSpPr>
            <a:spLocks noGrp="1"/>
          </p:cNvSpPr>
          <p:nvPr>
            <p:ph type="body" orient="vert" idx="1"/>
          </p:nvPr>
        </p:nvSpPr>
        <p:spPr>
          <a:xfrm>
            <a:off x="628650" y="433873"/>
            <a:ext cx="6597516" cy="419884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846BDFF-D746-836C-04B8-CA89AD5D1466}"/>
              </a:ext>
            </a:extLst>
          </p:cNvPr>
          <p:cNvSpPr>
            <a:spLocks noGrp="1"/>
          </p:cNvSpPr>
          <p:nvPr>
            <p:ph type="dt" sz="half" idx="10"/>
          </p:nvPr>
        </p:nvSpPr>
        <p:spPr/>
        <p:txBody>
          <a:bodyPr/>
          <a:lstStyle/>
          <a:p>
            <a:fld id="{8B9E8C84-89CA-44AB-B0BE-5C91BAF75478}" type="datetimeFigureOut">
              <a:rPr lang="en-US" dirty="0"/>
              <a:t>10/28/26</a:t>
            </a:fld>
            <a:endParaRPr lang="en-US"/>
          </a:p>
        </p:txBody>
      </p:sp>
      <p:sp>
        <p:nvSpPr>
          <p:cNvPr id="5" name="Footer Placeholder 4">
            <a:extLst>
              <a:ext uri="{FF2B5EF4-FFF2-40B4-BE49-F238E27FC236}">
                <a16:creationId xmlns:a16="http://schemas.microsoft.com/office/drawing/2014/main" id="{919AA929-A9E6-FF9C-0C59-177F892D6A69}"/>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9316D893-7E81-90DC-4139-7687B39C3AC8}"/>
              </a:ext>
            </a:extLst>
          </p:cNvPr>
          <p:cNvSpPr>
            <a:spLocks noGrp="1"/>
          </p:cNvSpPr>
          <p:nvPr>
            <p:ph type="sldNum" sz="quarter" idx="12"/>
          </p:nvPr>
        </p:nvSpPr>
        <p:spPr/>
        <p:txBody>
          <a:bodyPr/>
          <a:lstStyle/>
          <a:p>
            <a:fld id="{CC057153-B650-4DEB-B370-79DDCFDCE934}" type="slidenum">
              <a:rPr lang="en-US" dirty="0"/>
              <a:t>‹#›</a:t>
            </a:fld>
            <a:endParaRPr lang="en-US"/>
          </a:p>
        </p:txBody>
      </p:sp>
    </p:spTree>
    <p:extLst>
      <p:ext uri="{BB962C8B-B14F-4D97-AF65-F5344CB8AC3E}">
        <p14:creationId xmlns:p14="http://schemas.microsoft.com/office/powerpoint/2010/main" val="1429210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2140" y="-88900"/>
            <a:ext cx="8418405" cy="430887"/>
          </a:xfrm>
        </p:spPr>
        <p:txBody>
          <a:bodyPr/>
          <a:lstStyle/>
          <a:p>
            <a:r>
              <a:rPr lang="en-US"/>
              <a:t>Click to edit Master title style</a:t>
            </a:r>
          </a:p>
        </p:txBody>
      </p:sp>
      <p:sp>
        <p:nvSpPr>
          <p:cNvPr id="6" name="Text Placeholder 5"/>
          <p:cNvSpPr>
            <a:spLocks noGrp="1"/>
          </p:cNvSpPr>
          <p:nvPr>
            <p:ph type="body" sz="quarter" idx="10"/>
          </p:nvPr>
        </p:nvSpPr>
        <p:spPr>
          <a:xfrm>
            <a:off x="381000" y="1058664"/>
            <a:ext cx="8382000" cy="1246495"/>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83423571"/>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1_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702124" y="470915"/>
            <a:ext cx="3035935" cy="604519"/>
          </a:xfrm>
          <a:prstGeom prst="rect">
            <a:avLst/>
          </a:prstGeom>
        </p:spPr>
        <p:txBody>
          <a:bodyPr wrap="square" lIns="0" tIns="0" rIns="0" bIns="0">
            <a:spAutoFit/>
          </a:bodyPr>
          <a:lstStyle>
            <a:lvl1pPr>
              <a:defRPr sz="2800" b="1" i="0">
                <a:solidFill>
                  <a:srgbClr val="007FA3"/>
                </a:solidFill>
                <a:latin typeface="Arial"/>
                <a:cs typeface="Arial"/>
              </a:defRPr>
            </a:lvl1pPr>
          </a:lstStyle>
          <a:p>
            <a:endParaRPr/>
          </a:p>
        </p:txBody>
      </p:sp>
      <p:sp>
        <p:nvSpPr>
          <p:cNvPr id="3" name="Holder 3"/>
          <p:cNvSpPr>
            <a:spLocks noGrp="1"/>
          </p:cNvSpPr>
          <p:nvPr>
            <p:ph type="subTitle" idx="4"/>
          </p:nvPr>
        </p:nvSpPr>
        <p:spPr>
          <a:xfrm>
            <a:off x="1371600" y="2880360"/>
            <a:ext cx="6400800" cy="1285875"/>
          </a:xfrm>
          <a:prstGeom prst="rect">
            <a:avLst/>
          </a:prstGeom>
        </p:spPr>
        <p:txBody>
          <a:bodyPr wrap="square" lIns="0" tIns="0" rIns="0" bIns="0">
            <a:spAutoFit/>
          </a:bodyPr>
          <a:lstStyle>
            <a:lvl1pPr>
              <a:defRPr sz="1800" b="0" i="0">
                <a:solidFill>
                  <a:schemeClr val="tx1"/>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10/28/26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14976165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userDrawn="1">
  <p:cSld name="Title slide with background - picture">
    <p:bg>
      <p:bgPr>
        <a:solidFill>
          <a:schemeClr val="tx1">
            <a:lumMod val="50000"/>
          </a:schemeClr>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67C06F42-C713-9648-BBB9-B325632D9DB7}"/>
              </a:ext>
            </a:extLst>
          </p:cNvPr>
          <p:cNvSpPr>
            <a:spLocks noGrp="1"/>
          </p:cNvSpPr>
          <p:nvPr>
            <p:ph type="pic" sz="quarter" idx="10"/>
          </p:nvPr>
        </p:nvSpPr>
        <p:spPr>
          <a:xfrm>
            <a:off x="0" y="1"/>
            <a:ext cx="9144000" cy="5143499"/>
          </a:xfrm>
        </p:spPr>
        <p:txBody>
          <a:bodyPr/>
          <a:lstStyle>
            <a:lvl1pPr marL="0" indent="0">
              <a:buNone/>
              <a:defRPr/>
            </a:lvl1pPr>
          </a:lstStyle>
          <a:p>
            <a:endParaRPr lang="da-DK"/>
          </a:p>
        </p:txBody>
      </p:sp>
      <p:sp>
        <p:nvSpPr>
          <p:cNvPr id="2" name="Titel 1"/>
          <p:cNvSpPr>
            <a:spLocks noGrp="1"/>
          </p:cNvSpPr>
          <p:nvPr>
            <p:ph type="ctrTitle"/>
          </p:nvPr>
        </p:nvSpPr>
        <p:spPr>
          <a:xfrm>
            <a:off x="1143000" y="841772"/>
            <a:ext cx="6858000" cy="1790700"/>
          </a:xfrm>
          <a:prstGeom prst="rect">
            <a:avLst/>
          </a:prstGeom>
        </p:spPr>
        <p:txBody>
          <a:bodyPr anchor="b"/>
          <a:lstStyle>
            <a:lvl1pPr algn="ctr">
              <a:defRPr sz="4500" b="1">
                <a:solidFill>
                  <a:schemeClr val="bg1"/>
                </a:solidFill>
              </a:defRPr>
            </a:lvl1pPr>
          </a:lstStyle>
          <a:p>
            <a:r>
              <a:rPr lang="da-DK"/>
              <a:t>Klik for at redigere i masteren</a:t>
            </a:r>
          </a:p>
        </p:txBody>
      </p:sp>
      <p:sp>
        <p:nvSpPr>
          <p:cNvPr id="3" name="Undertitel 2"/>
          <p:cNvSpPr>
            <a:spLocks noGrp="1"/>
          </p:cNvSpPr>
          <p:nvPr>
            <p:ph type="subTitle" idx="1"/>
          </p:nvPr>
        </p:nvSpPr>
        <p:spPr>
          <a:xfrm>
            <a:off x="1143000" y="2701528"/>
            <a:ext cx="6858000" cy="1241822"/>
          </a:xfrm>
          <a:prstGeom prst="rect">
            <a:avLst/>
          </a:prstGeom>
        </p:spPr>
        <p:txBody>
          <a:bodyPr/>
          <a:lstStyle>
            <a:lvl1pPr marL="0" indent="0" algn="ctr">
              <a:buNone/>
              <a:defRPr sz="18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da-DK"/>
              <a:t>Klik for at redigere i master</a:t>
            </a:r>
          </a:p>
        </p:txBody>
      </p:sp>
    </p:spTree>
    <p:extLst>
      <p:ext uri="{BB962C8B-B14F-4D97-AF65-F5344CB8AC3E}">
        <p14:creationId xmlns:p14="http://schemas.microsoft.com/office/powerpoint/2010/main" val="588375473"/>
      </p:ext>
    </p:extLst>
  </p:cSld>
  <p:clrMapOvr>
    <a:masterClrMapping/>
  </p:clrMapOvr>
  <p:transition spd="slow">
    <p:push dir="u"/>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6338270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MASTER">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 y="0"/>
            <a:ext cx="9143771" cy="82296"/>
          </a:xfrm>
          <a:prstGeom prst="rect">
            <a:avLst/>
          </a:prstGeom>
          <a:solidFill>
            <a:srgbClr val="169C9A"/>
          </a:solidFill>
          <a:ln w="12700">
            <a:solidFill>
              <a:srgbClr val="169C9A"/>
            </a:solidFill>
            <a:prstDash val="solid"/>
          </a:ln>
        </p:spPr>
        <p:txBody>
          <a:bodyPr/>
          <a:lstStyle/>
          <a:p>
            <a:endParaRPr lang="en-DK"/>
          </a:p>
        </p:txBody>
      </p:sp>
      <p:sp>
        <p:nvSpPr>
          <p:cNvPr id="3" name="Text 1"/>
          <p:cNvSpPr/>
          <p:nvPr/>
        </p:nvSpPr>
        <p:spPr>
          <a:xfrm>
            <a:off x="377190" y="150876"/>
            <a:ext cx="3086100" cy="171450"/>
          </a:xfrm>
          <a:prstGeom prst="rect">
            <a:avLst/>
          </a:prstGeom>
          <a:noFill/>
          <a:ln/>
        </p:spPr>
        <p:txBody>
          <a:bodyPr wrap="square" lIns="0" tIns="0" rIns="0" bIns="0" rtlCol="0" anchor="ctr"/>
          <a:lstStyle/>
          <a:p>
            <a:pPr marL="0" indent="0">
              <a:buNone/>
            </a:pPr>
            <a:r>
              <a:rPr lang="en-US" sz="675" b="1" kern="0" spc="90" dirty="0">
                <a:solidFill>
                  <a:srgbClr val="169C9A"/>
                </a:solidFill>
                <a:latin typeface="Aptos" pitchFamily="34" charset="0"/>
                <a:ea typeface="Aptos" pitchFamily="34" charset="-122"/>
                <a:cs typeface="Aptos" pitchFamily="34" charset="-120"/>
              </a:rPr>
              <a:t>DATABASE OG MYSQL · DMU</a:t>
            </a:r>
            <a:endParaRPr lang="en-US" sz="675" dirty="0"/>
          </a:p>
        </p:txBody>
      </p:sp>
      <p:sp>
        <p:nvSpPr>
          <p:cNvPr id="4" name="Text 2"/>
          <p:cNvSpPr/>
          <p:nvPr/>
        </p:nvSpPr>
        <p:spPr>
          <a:xfrm>
            <a:off x="7406640" y="4882896"/>
            <a:ext cx="1303020" cy="137160"/>
          </a:xfrm>
          <a:prstGeom prst="rect">
            <a:avLst/>
          </a:prstGeom>
          <a:noFill/>
          <a:ln/>
        </p:spPr>
        <p:txBody>
          <a:bodyPr wrap="square" lIns="0" tIns="0" rIns="0" bIns="0" rtlCol="0" anchor="ctr"/>
          <a:lstStyle/>
          <a:p>
            <a:pPr marL="0" indent="0" algn="r">
              <a:buNone/>
            </a:pPr>
            <a:r>
              <a:rPr lang="en-US" sz="600" dirty="0">
                <a:solidFill>
                  <a:srgbClr val="66756E"/>
                </a:solidFill>
              </a:rPr>
              <a:t>xbi · 2026</a:t>
            </a:r>
            <a:endParaRPr lang="en-US" sz="600" dirty="0"/>
          </a:p>
        </p:txBody>
      </p:sp>
      <p:sp>
        <p:nvSpPr>
          <p:cNvPr id="25" name="Slide Number Placeholder 0"/>
          <p:cNvSpPr>
            <a:spLocks noGrp="1"/>
          </p:cNvSpPr>
          <p:nvPr>
            <p:ph type="sldNum" sz="quarter" idx="4294967295"/>
          </p:nvPr>
        </p:nvSpPr>
        <p:spPr>
          <a:xfrm>
            <a:off x="8743950" y="4855464"/>
            <a:ext cx="171450" cy="137160"/>
          </a:xfrm>
          <a:prstGeom prst="rect">
            <a:avLst/>
          </a:prstGeom>
          <a:extLst>
            <a:ext uri="{C572A759-6A51-4108-AA02-DFA0A04FC94B}">
              <ma14:wrappingTextBoxFlag xmlns:ma14="http://schemas.microsoft.com/office/mac/drawingml/2011/main" xmlns="" val="0"/>
            </a:ext>
          </a:extLst>
        </p:spPr>
        <p:txBody>
          <a:bodyPr/>
          <a:lstStyle>
            <a:lvl1pPr>
              <a:defRPr sz="600">
                <a:solidFill>
                  <a:srgbClr val="66756E"/>
                </a:solidFill>
              </a:defRPr>
            </a:lvl1pPr>
          </a:lstStyle>
          <a:p>
            <a:pPr algn="r"/>
            <a:fld id="{F7021451-1387-4CA6-816F-3879F97B5CBC}" type="slidenum">
              <a:rPr lang="en-US" b="0"/>
              <a:t>‹#›</a:t>
            </a:fld>
            <a:endParaRPr lang="en-US"/>
          </a:p>
        </p:txBody>
      </p:sp>
    </p:spTree>
    <p:extLst>
      <p:ext uri="{BB962C8B-B14F-4D97-AF65-F5344CB8AC3E}">
        <p14:creationId xmlns:p14="http://schemas.microsoft.com/office/powerpoint/2010/main" val="123561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459486" y="411480"/>
            <a:ext cx="7990184" cy="849194"/>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459486" y="1286649"/>
            <a:ext cx="7990184" cy="344537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02870" y="4839752"/>
            <a:ext cx="2620736" cy="273844"/>
          </a:xfrm>
          <a:prstGeom prst="rect">
            <a:avLst/>
          </a:prstGeom>
        </p:spPr>
        <p:txBody>
          <a:bodyPr vert="horz" lIns="91440" tIns="45720" rIns="91440" bIns="45720" rtlCol="0" anchor="ctr"/>
          <a:lstStyle>
            <a:lvl1pPr algn="l">
              <a:defRPr sz="1600">
                <a:solidFill>
                  <a:schemeClr val="tx1"/>
                </a:solidFill>
              </a:defRPr>
            </a:lvl1pPr>
          </a:lstStyle>
          <a:p>
            <a:fld id="{3A332BE1-279E-4118-9FE3-7952B079A510}" type="datetimeFigureOut">
              <a:rPr lang="en-US" dirty="0"/>
              <a:t>10/28/26</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6657391" y="4839752"/>
            <a:ext cx="2104054" cy="273844"/>
          </a:xfrm>
          <a:prstGeom prst="rect">
            <a:avLst/>
          </a:prstGeom>
        </p:spPr>
        <p:txBody>
          <a:bodyPr vert="horz" lIns="91440" tIns="45720" rIns="91440" bIns="45720" rtlCol="0" anchor="ctr"/>
          <a:lstStyle>
            <a:lvl1pPr algn="r">
              <a:defRPr sz="1600">
                <a:solidFill>
                  <a:schemeClr val="tx1"/>
                </a:solidFill>
              </a:defRPr>
            </a:lvl1pPr>
          </a:lstStyle>
          <a:p>
            <a:r>
              <a:rPr lang="en-US"/>
              <a:t>
              </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8724122" y="4839752"/>
            <a:ext cx="321905" cy="273844"/>
          </a:xfrm>
          <a:prstGeom prst="rect">
            <a:avLst/>
          </a:prstGeom>
        </p:spPr>
        <p:txBody>
          <a:bodyPr vert="horz" lIns="91440" tIns="45720" rIns="91440" bIns="45720" rtlCol="0" anchor="ctr"/>
          <a:lstStyle>
            <a:lvl1pPr algn="r">
              <a:defRPr sz="1600">
                <a:solidFill>
                  <a:schemeClr val="tx1"/>
                </a:solidFill>
              </a:defRPr>
            </a:lvl1pPr>
          </a:lstStyle>
          <a:p>
            <a:fld id="{CC057153-B650-4DEB-B370-79DDCFDCE934}" type="slidenum">
              <a:rPr lang="en-US" dirty="0"/>
              <a:t>‹#›</a:t>
            </a:fld>
            <a:endParaRPr lang="en-US"/>
          </a:p>
        </p:txBody>
      </p:sp>
    </p:spTree>
    <p:extLst>
      <p:ext uri="{BB962C8B-B14F-4D97-AF65-F5344CB8AC3E}">
        <p14:creationId xmlns:p14="http://schemas.microsoft.com/office/powerpoint/2010/main" val="3535664724"/>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 id="2147483712" r:id="rId16"/>
  </p:sldLayoutIdLst>
  <p:hf hdr="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1620" userDrawn="1">
          <p15:clr>
            <a:srgbClr val="F26B43"/>
          </p15:clr>
        </p15:guide>
        <p15:guide id="6" pos="288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6.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6.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4.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3.sv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4.sv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8.xml"/><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pic>
        <p:nvPicPr>
          <p:cNvPr id="2" name="Image 0" descr="/mnt/data/920f49221a.png"/>
          <p:cNvPicPr>
            <a:picLocks noChangeAspect="1"/>
          </p:cNvPicPr>
          <p:nvPr/>
        </p:nvPicPr>
        <p:blipFill>
          <a:blip r:embed="rId3"/>
          <a:srcRect t="7811" b="7811"/>
          <a:stretch/>
        </p:blipFill>
        <p:spPr>
          <a:xfrm>
            <a:off x="1" y="0"/>
            <a:ext cx="9143771" cy="5143500"/>
          </a:xfrm>
          <a:prstGeom prst="rect">
            <a:avLst/>
          </a:prstGeom>
        </p:spPr>
      </p:pic>
      <p:sp>
        <p:nvSpPr>
          <p:cNvPr id="3" name="Shape 0"/>
          <p:cNvSpPr/>
          <p:nvPr/>
        </p:nvSpPr>
        <p:spPr>
          <a:xfrm>
            <a:off x="1" y="0"/>
            <a:ext cx="9143771" cy="5143500"/>
          </a:xfrm>
          <a:prstGeom prst="rect">
            <a:avLst/>
          </a:prstGeom>
          <a:solidFill>
            <a:srgbClr val="12362C">
              <a:alpha val="80000"/>
            </a:srgbClr>
          </a:solidFill>
          <a:ln w="12700">
            <a:solidFill>
              <a:srgbClr val="333333">
                <a:alpha val="0"/>
              </a:srgbClr>
            </a:solidFill>
            <a:prstDash val="solid"/>
          </a:ln>
        </p:spPr>
        <p:txBody>
          <a:bodyPr/>
          <a:lstStyle/>
          <a:p>
            <a:endParaRPr lang="da-DK" dirty="0"/>
          </a:p>
        </p:txBody>
      </p:sp>
      <p:sp>
        <p:nvSpPr>
          <p:cNvPr id="4" name="Text 1"/>
          <p:cNvSpPr/>
          <p:nvPr/>
        </p:nvSpPr>
        <p:spPr>
          <a:xfrm>
            <a:off x="514350" y="548640"/>
            <a:ext cx="4457700" cy="205740"/>
          </a:xfrm>
          <a:prstGeom prst="rect">
            <a:avLst/>
          </a:prstGeom>
          <a:noFill/>
          <a:ln/>
        </p:spPr>
        <p:txBody>
          <a:bodyPr wrap="square" lIns="0" tIns="0" rIns="0" bIns="0" rtlCol="0" anchor="ctr"/>
          <a:lstStyle/>
          <a:p>
            <a:r>
              <a:rPr lang="da-DK" sz="900" b="1" spc="113" dirty="0">
                <a:solidFill>
                  <a:srgbClr val="F39A3E"/>
                </a:solidFill>
              </a:rPr>
              <a:t>DATABASE OG MYSQL · GANG 1</a:t>
            </a:r>
            <a:endParaRPr lang="da-DK" sz="900" dirty="0"/>
          </a:p>
        </p:txBody>
      </p:sp>
      <p:sp>
        <p:nvSpPr>
          <p:cNvPr id="5" name="Text 2"/>
          <p:cNvSpPr/>
          <p:nvPr/>
        </p:nvSpPr>
        <p:spPr>
          <a:xfrm>
            <a:off x="514350" y="1097280"/>
            <a:ext cx="5760720" cy="960120"/>
          </a:xfrm>
          <a:prstGeom prst="rect">
            <a:avLst/>
          </a:prstGeom>
          <a:noFill/>
          <a:ln/>
        </p:spPr>
        <p:txBody>
          <a:bodyPr wrap="square" lIns="0" tIns="0" rIns="0" bIns="0" rtlCol="0" anchor="ctr"/>
          <a:lstStyle/>
          <a:p>
            <a:r>
              <a:rPr lang="da-DK" sz="2850" b="1" dirty="0">
                <a:solidFill>
                  <a:srgbClr val="FFFFFF"/>
                </a:solidFill>
              </a:rPr>
              <a:t>Introduktion til databaser</a:t>
            </a:r>
            <a:endParaRPr lang="da-DK" sz="2850" dirty="0"/>
          </a:p>
        </p:txBody>
      </p:sp>
      <p:sp>
        <p:nvSpPr>
          <p:cNvPr id="6" name="Text 3"/>
          <p:cNvSpPr/>
          <p:nvPr/>
        </p:nvSpPr>
        <p:spPr>
          <a:xfrm>
            <a:off x="534924" y="2194560"/>
            <a:ext cx="5349240" cy="548640"/>
          </a:xfrm>
          <a:prstGeom prst="rect">
            <a:avLst/>
          </a:prstGeom>
          <a:noFill/>
          <a:ln/>
        </p:spPr>
        <p:txBody>
          <a:bodyPr wrap="square" lIns="0" tIns="0" rIns="0" bIns="0" rtlCol="0" anchor="ctr"/>
          <a:lstStyle/>
          <a:p>
            <a:r>
              <a:rPr lang="da-DK" sz="1425" dirty="0">
                <a:solidFill>
                  <a:srgbClr val="D6E4DF"/>
                </a:solidFill>
              </a:rPr>
              <a:t>Fra filbaserede systemer til relationelle databaser og DBMS</a:t>
            </a:r>
            <a:endParaRPr lang="da-DK" sz="1425" dirty="0"/>
          </a:p>
        </p:txBody>
      </p:sp>
      <p:sp>
        <p:nvSpPr>
          <p:cNvPr id="7" name="Text 4"/>
          <p:cNvSpPr/>
          <p:nvPr/>
        </p:nvSpPr>
        <p:spPr>
          <a:xfrm>
            <a:off x="534924" y="3874770"/>
            <a:ext cx="1165860" cy="308610"/>
          </a:xfrm>
          <a:prstGeom prst="rect">
            <a:avLst/>
          </a:prstGeom>
          <a:solidFill>
            <a:srgbClr val="169C9A"/>
          </a:solidFill>
          <a:ln/>
        </p:spPr>
        <p:txBody>
          <a:bodyPr wrap="square" lIns="191" tIns="191" rIns="191" bIns="191" rtlCol="0" anchor="ctr"/>
          <a:lstStyle/>
          <a:p>
            <a:pPr algn="ctr"/>
            <a:r>
              <a:rPr lang="da-DK" sz="1050" b="1" dirty="0">
                <a:solidFill>
                  <a:srgbClr val="FFFFFF"/>
                </a:solidFill>
              </a:rPr>
              <a:t>TEORI</a:t>
            </a:r>
            <a:endParaRPr lang="da-DK" sz="1050" dirty="0"/>
          </a:p>
        </p:txBody>
      </p:sp>
      <p:sp>
        <p:nvSpPr>
          <p:cNvPr id="8" name="Text 5"/>
          <p:cNvSpPr/>
          <p:nvPr/>
        </p:nvSpPr>
        <p:spPr>
          <a:xfrm>
            <a:off x="534924" y="4491990"/>
            <a:ext cx="1371600" cy="171450"/>
          </a:xfrm>
          <a:prstGeom prst="rect">
            <a:avLst/>
          </a:prstGeom>
          <a:noFill/>
          <a:ln/>
        </p:spPr>
        <p:txBody>
          <a:bodyPr wrap="square" lIns="0" tIns="0" rIns="0" bIns="0" rtlCol="0" anchor="ctr"/>
          <a:lstStyle/>
          <a:p>
            <a:r>
              <a:rPr lang="da-DK" sz="750" dirty="0" err="1">
                <a:solidFill>
                  <a:srgbClr val="D6E4DF"/>
                </a:solidFill>
              </a:rPr>
              <a:t>xbi</a:t>
            </a:r>
            <a:r>
              <a:rPr lang="da-DK" sz="750" dirty="0">
                <a:solidFill>
                  <a:srgbClr val="D6E4DF"/>
                </a:solidFill>
              </a:rPr>
              <a:t> · 2026</a:t>
            </a:r>
            <a:endParaRPr lang="da-DK"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2" name="Text 0"/>
          <p:cNvSpPr/>
          <p:nvPr/>
        </p:nvSpPr>
        <p:spPr>
          <a:xfrm>
            <a:off x="445770" y="342900"/>
            <a:ext cx="2880360" cy="171450"/>
          </a:xfrm>
          <a:prstGeom prst="rect">
            <a:avLst/>
          </a:prstGeom>
          <a:noFill/>
          <a:ln/>
        </p:spPr>
        <p:txBody>
          <a:bodyPr wrap="square" lIns="0" tIns="0" rIns="0" bIns="0" rtlCol="0" anchor="ctr"/>
          <a:lstStyle/>
          <a:p>
            <a:r>
              <a:rPr lang="en-US" sz="825" b="1" spc="105" dirty="0">
                <a:solidFill>
                  <a:srgbClr val="F39A3E"/>
                </a:solidFill>
              </a:rPr>
              <a:t>OVERBLIK</a:t>
            </a:r>
            <a:endParaRPr lang="en-US" sz="825" dirty="0"/>
          </a:p>
        </p:txBody>
      </p:sp>
      <p:sp>
        <p:nvSpPr>
          <p:cNvPr id="3" name="Text 1"/>
          <p:cNvSpPr/>
          <p:nvPr/>
        </p:nvSpPr>
        <p:spPr>
          <a:xfrm>
            <a:off x="445770" y="582930"/>
            <a:ext cx="8092440" cy="411480"/>
          </a:xfrm>
          <a:prstGeom prst="rect">
            <a:avLst/>
          </a:prstGeom>
          <a:noFill/>
          <a:ln/>
        </p:spPr>
        <p:txBody>
          <a:bodyPr wrap="square" lIns="0" tIns="0" rIns="0" bIns="0" rtlCol="0" anchor="ctr"/>
          <a:lstStyle/>
          <a:p>
            <a:r>
              <a:rPr lang="en-US" sz="2250" b="1" dirty="0">
                <a:solidFill>
                  <a:srgbClr val="24332D"/>
                </a:solidFill>
              </a:rPr>
              <a:t>I dag lærer du</a:t>
            </a:r>
            <a:endParaRPr lang="en-US" sz="2250" dirty="0"/>
          </a:p>
        </p:txBody>
      </p:sp>
      <p:sp>
        <p:nvSpPr>
          <p:cNvPr id="4" name="Text 2"/>
          <p:cNvSpPr/>
          <p:nvPr/>
        </p:nvSpPr>
        <p:spPr>
          <a:xfrm>
            <a:off x="459486" y="1042416"/>
            <a:ext cx="7886700" cy="260604"/>
          </a:xfrm>
          <a:prstGeom prst="rect">
            <a:avLst/>
          </a:prstGeom>
          <a:noFill/>
          <a:ln/>
        </p:spPr>
        <p:txBody>
          <a:bodyPr wrap="square" lIns="0" tIns="0" rIns="0" bIns="0" rtlCol="0" anchor="ctr"/>
          <a:lstStyle/>
          <a:p>
            <a:r>
              <a:rPr lang="en-US" sz="1125" dirty="0">
                <a:solidFill>
                  <a:srgbClr val="66756E"/>
                </a:solidFill>
              </a:rPr>
              <a:t>Efter undervisningen kan du forklare, anvende og kontrollere de vigtigste begreber.</a:t>
            </a:r>
            <a:endParaRPr lang="en-US" sz="1125" dirty="0"/>
          </a:p>
        </p:txBody>
      </p:sp>
      <p:sp>
        <p:nvSpPr>
          <p:cNvPr id="5" name="Shape 3"/>
          <p:cNvSpPr/>
          <p:nvPr/>
        </p:nvSpPr>
        <p:spPr>
          <a:xfrm>
            <a:off x="445770" y="1357884"/>
            <a:ext cx="788670" cy="1"/>
          </a:xfrm>
          <a:prstGeom prst="line">
            <a:avLst/>
          </a:prstGeom>
          <a:noFill/>
          <a:ln w="50800">
            <a:solidFill>
              <a:srgbClr val="169C9A"/>
            </a:solidFill>
            <a:prstDash val="solid"/>
            <a:headEnd type="none"/>
            <a:tailEnd type="none"/>
          </a:ln>
        </p:spPr>
        <p:txBody>
          <a:bodyPr/>
          <a:lstStyle/>
          <a:p>
            <a:endParaRPr lang="en-DK"/>
          </a:p>
        </p:txBody>
      </p:sp>
      <p:sp>
        <p:nvSpPr>
          <p:cNvPr id="6" name="Shape 4"/>
          <p:cNvSpPr/>
          <p:nvPr/>
        </p:nvSpPr>
        <p:spPr>
          <a:xfrm>
            <a:off x="514350" y="1611630"/>
            <a:ext cx="356616" cy="356616"/>
          </a:xfrm>
          <a:prstGeom prst="ellipse">
            <a:avLst/>
          </a:prstGeom>
          <a:solidFill>
            <a:srgbClr val="F39A3E"/>
          </a:solidFill>
          <a:ln w="12700">
            <a:solidFill>
              <a:srgbClr val="333333">
                <a:alpha val="0"/>
              </a:srgbClr>
            </a:solidFill>
            <a:prstDash val="solid"/>
          </a:ln>
        </p:spPr>
        <p:txBody>
          <a:bodyPr/>
          <a:lstStyle/>
          <a:p>
            <a:endParaRPr lang="en-DK"/>
          </a:p>
        </p:txBody>
      </p:sp>
      <p:sp>
        <p:nvSpPr>
          <p:cNvPr id="7" name="Text 5"/>
          <p:cNvSpPr/>
          <p:nvPr/>
        </p:nvSpPr>
        <p:spPr>
          <a:xfrm>
            <a:off x="514350" y="1632204"/>
            <a:ext cx="356616" cy="240030"/>
          </a:xfrm>
          <a:prstGeom prst="rect">
            <a:avLst/>
          </a:prstGeom>
          <a:noFill/>
          <a:ln/>
        </p:spPr>
        <p:txBody>
          <a:bodyPr wrap="square" lIns="0" tIns="0" rIns="0" bIns="0" rtlCol="0" anchor="ctr"/>
          <a:lstStyle/>
          <a:p>
            <a:pPr algn="ctr"/>
            <a:r>
              <a:rPr lang="en-US" sz="1050" b="1" dirty="0">
                <a:solidFill>
                  <a:srgbClr val="FFFFFF"/>
                </a:solidFill>
              </a:rPr>
              <a:t>1</a:t>
            </a:r>
            <a:endParaRPr lang="en-US" sz="1050" dirty="0"/>
          </a:p>
        </p:txBody>
      </p:sp>
      <p:sp>
        <p:nvSpPr>
          <p:cNvPr id="8" name="Text 6"/>
          <p:cNvSpPr/>
          <p:nvPr/>
        </p:nvSpPr>
        <p:spPr>
          <a:xfrm>
            <a:off x="1028700" y="1597914"/>
            <a:ext cx="7200900" cy="288036"/>
          </a:xfrm>
          <a:prstGeom prst="rect">
            <a:avLst/>
          </a:prstGeom>
          <a:noFill/>
          <a:ln/>
        </p:spPr>
        <p:txBody>
          <a:bodyPr wrap="square" lIns="0" tIns="0" rIns="0" bIns="0" rtlCol="0" anchor="ctr"/>
          <a:lstStyle/>
          <a:p>
            <a:r>
              <a:rPr lang="en-US" sz="1500" b="1" dirty="0">
                <a:solidFill>
                  <a:srgbClr val="24332D"/>
                </a:solidFill>
              </a:rPr>
              <a:t>Genkende databaseapplikationer i hverdagen</a:t>
            </a:r>
            <a:endParaRPr lang="en-US" sz="1500" dirty="0"/>
          </a:p>
        </p:txBody>
      </p:sp>
      <p:sp>
        <p:nvSpPr>
          <p:cNvPr id="9" name="Shape 7"/>
          <p:cNvSpPr/>
          <p:nvPr/>
        </p:nvSpPr>
        <p:spPr>
          <a:xfrm>
            <a:off x="514350" y="2201418"/>
            <a:ext cx="356616" cy="356616"/>
          </a:xfrm>
          <a:prstGeom prst="ellipse">
            <a:avLst/>
          </a:prstGeom>
          <a:solidFill>
            <a:srgbClr val="169C9A"/>
          </a:solidFill>
          <a:ln w="12700">
            <a:solidFill>
              <a:srgbClr val="333333">
                <a:alpha val="0"/>
              </a:srgbClr>
            </a:solidFill>
            <a:prstDash val="solid"/>
          </a:ln>
        </p:spPr>
        <p:txBody>
          <a:bodyPr/>
          <a:lstStyle/>
          <a:p>
            <a:endParaRPr lang="en-DK"/>
          </a:p>
        </p:txBody>
      </p:sp>
      <p:sp>
        <p:nvSpPr>
          <p:cNvPr id="10" name="Text 8"/>
          <p:cNvSpPr/>
          <p:nvPr/>
        </p:nvSpPr>
        <p:spPr>
          <a:xfrm>
            <a:off x="514350" y="2221992"/>
            <a:ext cx="356616" cy="240030"/>
          </a:xfrm>
          <a:prstGeom prst="rect">
            <a:avLst/>
          </a:prstGeom>
          <a:noFill/>
          <a:ln/>
        </p:spPr>
        <p:txBody>
          <a:bodyPr wrap="square" lIns="0" tIns="0" rIns="0" bIns="0" rtlCol="0" anchor="ctr"/>
          <a:lstStyle/>
          <a:p>
            <a:pPr algn="ctr"/>
            <a:r>
              <a:rPr lang="en-US" sz="1050" b="1" dirty="0">
                <a:solidFill>
                  <a:srgbClr val="FFFFFF"/>
                </a:solidFill>
              </a:rPr>
              <a:t>2</a:t>
            </a:r>
            <a:endParaRPr lang="en-US" sz="1050" dirty="0"/>
          </a:p>
        </p:txBody>
      </p:sp>
      <p:sp>
        <p:nvSpPr>
          <p:cNvPr id="11" name="Text 9"/>
          <p:cNvSpPr/>
          <p:nvPr/>
        </p:nvSpPr>
        <p:spPr>
          <a:xfrm>
            <a:off x="1028700" y="2187702"/>
            <a:ext cx="7200900" cy="288036"/>
          </a:xfrm>
          <a:prstGeom prst="rect">
            <a:avLst/>
          </a:prstGeom>
          <a:noFill/>
          <a:ln/>
        </p:spPr>
        <p:txBody>
          <a:bodyPr wrap="square" lIns="0" tIns="0" rIns="0" bIns="0" rtlCol="0" anchor="ctr"/>
          <a:lstStyle/>
          <a:p>
            <a:r>
              <a:rPr lang="en-US" sz="1500" b="1" dirty="0">
                <a:solidFill>
                  <a:srgbClr val="24332D"/>
                </a:solidFill>
              </a:rPr>
              <a:t>Forklare problemer ved filbaserede systemer</a:t>
            </a:r>
            <a:endParaRPr lang="en-US" sz="1500" dirty="0"/>
          </a:p>
        </p:txBody>
      </p:sp>
      <p:sp>
        <p:nvSpPr>
          <p:cNvPr id="12" name="Shape 10"/>
          <p:cNvSpPr/>
          <p:nvPr/>
        </p:nvSpPr>
        <p:spPr>
          <a:xfrm>
            <a:off x="514350" y="2791206"/>
            <a:ext cx="356616" cy="356616"/>
          </a:xfrm>
          <a:prstGeom prst="ellipse">
            <a:avLst/>
          </a:prstGeom>
          <a:solidFill>
            <a:srgbClr val="F39A3E"/>
          </a:solidFill>
          <a:ln w="12700">
            <a:solidFill>
              <a:srgbClr val="333333">
                <a:alpha val="0"/>
              </a:srgbClr>
            </a:solidFill>
            <a:prstDash val="solid"/>
          </a:ln>
        </p:spPr>
        <p:txBody>
          <a:bodyPr/>
          <a:lstStyle/>
          <a:p>
            <a:endParaRPr lang="en-DK"/>
          </a:p>
        </p:txBody>
      </p:sp>
      <p:sp>
        <p:nvSpPr>
          <p:cNvPr id="13" name="Text 11"/>
          <p:cNvSpPr/>
          <p:nvPr/>
        </p:nvSpPr>
        <p:spPr>
          <a:xfrm>
            <a:off x="514350" y="2811780"/>
            <a:ext cx="356616" cy="240030"/>
          </a:xfrm>
          <a:prstGeom prst="rect">
            <a:avLst/>
          </a:prstGeom>
          <a:noFill/>
          <a:ln/>
        </p:spPr>
        <p:txBody>
          <a:bodyPr wrap="square" lIns="0" tIns="0" rIns="0" bIns="0" rtlCol="0" anchor="ctr"/>
          <a:lstStyle/>
          <a:p>
            <a:pPr algn="ctr"/>
            <a:r>
              <a:rPr lang="en-US" sz="1050" b="1" dirty="0">
                <a:solidFill>
                  <a:srgbClr val="FFFFFF"/>
                </a:solidFill>
              </a:rPr>
              <a:t>3</a:t>
            </a:r>
            <a:endParaRPr lang="en-US" sz="1050" dirty="0"/>
          </a:p>
        </p:txBody>
      </p:sp>
      <p:sp>
        <p:nvSpPr>
          <p:cNvPr id="14" name="Text 12"/>
          <p:cNvSpPr/>
          <p:nvPr/>
        </p:nvSpPr>
        <p:spPr>
          <a:xfrm>
            <a:off x="1028700" y="2777490"/>
            <a:ext cx="7200900" cy="288036"/>
          </a:xfrm>
          <a:prstGeom prst="rect">
            <a:avLst/>
          </a:prstGeom>
          <a:noFill/>
          <a:ln/>
        </p:spPr>
        <p:txBody>
          <a:bodyPr wrap="square" lIns="0" tIns="0" rIns="0" bIns="0" rtlCol="0" anchor="ctr"/>
          <a:lstStyle/>
          <a:p>
            <a:r>
              <a:rPr lang="en-US" sz="1500" b="1" dirty="0">
                <a:solidFill>
                  <a:srgbClr val="24332D"/>
                </a:solidFill>
              </a:rPr>
              <a:t>Definere DBMS og relationsdatabase</a:t>
            </a:r>
            <a:endParaRPr lang="en-US" sz="1500" dirty="0"/>
          </a:p>
        </p:txBody>
      </p:sp>
      <p:sp>
        <p:nvSpPr>
          <p:cNvPr id="15" name="Shape 13"/>
          <p:cNvSpPr/>
          <p:nvPr/>
        </p:nvSpPr>
        <p:spPr>
          <a:xfrm>
            <a:off x="514350" y="3380994"/>
            <a:ext cx="356616" cy="356616"/>
          </a:xfrm>
          <a:prstGeom prst="ellipse">
            <a:avLst/>
          </a:prstGeom>
          <a:solidFill>
            <a:srgbClr val="169C9A"/>
          </a:solidFill>
          <a:ln w="12700">
            <a:solidFill>
              <a:srgbClr val="333333">
                <a:alpha val="0"/>
              </a:srgbClr>
            </a:solidFill>
            <a:prstDash val="solid"/>
          </a:ln>
        </p:spPr>
        <p:txBody>
          <a:bodyPr/>
          <a:lstStyle/>
          <a:p>
            <a:endParaRPr lang="en-DK"/>
          </a:p>
        </p:txBody>
      </p:sp>
      <p:sp>
        <p:nvSpPr>
          <p:cNvPr id="16" name="Text 14"/>
          <p:cNvSpPr/>
          <p:nvPr/>
        </p:nvSpPr>
        <p:spPr>
          <a:xfrm>
            <a:off x="514350" y="3401568"/>
            <a:ext cx="356616" cy="240030"/>
          </a:xfrm>
          <a:prstGeom prst="rect">
            <a:avLst/>
          </a:prstGeom>
          <a:noFill/>
          <a:ln/>
        </p:spPr>
        <p:txBody>
          <a:bodyPr wrap="square" lIns="0" tIns="0" rIns="0" bIns="0" rtlCol="0" anchor="ctr"/>
          <a:lstStyle/>
          <a:p>
            <a:pPr algn="ctr"/>
            <a:r>
              <a:rPr lang="en-US" sz="1050" b="1" dirty="0">
                <a:solidFill>
                  <a:srgbClr val="FFFFFF"/>
                </a:solidFill>
              </a:rPr>
              <a:t>4</a:t>
            </a:r>
            <a:endParaRPr lang="en-US" sz="1050" dirty="0"/>
          </a:p>
        </p:txBody>
      </p:sp>
      <p:sp>
        <p:nvSpPr>
          <p:cNvPr id="17" name="Text 15"/>
          <p:cNvSpPr/>
          <p:nvPr/>
        </p:nvSpPr>
        <p:spPr>
          <a:xfrm>
            <a:off x="1028700" y="3367278"/>
            <a:ext cx="7200900" cy="288036"/>
          </a:xfrm>
          <a:prstGeom prst="rect">
            <a:avLst/>
          </a:prstGeom>
          <a:noFill/>
          <a:ln/>
        </p:spPr>
        <p:txBody>
          <a:bodyPr wrap="square" lIns="0" tIns="0" rIns="0" bIns="0" rtlCol="0" anchor="ctr"/>
          <a:lstStyle/>
          <a:p>
            <a:r>
              <a:rPr lang="en-US" sz="1500" b="1" dirty="0">
                <a:solidFill>
                  <a:srgbClr val="24332D"/>
                </a:solidFill>
              </a:rPr>
              <a:t>Bruge begreberne tabel, række, </a:t>
            </a:r>
            <a:r>
              <a:rPr lang="en-US" sz="1500" b="1" dirty="0" err="1">
                <a:solidFill>
                  <a:srgbClr val="24332D"/>
                </a:solidFill>
              </a:rPr>
              <a:t>kolonne</a:t>
            </a:r>
            <a:r>
              <a:rPr lang="en-US" sz="1500" b="1" dirty="0">
                <a:solidFill>
                  <a:srgbClr val="24332D"/>
                </a:solidFill>
              </a:rPr>
              <a:t> filter  </a:t>
            </a:r>
            <a:endParaRPr lang="en-US" sz="1500" dirty="0"/>
          </a:p>
        </p:txBody>
      </p:sp>
      <p:sp>
        <p:nvSpPr>
          <p:cNvPr id="25" name="Slide Number Placeholder 0"/>
          <p:cNvSpPr>
            <a:spLocks noGrp="1"/>
          </p:cNvSpPr>
          <p:nvPr>
            <p:ph type="sldNum" sz="quarter" idx="4294967295"/>
          </p:nvPr>
        </p:nvSpPr>
        <p:spPr>
          <a:xfrm>
            <a:off x="8743950" y="4855464"/>
            <a:ext cx="171450" cy="137160"/>
          </a:xfrm>
          <a:prstGeom prst="rect">
            <a:avLst/>
          </a:prstGeom>
          <a:extLst>
            <a:ext uri="{C572A759-6A51-4108-AA02-DFA0A04FC94B}">
              <ma14:wrappingTextBoxFlag xmlns:ma14="http://schemas.microsoft.com/office/mac/drawingml/2011/main" xmlns="" val="0"/>
            </a:ext>
          </a:extLst>
        </p:spPr>
        <p:txBody>
          <a:bodyPr/>
          <a:lstStyle>
            <a:lvl1pPr>
              <a:defRPr sz="600">
                <a:solidFill>
                  <a:srgbClr val="66756E"/>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2" name="Text 0"/>
          <p:cNvSpPr/>
          <p:nvPr/>
        </p:nvSpPr>
        <p:spPr>
          <a:xfrm>
            <a:off x="445770" y="342900"/>
            <a:ext cx="2880360" cy="171450"/>
          </a:xfrm>
          <a:prstGeom prst="rect">
            <a:avLst/>
          </a:prstGeom>
          <a:noFill/>
          <a:ln/>
        </p:spPr>
        <p:txBody>
          <a:bodyPr wrap="square" lIns="0" tIns="0" rIns="0" bIns="0" rtlCol="0" anchor="ctr"/>
          <a:lstStyle/>
          <a:p>
            <a:r>
              <a:rPr lang="en-US" sz="825" b="1" spc="105" dirty="0">
                <a:solidFill>
                  <a:srgbClr val="F39A3E"/>
                </a:solidFill>
              </a:rPr>
              <a:t>HVORFOR</a:t>
            </a:r>
            <a:endParaRPr lang="en-US" sz="825" dirty="0"/>
          </a:p>
        </p:txBody>
      </p:sp>
      <p:sp>
        <p:nvSpPr>
          <p:cNvPr id="3" name="Text 1"/>
          <p:cNvSpPr/>
          <p:nvPr/>
        </p:nvSpPr>
        <p:spPr>
          <a:xfrm>
            <a:off x="445770" y="582930"/>
            <a:ext cx="8092440" cy="411480"/>
          </a:xfrm>
          <a:prstGeom prst="rect">
            <a:avLst/>
          </a:prstGeom>
          <a:noFill/>
          <a:ln/>
        </p:spPr>
        <p:txBody>
          <a:bodyPr wrap="square" lIns="0" tIns="0" rIns="0" bIns="0" rtlCol="0" anchor="ctr"/>
          <a:lstStyle/>
          <a:p>
            <a:r>
              <a:rPr lang="en-US" sz="2250" b="1" dirty="0">
                <a:solidFill>
                  <a:srgbClr val="24332D"/>
                </a:solidFill>
              </a:rPr>
              <a:t>Hvor møder vi databaser?</a:t>
            </a:r>
            <a:endParaRPr lang="en-US" sz="2250" dirty="0"/>
          </a:p>
        </p:txBody>
      </p:sp>
      <p:sp>
        <p:nvSpPr>
          <p:cNvPr id="4" name="Shape 2"/>
          <p:cNvSpPr/>
          <p:nvPr/>
        </p:nvSpPr>
        <p:spPr>
          <a:xfrm>
            <a:off x="445770" y="1357884"/>
            <a:ext cx="788670" cy="1"/>
          </a:xfrm>
          <a:prstGeom prst="line">
            <a:avLst/>
          </a:prstGeom>
          <a:noFill/>
          <a:ln w="50800">
            <a:solidFill>
              <a:srgbClr val="169C9A"/>
            </a:solidFill>
            <a:prstDash val="solid"/>
            <a:headEnd type="none"/>
            <a:tailEnd type="none"/>
          </a:ln>
        </p:spPr>
        <p:txBody>
          <a:bodyPr/>
          <a:lstStyle/>
          <a:p>
            <a:endParaRPr lang="en-DK"/>
          </a:p>
        </p:txBody>
      </p:sp>
      <p:sp>
        <p:nvSpPr>
          <p:cNvPr id="5" name="Shape 3"/>
          <p:cNvSpPr/>
          <p:nvPr/>
        </p:nvSpPr>
        <p:spPr>
          <a:xfrm>
            <a:off x="459486" y="1508760"/>
            <a:ext cx="2615184" cy="2674620"/>
          </a:xfrm>
          <a:prstGeom prst="roundRect">
            <a:avLst>
              <a:gd name="adj" fmla="val 2098"/>
            </a:avLst>
          </a:prstGeom>
          <a:solidFill>
            <a:srgbClr val="FFF4E8"/>
          </a:solidFill>
          <a:ln w="17780">
            <a:solidFill>
              <a:srgbClr val="F39A3E"/>
            </a:solidFill>
            <a:prstDash val="solid"/>
          </a:ln>
          <a:effectLst>
            <a:outerShdw blurRad="19050" dist="12700" dir="2700000" algn="bl" rotWithShape="0">
              <a:srgbClr val="000000">
                <a:alpha val="12000"/>
              </a:srgbClr>
            </a:outerShdw>
          </a:effectLst>
        </p:spPr>
        <p:txBody>
          <a:bodyPr/>
          <a:lstStyle/>
          <a:p>
            <a:endParaRPr lang="en-DK"/>
          </a:p>
        </p:txBody>
      </p:sp>
      <p:sp>
        <p:nvSpPr>
          <p:cNvPr id="6" name="Text 4"/>
          <p:cNvSpPr/>
          <p:nvPr/>
        </p:nvSpPr>
        <p:spPr>
          <a:xfrm>
            <a:off x="651510" y="1735074"/>
            <a:ext cx="2231136" cy="308610"/>
          </a:xfrm>
          <a:prstGeom prst="rect">
            <a:avLst/>
          </a:prstGeom>
          <a:noFill/>
          <a:ln/>
        </p:spPr>
        <p:txBody>
          <a:bodyPr wrap="square" lIns="0" tIns="0" rIns="0" bIns="0" rtlCol="0" anchor="ctr"/>
          <a:lstStyle/>
          <a:p>
            <a:r>
              <a:rPr lang="en-US" sz="1500" b="1" dirty="0">
                <a:solidFill>
                  <a:srgbClr val="24332D"/>
                </a:solidFill>
              </a:rPr>
              <a:t>Handel</a:t>
            </a:r>
            <a:endParaRPr lang="en-US" sz="1500" dirty="0"/>
          </a:p>
        </p:txBody>
      </p:sp>
      <p:sp>
        <p:nvSpPr>
          <p:cNvPr id="7" name="Text 5"/>
          <p:cNvSpPr/>
          <p:nvPr/>
        </p:nvSpPr>
        <p:spPr>
          <a:xfrm>
            <a:off x="651510" y="2194560"/>
            <a:ext cx="2231136" cy="1611630"/>
          </a:xfrm>
          <a:prstGeom prst="rect">
            <a:avLst/>
          </a:prstGeom>
          <a:noFill/>
          <a:ln/>
        </p:spPr>
        <p:txBody>
          <a:bodyPr wrap="square" lIns="286" tIns="286" rIns="286" bIns="286" rtlCol="0" anchor="ctr"/>
          <a:lstStyle/>
          <a:p>
            <a:r>
              <a:rPr lang="en-US" sz="1125" dirty="0">
                <a:solidFill>
                  <a:srgbClr val="66756E"/>
                </a:solidFill>
              </a:rPr>
              <a:t>Varer, kunder, betalinger og lager.</a:t>
            </a:r>
            <a:endParaRPr lang="en-US" sz="1125" dirty="0"/>
          </a:p>
        </p:txBody>
      </p:sp>
      <p:sp>
        <p:nvSpPr>
          <p:cNvPr id="8" name="Shape 6"/>
          <p:cNvSpPr/>
          <p:nvPr/>
        </p:nvSpPr>
        <p:spPr>
          <a:xfrm>
            <a:off x="3266694" y="1508760"/>
            <a:ext cx="2615184" cy="2674620"/>
          </a:xfrm>
          <a:prstGeom prst="roundRect">
            <a:avLst>
              <a:gd name="adj" fmla="val 2098"/>
            </a:avLst>
          </a:prstGeom>
          <a:solidFill>
            <a:srgbClr val="EAF7F6"/>
          </a:solidFill>
          <a:ln w="17780">
            <a:solidFill>
              <a:srgbClr val="169C9A"/>
            </a:solidFill>
            <a:prstDash val="solid"/>
          </a:ln>
          <a:effectLst>
            <a:outerShdw blurRad="19050" dist="12700" dir="2700000" algn="bl" rotWithShape="0">
              <a:srgbClr val="000000">
                <a:alpha val="12000"/>
              </a:srgbClr>
            </a:outerShdw>
          </a:effectLst>
        </p:spPr>
        <p:txBody>
          <a:bodyPr/>
          <a:lstStyle/>
          <a:p>
            <a:endParaRPr lang="en-DK"/>
          </a:p>
        </p:txBody>
      </p:sp>
      <p:sp>
        <p:nvSpPr>
          <p:cNvPr id="9" name="Text 7"/>
          <p:cNvSpPr/>
          <p:nvPr/>
        </p:nvSpPr>
        <p:spPr>
          <a:xfrm>
            <a:off x="3458718" y="1735074"/>
            <a:ext cx="2231136" cy="308610"/>
          </a:xfrm>
          <a:prstGeom prst="rect">
            <a:avLst/>
          </a:prstGeom>
          <a:noFill/>
          <a:ln/>
        </p:spPr>
        <p:txBody>
          <a:bodyPr wrap="square" lIns="0" tIns="0" rIns="0" bIns="0" rtlCol="0" anchor="ctr"/>
          <a:lstStyle/>
          <a:p>
            <a:r>
              <a:rPr lang="en-US" sz="1500" b="1" dirty="0">
                <a:solidFill>
                  <a:srgbClr val="24332D"/>
                </a:solidFill>
              </a:rPr>
              <a:t>Service</a:t>
            </a:r>
            <a:endParaRPr lang="en-US" sz="1500" dirty="0"/>
          </a:p>
        </p:txBody>
      </p:sp>
      <p:sp>
        <p:nvSpPr>
          <p:cNvPr id="10" name="Text 8"/>
          <p:cNvSpPr/>
          <p:nvPr/>
        </p:nvSpPr>
        <p:spPr>
          <a:xfrm>
            <a:off x="3458718" y="2194560"/>
            <a:ext cx="2231136" cy="1611630"/>
          </a:xfrm>
          <a:prstGeom prst="rect">
            <a:avLst/>
          </a:prstGeom>
          <a:noFill/>
          <a:ln/>
        </p:spPr>
        <p:txBody>
          <a:bodyPr wrap="square" lIns="286" tIns="286" rIns="286" bIns="286" rtlCol="0" anchor="ctr"/>
          <a:lstStyle/>
          <a:p>
            <a:r>
              <a:rPr lang="en-US" sz="1125" dirty="0">
                <a:solidFill>
                  <a:srgbClr val="66756E"/>
                </a:solidFill>
              </a:rPr>
              <a:t>Bibliotek, rejser, forsikring og booking.</a:t>
            </a:r>
            <a:endParaRPr lang="en-US" sz="1125" dirty="0"/>
          </a:p>
        </p:txBody>
      </p:sp>
      <p:sp>
        <p:nvSpPr>
          <p:cNvPr id="11" name="Shape 9"/>
          <p:cNvSpPr/>
          <p:nvPr/>
        </p:nvSpPr>
        <p:spPr>
          <a:xfrm>
            <a:off x="6073902" y="1508760"/>
            <a:ext cx="2615184" cy="2674620"/>
          </a:xfrm>
          <a:prstGeom prst="roundRect">
            <a:avLst>
              <a:gd name="adj" fmla="val 2098"/>
            </a:avLst>
          </a:prstGeom>
          <a:solidFill>
            <a:srgbClr val="FFF4E8"/>
          </a:solidFill>
          <a:ln w="17780">
            <a:solidFill>
              <a:srgbClr val="F39A3E"/>
            </a:solidFill>
            <a:prstDash val="solid"/>
          </a:ln>
          <a:effectLst>
            <a:outerShdw blurRad="19050" dist="12700" dir="2700000" algn="bl" rotWithShape="0">
              <a:srgbClr val="000000">
                <a:alpha val="12000"/>
              </a:srgbClr>
            </a:outerShdw>
          </a:effectLst>
        </p:spPr>
        <p:txBody>
          <a:bodyPr/>
          <a:lstStyle/>
          <a:p>
            <a:endParaRPr lang="en-DK"/>
          </a:p>
        </p:txBody>
      </p:sp>
      <p:sp>
        <p:nvSpPr>
          <p:cNvPr id="12" name="Text 10"/>
          <p:cNvSpPr/>
          <p:nvPr/>
        </p:nvSpPr>
        <p:spPr>
          <a:xfrm>
            <a:off x="6265926" y="1735074"/>
            <a:ext cx="2231136" cy="308610"/>
          </a:xfrm>
          <a:prstGeom prst="rect">
            <a:avLst/>
          </a:prstGeom>
          <a:noFill/>
          <a:ln/>
        </p:spPr>
        <p:txBody>
          <a:bodyPr wrap="square" lIns="0" tIns="0" rIns="0" bIns="0" rtlCol="0" anchor="ctr"/>
          <a:lstStyle/>
          <a:p>
            <a:r>
              <a:rPr lang="en-US" sz="1500" b="1" dirty="0">
                <a:solidFill>
                  <a:srgbClr val="24332D"/>
                </a:solidFill>
              </a:rPr>
              <a:t>Uddannelse</a:t>
            </a:r>
            <a:endParaRPr lang="en-US" sz="1500" dirty="0"/>
          </a:p>
        </p:txBody>
      </p:sp>
      <p:sp>
        <p:nvSpPr>
          <p:cNvPr id="13" name="Text 11"/>
          <p:cNvSpPr/>
          <p:nvPr/>
        </p:nvSpPr>
        <p:spPr>
          <a:xfrm>
            <a:off x="6265926" y="2194560"/>
            <a:ext cx="2231136" cy="1611630"/>
          </a:xfrm>
          <a:prstGeom prst="rect">
            <a:avLst/>
          </a:prstGeom>
          <a:noFill/>
          <a:ln/>
        </p:spPr>
        <p:txBody>
          <a:bodyPr wrap="square" lIns="286" tIns="286" rIns="286" bIns="286" rtlCol="0" anchor="ctr"/>
          <a:lstStyle/>
          <a:p>
            <a:r>
              <a:rPr lang="en-US" sz="1125" dirty="0">
                <a:solidFill>
                  <a:srgbClr val="66756E"/>
                </a:solidFill>
              </a:rPr>
              <a:t>Studerende, kurser, karakterer og undervisere.</a:t>
            </a:r>
            <a:endParaRPr lang="en-US" sz="1125" dirty="0"/>
          </a:p>
        </p:txBody>
      </p:sp>
      <p:sp>
        <p:nvSpPr>
          <p:cNvPr id="25" name="Slide Number Placeholder 0"/>
          <p:cNvSpPr>
            <a:spLocks noGrp="1"/>
          </p:cNvSpPr>
          <p:nvPr>
            <p:ph type="sldNum" sz="quarter" idx="4294967295"/>
          </p:nvPr>
        </p:nvSpPr>
        <p:spPr>
          <a:xfrm>
            <a:off x="8743950" y="4855464"/>
            <a:ext cx="171450" cy="137160"/>
          </a:xfrm>
          <a:prstGeom prst="rect">
            <a:avLst/>
          </a:prstGeom>
          <a:extLst>
            <a:ext uri="{C572A759-6A51-4108-AA02-DFA0A04FC94B}">
              <ma14:wrappingTextBoxFlag xmlns:ma14="http://schemas.microsoft.com/office/mac/drawingml/2011/main" xmlns="" val="0"/>
            </a:ext>
          </a:extLst>
        </p:spPr>
        <p:txBody>
          <a:bodyPr/>
          <a:lstStyle>
            <a:lvl1pPr>
              <a:defRPr sz="600">
                <a:solidFill>
                  <a:srgbClr val="66756E"/>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9C16D17-ADB6-7D67-00BD-027747E6E25F}"/>
              </a:ext>
            </a:extLst>
          </p:cNvPr>
          <p:cNvSpPr>
            <a:spLocks noGrp="1"/>
          </p:cNvSpPr>
          <p:nvPr>
            <p:ph type="sldNum" sz="quarter" idx="4294967295"/>
          </p:nvPr>
        </p:nvSpPr>
        <p:spPr/>
        <p:txBody>
          <a:bodyPr/>
          <a:lstStyle/>
          <a:p>
            <a:pPr algn="r"/>
            <a:fld id="{F7021451-1387-4CA6-816F-3879F97B5CBC}" type="slidenum">
              <a:rPr lang="en-US" b="0" smtClean="0"/>
              <a:t>4</a:t>
            </a:fld>
            <a:endParaRPr lang="en-US"/>
          </a:p>
        </p:txBody>
      </p:sp>
      <p:sp>
        <p:nvSpPr>
          <p:cNvPr id="3" name="Text 1">
            <a:extLst>
              <a:ext uri="{FF2B5EF4-FFF2-40B4-BE49-F238E27FC236}">
                <a16:creationId xmlns:a16="http://schemas.microsoft.com/office/drawing/2014/main" id="{FA3FF8BA-C7EC-8FCF-6D7C-B8CD75DE8546}"/>
              </a:ext>
            </a:extLst>
          </p:cNvPr>
          <p:cNvSpPr/>
          <p:nvPr/>
        </p:nvSpPr>
        <p:spPr>
          <a:xfrm>
            <a:off x="445770" y="582930"/>
            <a:ext cx="8092440" cy="411480"/>
          </a:xfrm>
          <a:prstGeom prst="rect">
            <a:avLst/>
          </a:prstGeom>
          <a:noFill/>
          <a:ln/>
        </p:spPr>
        <p:txBody>
          <a:bodyPr wrap="square" lIns="0" tIns="0" rIns="0" bIns="0" rtlCol="0" anchor="ctr"/>
          <a:lstStyle/>
          <a:p>
            <a:r>
              <a:rPr lang="da-DK" sz="2250" b="1" noProof="0" dirty="0">
                <a:solidFill>
                  <a:srgbClr val="24332D"/>
                </a:solidFill>
              </a:rPr>
              <a:t>øvelse 1</a:t>
            </a:r>
            <a:endParaRPr lang="da-DK" sz="2250" noProof="0" dirty="0"/>
          </a:p>
        </p:txBody>
      </p:sp>
      <p:sp>
        <p:nvSpPr>
          <p:cNvPr id="4" name="Text 5">
            <a:extLst>
              <a:ext uri="{FF2B5EF4-FFF2-40B4-BE49-F238E27FC236}">
                <a16:creationId xmlns:a16="http://schemas.microsoft.com/office/drawing/2014/main" id="{DE0789C5-FBCA-BB1D-D3BB-9219417DCF6D}"/>
              </a:ext>
            </a:extLst>
          </p:cNvPr>
          <p:cNvSpPr/>
          <p:nvPr/>
        </p:nvSpPr>
        <p:spPr>
          <a:xfrm>
            <a:off x="651509" y="2194560"/>
            <a:ext cx="6701397" cy="1611630"/>
          </a:xfrm>
          <a:prstGeom prst="rect">
            <a:avLst/>
          </a:prstGeom>
          <a:noFill/>
          <a:ln/>
        </p:spPr>
        <p:txBody>
          <a:bodyPr wrap="square" lIns="286" tIns="286" rIns="286" bIns="286" rtlCol="0" anchor="ctr"/>
          <a:lstStyle/>
          <a:p>
            <a:r>
              <a:rPr lang="en-DK" sz="1100" dirty="0"/>
              <a:t>Tænk over, hvilke databaser du ofte kommer i kontakt med, når du går i skole, arbejder, bruger internettet eller er sammen med venner.</a:t>
            </a:r>
          </a:p>
          <a:p>
            <a:r>
              <a:rPr lang="en-DK" sz="1100" b="1" dirty="0"/>
              <a:t>Eksempler:</a:t>
            </a:r>
            <a:endParaRPr lang="en-DK" sz="1100" dirty="0"/>
          </a:p>
          <a:p>
            <a:pPr lvl="0"/>
            <a:r>
              <a:rPr lang="en-DK" sz="1100" dirty="0"/>
              <a:t>Skole: Aula, skolens elevsystem eller læringsplatform.</a:t>
            </a:r>
          </a:p>
          <a:p>
            <a:pPr lvl="0"/>
            <a:r>
              <a:rPr lang="en-DK" sz="1100" dirty="0"/>
              <a:t>Fritid: Spotify, Netflix eller dr.dk.</a:t>
            </a:r>
          </a:p>
          <a:p>
            <a:pPr lvl="0"/>
            <a:r>
              <a:rPr lang="en-DK" sz="1100" dirty="0"/>
              <a:t>Transport: Rejseplanen eller en billetapp.</a:t>
            </a:r>
          </a:p>
          <a:p>
            <a:pPr lvl="0"/>
            <a:r>
              <a:rPr lang="en-DK" sz="1100" dirty="0"/>
              <a:t>Arbejde: Et kundesystem, et lagerstyringssystem eller et bookingsystem.</a:t>
            </a:r>
          </a:p>
          <a:p>
            <a:r>
              <a:rPr lang="en-DK" sz="1100" b="1" dirty="0"/>
              <a:t>Opgave:</a:t>
            </a:r>
            <a:br>
              <a:rPr lang="en-DK" sz="1100" dirty="0"/>
            </a:br>
            <a:r>
              <a:rPr lang="en-DK" sz="1100" dirty="0"/>
              <a:t>1 Find mindst 2 eksempler på databaser, som du bruger eller møder i din hverdag.</a:t>
            </a:r>
          </a:p>
          <a:p>
            <a:r>
              <a:rPr lang="en-DK" sz="1100" dirty="0"/>
              <a:t>2 – Undersøg dine databaser (10 minutter)</a:t>
            </a:r>
          </a:p>
          <a:p>
            <a:endParaRPr lang="en-DK" sz="1100" dirty="0"/>
          </a:p>
          <a:p>
            <a:pPr lvl="0"/>
            <a:r>
              <a:rPr lang="en-DK" sz="1100" dirty="0"/>
              <a:t>Hvad hedder databasen eller det system, du bruger?</a:t>
            </a:r>
          </a:p>
          <a:p>
            <a:pPr lvl="0"/>
            <a:r>
              <a:rPr lang="en-DK" sz="1100" dirty="0"/>
              <a:t>I hvilken situation bruger du den?</a:t>
            </a:r>
          </a:p>
          <a:p>
            <a:pPr lvl="0"/>
            <a:r>
              <a:rPr lang="en-DK" sz="1100" dirty="0"/>
              <a:t>Hvilke oplysninger gemmer den? Giv mindst to eksempler.</a:t>
            </a:r>
          </a:p>
          <a:p>
            <a:pPr lvl="0"/>
            <a:r>
              <a:rPr lang="en-DK" sz="1100" dirty="0"/>
              <a:t>Hvem bruger databasen?</a:t>
            </a:r>
          </a:p>
          <a:p>
            <a:pPr lvl="0"/>
            <a:r>
              <a:rPr lang="en-DK" sz="1100" dirty="0"/>
              <a:t>Er dataene gemt i en fil, eller bliver de håndteret af et databasesystem?</a:t>
            </a:r>
          </a:p>
          <a:p>
            <a:pPr lvl="0"/>
            <a:r>
              <a:rPr lang="en-DK" sz="1100" dirty="0"/>
              <a:t>Hvordan ved du det? Hvilke oplysninger bygger du dit svar på?</a:t>
            </a:r>
          </a:p>
          <a:p>
            <a:r>
              <a:rPr lang="en-DK" sz="1100" dirty="0"/>
              <a:t> </a:t>
            </a:r>
            <a:endParaRPr lang="en-US" sz="1100" dirty="0"/>
          </a:p>
        </p:txBody>
      </p:sp>
    </p:spTree>
    <p:extLst>
      <p:ext uri="{BB962C8B-B14F-4D97-AF65-F5344CB8AC3E}">
        <p14:creationId xmlns:p14="http://schemas.microsoft.com/office/powerpoint/2010/main" val="27662727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2" name="Text 0"/>
          <p:cNvSpPr/>
          <p:nvPr/>
        </p:nvSpPr>
        <p:spPr>
          <a:xfrm>
            <a:off x="445770" y="342900"/>
            <a:ext cx="2880360" cy="171450"/>
          </a:xfrm>
          <a:prstGeom prst="rect">
            <a:avLst/>
          </a:prstGeom>
          <a:noFill/>
          <a:ln/>
        </p:spPr>
        <p:txBody>
          <a:bodyPr wrap="square" lIns="0" tIns="0" rIns="0" bIns="0" rtlCol="0" anchor="ctr"/>
          <a:lstStyle/>
          <a:p>
            <a:r>
              <a:rPr lang="en-US" sz="825" b="1" spc="105" dirty="0">
                <a:solidFill>
                  <a:srgbClr val="F39A3E"/>
                </a:solidFill>
              </a:rPr>
              <a:t>SAMMENLIGNING</a:t>
            </a:r>
            <a:endParaRPr lang="en-US" sz="825" dirty="0"/>
          </a:p>
        </p:txBody>
      </p:sp>
      <p:sp>
        <p:nvSpPr>
          <p:cNvPr id="3" name="Text 1"/>
          <p:cNvSpPr/>
          <p:nvPr/>
        </p:nvSpPr>
        <p:spPr>
          <a:xfrm>
            <a:off x="445770" y="582930"/>
            <a:ext cx="8092440" cy="411480"/>
          </a:xfrm>
          <a:prstGeom prst="rect">
            <a:avLst/>
          </a:prstGeom>
          <a:noFill/>
          <a:ln/>
        </p:spPr>
        <p:txBody>
          <a:bodyPr wrap="square" lIns="0" tIns="0" rIns="0" bIns="0" rtlCol="0" anchor="ctr"/>
          <a:lstStyle/>
          <a:p>
            <a:r>
              <a:rPr lang="en-US" sz="2250" b="1" dirty="0">
                <a:solidFill>
                  <a:srgbClr val="24332D"/>
                </a:solidFill>
              </a:rPr>
              <a:t>Filbaseret system vs. DBMS</a:t>
            </a:r>
            <a:endParaRPr lang="en-US" sz="2250" dirty="0"/>
          </a:p>
        </p:txBody>
      </p:sp>
      <p:sp>
        <p:nvSpPr>
          <p:cNvPr id="4" name="Shape 2"/>
          <p:cNvSpPr/>
          <p:nvPr/>
        </p:nvSpPr>
        <p:spPr>
          <a:xfrm>
            <a:off x="445770" y="1357884"/>
            <a:ext cx="788670" cy="1"/>
          </a:xfrm>
          <a:prstGeom prst="line">
            <a:avLst/>
          </a:prstGeom>
          <a:noFill/>
          <a:ln w="50800">
            <a:solidFill>
              <a:srgbClr val="169C9A"/>
            </a:solidFill>
            <a:prstDash val="solid"/>
            <a:headEnd type="none"/>
            <a:tailEnd type="none"/>
          </a:ln>
        </p:spPr>
        <p:txBody>
          <a:bodyPr/>
          <a:lstStyle/>
          <a:p>
            <a:endParaRPr lang="en-DK"/>
          </a:p>
        </p:txBody>
      </p:sp>
      <p:sp>
        <p:nvSpPr>
          <p:cNvPr id="5" name="Shape 3"/>
          <p:cNvSpPr/>
          <p:nvPr/>
        </p:nvSpPr>
        <p:spPr>
          <a:xfrm>
            <a:off x="459486" y="1508760"/>
            <a:ext cx="4018788" cy="2674620"/>
          </a:xfrm>
          <a:prstGeom prst="roundRect">
            <a:avLst>
              <a:gd name="adj" fmla="val 2051"/>
            </a:avLst>
          </a:prstGeom>
          <a:solidFill>
            <a:srgbClr val="FFF4E8"/>
          </a:solidFill>
          <a:ln w="17780">
            <a:solidFill>
              <a:srgbClr val="F39A3E"/>
            </a:solidFill>
            <a:prstDash val="solid"/>
          </a:ln>
          <a:effectLst>
            <a:outerShdw blurRad="19050" dist="12700" dir="2700000" algn="bl" rotWithShape="0">
              <a:srgbClr val="000000">
                <a:alpha val="12000"/>
              </a:srgbClr>
            </a:outerShdw>
          </a:effectLst>
        </p:spPr>
        <p:txBody>
          <a:bodyPr/>
          <a:lstStyle/>
          <a:p>
            <a:endParaRPr lang="en-DK"/>
          </a:p>
        </p:txBody>
      </p:sp>
      <p:sp>
        <p:nvSpPr>
          <p:cNvPr id="6" name="Text 4"/>
          <p:cNvSpPr/>
          <p:nvPr/>
        </p:nvSpPr>
        <p:spPr>
          <a:xfrm>
            <a:off x="651510" y="1735074"/>
            <a:ext cx="3634740" cy="308610"/>
          </a:xfrm>
          <a:prstGeom prst="rect">
            <a:avLst/>
          </a:prstGeom>
          <a:noFill/>
          <a:ln/>
        </p:spPr>
        <p:txBody>
          <a:bodyPr wrap="square" lIns="0" tIns="0" rIns="0" bIns="0" rtlCol="0" anchor="ctr"/>
          <a:lstStyle/>
          <a:p>
            <a:r>
              <a:rPr lang="en-US" sz="1500" b="1" dirty="0">
                <a:solidFill>
                  <a:srgbClr val="24332D"/>
                </a:solidFill>
              </a:rPr>
              <a:t>Filbaseret</a:t>
            </a:r>
            <a:endParaRPr lang="en-US" sz="1500" dirty="0"/>
          </a:p>
        </p:txBody>
      </p:sp>
      <p:sp>
        <p:nvSpPr>
          <p:cNvPr id="7" name="Text 5"/>
          <p:cNvSpPr/>
          <p:nvPr/>
        </p:nvSpPr>
        <p:spPr>
          <a:xfrm>
            <a:off x="651510" y="2194560"/>
            <a:ext cx="3634740" cy="1611630"/>
          </a:xfrm>
          <a:prstGeom prst="rect">
            <a:avLst/>
          </a:prstGeom>
          <a:noFill/>
          <a:ln/>
        </p:spPr>
        <p:txBody>
          <a:bodyPr wrap="square" lIns="286" tIns="286" rIns="286" bIns="286" rtlCol="0" anchor="ctr"/>
          <a:lstStyle/>
          <a:p>
            <a:r>
              <a:rPr lang="en-US" sz="1125" dirty="0">
                <a:solidFill>
                  <a:srgbClr val="66756E"/>
                </a:solidFill>
              </a:rPr>
              <a:t>Data ligger i separate filer.</a:t>
            </a:r>
            <a:endParaRPr lang="en-US" sz="1125" dirty="0"/>
          </a:p>
          <a:p>
            <a:r>
              <a:rPr lang="en-US" sz="1125" dirty="0">
                <a:solidFill>
                  <a:srgbClr val="66756E"/>
                </a:solidFill>
              </a:rPr>
              <a:t>Dubletter og inkonsistens opstår let.</a:t>
            </a:r>
            <a:endParaRPr lang="en-US" sz="1125" dirty="0"/>
          </a:p>
          <a:p>
            <a:r>
              <a:rPr lang="en-US" sz="1125" dirty="0">
                <a:solidFill>
                  <a:srgbClr val="66756E"/>
                </a:solidFill>
              </a:rPr>
              <a:t>Søgning og deling er vanskelig.</a:t>
            </a:r>
            <a:endParaRPr lang="en-US" sz="1125" dirty="0"/>
          </a:p>
        </p:txBody>
      </p:sp>
      <p:sp>
        <p:nvSpPr>
          <p:cNvPr id="8" name="Shape 6"/>
          <p:cNvSpPr/>
          <p:nvPr/>
        </p:nvSpPr>
        <p:spPr>
          <a:xfrm>
            <a:off x="4670298" y="1508760"/>
            <a:ext cx="4018788" cy="2674620"/>
          </a:xfrm>
          <a:prstGeom prst="roundRect">
            <a:avLst>
              <a:gd name="adj" fmla="val 2051"/>
            </a:avLst>
          </a:prstGeom>
          <a:solidFill>
            <a:srgbClr val="EAF7F6"/>
          </a:solidFill>
          <a:ln w="17780">
            <a:solidFill>
              <a:srgbClr val="169C9A"/>
            </a:solidFill>
            <a:prstDash val="solid"/>
          </a:ln>
          <a:effectLst>
            <a:outerShdw blurRad="19050" dist="12700" dir="2700000" algn="bl" rotWithShape="0">
              <a:srgbClr val="000000">
                <a:alpha val="12000"/>
              </a:srgbClr>
            </a:outerShdw>
          </a:effectLst>
        </p:spPr>
        <p:txBody>
          <a:bodyPr/>
          <a:lstStyle/>
          <a:p>
            <a:endParaRPr lang="en-DK"/>
          </a:p>
        </p:txBody>
      </p:sp>
      <p:sp>
        <p:nvSpPr>
          <p:cNvPr id="9" name="Text 7"/>
          <p:cNvSpPr/>
          <p:nvPr/>
        </p:nvSpPr>
        <p:spPr>
          <a:xfrm>
            <a:off x="4862322" y="1735074"/>
            <a:ext cx="3634740" cy="308610"/>
          </a:xfrm>
          <a:prstGeom prst="rect">
            <a:avLst/>
          </a:prstGeom>
          <a:noFill/>
          <a:ln/>
        </p:spPr>
        <p:txBody>
          <a:bodyPr wrap="square" lIns="0" tIns="0" rIns="0" bIns="0" rtlCol="0" anchor="ctr"/>
          <a:lstStyle/>
          <a:p>
            <a:r>
              <a:rPr lang="en-US" sz="1500" b="1" dirty="0">
                <a:solidFill>
                  <a:srgbClr val="24332D"/>
                </a:solidFill>
              </a:rPr>
              <a:t>DBMS</a:t>
            </a:r>
            <a:endParaRPr lang="en-US" sz="1500" dirty="0"/>
          </a:p>
        </p:txBody>
      </p:sp>
      <p:sp>
        <p:nvSpPr>
          <p:cNvPr id="10" name="Text 8"/>
          <p:cNvSpPr/>
          <p:nvPr/>
        </p:nvSpPr>
        <p:spPr>
          <a:xfrm>
            <a:off x="4862322" y="2194560"/>
            <a:ext cx="3634740" cy="1611630"/>
          </a:xfrm>
          <a:prstGeom prst="rect">
            <a:avLst/>
          </a:prstGeom>
          <a:noFill/>
          <a:ln/>
        </p:spPr>
        <p:txBody>
          <a:bodyPr wrap="square" lIns="286" tIns="286" rIns="286" bIns="286" rtlCol="0" anchor="ctr"/>
          <a:lstStyle/>
          <a:p>
            <a:r>
              <a:rPr lang="en-US" sz="1125" dirty="0">
                <a:solidFill>
                  <a:srgbClr val="66756E"/>
                </a:solidFill>
              </a:rPr>
              <a:t>Central styring af data.</a:t>
            </a:r>
            <a:endParaRPr lang="en-US" sz="1125" dirty="0"/>
          </a:p>
          <a:p>
            <a:r>
              <a:rPr lang="en-US" sz="1125" dirty="0">
                <a:solidFill>
                  <a:srgbClr val="66756E"/>
                </a:solidFill>
              </a:rPr>
              <a:t>Regler, adgang og sikkerhed.</a:t>
            </a:r>
            <a:endParaRPr lang="en-US" sz="1125" dirty="0"/>
          </a:p>
          <a:p>
            <a:r>
              <a:rPr lang="en-US" sz="1125" dirty="0">
                <a:solidFill>
                  <a:srgbClr val="66756E"/>
                </a:solidFill>
              </a:rPr>
              <a:t>Flere brugere kan arbejde samtidigt.</a:t>
            </a:r>
            <a:endParaRPr lang="en-US" sz="1125" dirty="0"/>
          </a:p>
        </p:txBody>
      </p:sp>
      <p:sp>
        <p:nvSpPr>
          <p:cNvPr id="25" name="Slide Number Placeholder 0"/>
          <p:cNvSpPr>
            <a:spLocks noGrp="1"/>
          </p:cNvSpPr>
          <p:nvPr>
            <p:ph type="sldNum" sz="quarter" idx="4294967295"/>
          </p:nvPr>
        </p:nvSpPr>
        <p:spPr>
          <a:xfrm>
            <a:off x="8743950" y="4855464"/>
            <a:ext cx="171450" cy="137160"/>
          </a:xfrm>
          <a:prstGeom prst="rect">
            <a:avLst/>
          </a:prstGeom>
          <a:extLst>
            <a:ext uri="{C572A759-6A51-4108-AA02-DFA0A04FC94B}">
              <ma14:wrappingTextBoxFlag xmlns:ma14="http://schemas.microsoft.com/office/mac/drawingml/2011/main" xmlns="" val="0"/>
            </a:ext>
          </a:extLst>
        </p:spPr>
        <p:txBody>
          <a:bodyPr/>
          <a:lstStyle>
            <a:lvl1pPr>
              <a:defRPr sz="600">
                <a:solidFill>
                  <a:srgbClr val="66756E"/>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32E55797-7874-B4A2-0F21-A630DC9D3F97}"/>
              </a:ext>
            </a:extLst>
          </p:cNvPr>
          <p:cNvSpPr>
            <a:spLocks noGrp="1" noChangeArrowheads="1"/>
          </p:cNvSpPr>
          <p:nvPr>
            <p:ph type="title"/>
          </p:nvPr>
        </p:nvSpPr>
        <p:spPr/>
        <p:txBody>
          <a:bodyPr/>
          <a:lstStyle/>
          <a:p>
            <a:pPr defTabSz="685772">
              <a:defRPr/>
            </a:pPr>
            <a:r>
              <a:rPr lang="en-GB" err="1"/>
              <a:t>Filbaseret</a:t>
            </a:r>
            <a:r>
              <a:rPr lang="en-GB"/>
              <a:t> database</a:t>
            </a:r>
            <a:endParaRPr lang="en-GB">
              <a:latin typeface="Times" pitchFamily="18" charset="0"/>
              <a:cs typeface="Times"/>
            </a:endParaRPr>
          </a:p>
        </p:txBody>
      </p:sp>
      <p:pic>
        <p:nvPicPr>
          <p:cNvPr id="4" name="Picture 3" descr="A diagram of data entry&#10;&#10;AI-generated content may be incorrect.">
            <a:extLst>
              <a:ext uri="{FF2B5EF4-FFF2-40B4-BE49-F238E27FC236}">
                <a16:creationId xmlns:a16="http://schemas.microsoft.com/office/drawing/2014/main" id="{DC65ADD1-8794-198E-FE65-FE13C95D5D31}"/>
              </a:ext>
            </a:extLst>
          </p:cNvPr>
          <p:cNvPicPr>
            <a:picLocks noChangeAspect="1"/>
          </p:cNvPicPr>
          <p:nvPr/>
        </p:nvPicPr>
        <p:blipFill>
          <a:blip r:embed="rId3"/>
          <a:srcRect b="36563"/>
          <a:stretch>
            <a:fillRect/>
          </a:stretch>
        </p:blipFill>
        <p:spPr>
          <a:xfrm>
            <a:off x="1213650" y="1714499"/>
            <a:ext cx="7309766" cy="2674621"/>
          </a:xfrm>
          <a:prstGeom prst="rect">
            <a:avLst/>
          </a:prstGeom>
        </p:spPr>
      </p:pic>
    </p:spTree>
  </p:cSld>
  <p:clrMapOvr>
    <a:masterClrMapping/>
  </p:clrMapOvr>
  <p:transition>
    <p:wipe dir="d"/>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C039228B-1CC4-72A3-4BEB-579BF3C5526E}"/>
              </a:ext>
            </a:extLst>
          </p:cNvPr>
          <p:cNvSpPr>
            <a:spLocks noGrp="1" noChangeArrowheads="1"/>
          </p:cNvSpPr>
          <p:nvPr>
            <p:ph type="title"/>
          </p:nvPr>
        </p:nvSpPr>
        <p:spPr>
          <a:xfrm>
            <a:off x="-82140" y="231611"/>
            <a:ext cx="8418405" cy="430887"/>
          </a:xfrm>
        </p:spPr>
        <p:txBody>
          <a:bodyPr>
            <a:normAutofit fontScale="90000"/>
          </a:bodyPr>
          <a:lstStyle/>
          <a:p>
            <a:pPr defTabSz="685772">
              <a:defRPr/>
            </a:pPr>
            <a:r>
              <a:rPr lang="en-GB" dirty="0"/>
              <a:t>Database Management System (DBMS)</a:t>
            </a:r>
            <a:br>
              <a:rPr lang="en-GB" dirty="0"/>
            </a:br>
            <a:endParaRPr lang="en-GB" dirty="0">
              <a:latin typeface="Times" pitchFamily="18" charset="0"/>
            </a:endParaRPr>
          </a:p>
        </p:txBody>
      </p:sp>
      <p:pic>
        <p:nvPicPr>
          <p:cNvPr id="35843" name="Picture 6" descr="C01NF07">
            <a:extLst>
              <a:ext uri="{FF2B5EF4-FFF2-40B4-BE49-F238E27FC236}">
                <a16:creationId xmlns:a16="http://schemas.microsoft.com/office/drawing/2014/main" id="{A21A82D1-A077-CE69-424F-CC854F506EE9}"/>
              </a:ext>
            </a:extLst>
          </p:cNvPr>
          <p:cNvPicPr>
            <a:picLocks noGrp="1" noChangeAspect="1" noChangeArrowheads="1"/>
          </p:cNvPicPr>
          <p:nvPr>
            <p:ph sz="quarter" idx="4294967295"/>
          </p:nvPr>
        </p:nvPicPr>
        <p:blipFill>
          <a:blip r:embed="rId3">
            <a:extLst>
              <a:ext uri="{28A0092B-C50C-407E-A947-70E740481C1C}">
                <a14:useLocalDpi xmlns:a14="http://schemas.microsoft.com/office/drawing/2010/main" val="0"/>
              </a:ext>
            </a:extLst>
          </a:blip>
          <a:srcRect b="21283"/>
          <a:stretch>
            <a:fillRect/>
          </a:stretch>
        </p:blipFill>
        <p:spPr>
          <a:xfrm>
            <a:off x="1746829" y="1258318"/>
            <a:ext cx="6172200" cy="2715458"/>
          </a:xfrm>
          <a:noFill/>
        </p:spPr>
      </p:pic>
    </p:spTree>
  </p:cSld>
  <p:clrMapOvr>
    <a:masterClrMapping/>
  </p:clrMapOvr>
  <p:transition>
    <p:wipe dir="d"/>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EFC5D-05C5-B291-7DE1-2F3369920677}"/>
              </a:ext>
            </a:extLst>
          </p:cNvPr>
          <p:cNvSpPr>
            <a:spLocks noGrp="1"/>
          </p:cNvSpPr>
          <p:nvPr>
            <p:ph type="title"/>
          </p:nvPr>
        </p:nvSpPr>
        <p:spPr>
          <a:xfrm>
            <a:off x="865332" y="608393"/>
            <a:ext cx="8418405" cy="997196"/>
          </a:xfrm>
        </p:spPr>
        <p:txBody>
          <a:bodyPr wrap="square" lIns="0" tIns="0" rIns="0" bIns="0" anchor="t">
            <a:spAutoFit/>
          </a:bodyPr>
          <a:lstStyle/>
          <a:p>
            <a:r>
              <a:rPr lang="en-GB" err="1"/>
              <a:t>Populære</a:t>
            </a:r>
            <a:r>
              <a:rPr lang="en-GB"/>
              <a:t> DBMS</a:t>
            </a:r>
            <a:br>
              <a:rPr lang="en-GB"/>
            </a:br>
            <a:endParaRPr lang="en-US"/>
          </a:p>
        </p:txBody>
      </p:sp>
      <p:sp>
        <p:nvSpPr>
          <p:cNvPr id="3" name="Text Placeholder 2">
            <a:extLst>
              <a:ext uri="{FF2B5EF4-FFF2-40B4-BE49-F238E27FC236}">
                <a16:creationId xmlns:a16="http://schemas.microsoft.com/office/drawing/2014/main" id="{8EEF15C6-FA62-209B-CADF-C1933CC724FF}"/>
              </a:ext>
            </a:extLst>
          </p:cNvPr>
          <p:cNvSpPr>
            <a:spLocks noGrp="1"/>
          </p:cNvSpPr>
          <p:nvPr>
            <p:ph idx="1"/>
          </p:nvPr>
        </p:nvSpPr>
        <p:spPr>
          <a:xfrm>
            <a:off x="974909" y="4160606"/>
            <a:ext cx="7891749" cy="836255"/>
          </a:xfrm>
        </p:spPr>
        <p:txBody>
          <a:bodyPr wrap="square" lIns="0" tIns="0" rIns="0" bIns="0" anchor="t">
            <a:spAutoFit/>
          </a:bodyPr>
          <a:lstStyle/>
          <a:p>
            <a:pPr marL="0" indent="0">
              <a:buNone/>
            </a:pPr>
            <a:r>
              <a:rPr lang="en-US"/>
              <a:t>Which are open source?</a:t>
            </a:r>
          </a:p>
          <a:p>
            <a:endParaRPr lang="en-US"/>
          </a:p>
        </p:txBody>
      </p:sp>
      <p:pic>
        <p:nvPicPr>
          <p:cNvPr id="4" name="Picture 3" descr="A screenshot of a computer software&#10;&#10;Description automatically generated">
            <a:extLst>
              <a:ext uri="{FF2B5EF4-FFF2-40B4-BE49-F238E27FC236}">
                <a16:creationId xmlns:a16="http://schemas.microsoft.com/office/drawing/2014/main" id="{B6A68225-5761-A8DC-185F-842B9F0DFF0B}"/>
              </a:ext>
            </a:extLst>
          </p:cNvPr>
          <p:cNvPicPr>
            <a:picLocks noChangeAspect="1"/>
          </p:cNvPicPr>
          <p:nvPr/>
        </p:nvPicPr>
        <p:blipFill>
          <a:blip r:embed="rId3"/>
          <a:stretch>
            <a:fillRect/>
          </a:stretch>
        </p:blipFill>
        <p:spPr>
          <a:xfrm>
            <a:off x="867422" y="1682589"/>
            <a:ext cx="6205383" cy="2253170"/>
          </a:xfrm>
          <a:prstGeom prst="rect">
            <a:avLst/>
          </a:prstGeom>
        </p:spPr>
      </p:pic>
    </p:spTree>
    <p:extLst>
      <p:ext uri="{BB962C8B-B14F-4D97-AF65-F5344CB8AC3E}">
        <p14:creationId xmlns:p14="http://schemas.microsoft.com/office/powerpoint/2010/main" val="2424616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CFF560CC-6FC8-0031-9929-7C7141B92984}"/>
              </a:ext>
            </a:extLst>
          </p:cNvPr>
          <p:cNvSpPr>
            <a:spLocks noGrp="1"/>
          </p:cNvSpPr>
          <p:nvPr>
            <p:ph type="dt" sz="half" idx="10"/>
          </p:nvPr>
        </p:nvSpPr>
        <p:spPr/>
        <p:txBody>
          <a:bodyPr/>
          <a:lstStyle/>
          <a:p>
            <a:fld id="{2B95C713-95AA-2043-9C3E-ED49A98F4FE9}" type="datetime1">
              <a:rPr lang="en-US" smtClean="0"/>
              <a:t>10/28/26</a:t>
            </a:fld>
            <a:endParaRPr lang="en-US"/>
          </a:p>
        </p:txBody>
      </p:sp>
      <p:sp>
        <p:nvSpPr>
          <p:cNvPr id="6" name="Footer Placeholder 5">
            <a:extLst>
              <a:ext uri="{FF2B5EF4-FFF2-40B4-BE49-F238E27FC236}">
                <a16:creationId xmlns:a16="http://schemas.microsoft.com/office/drawing/2014/main" id="{AC08D6C2-976A-EDA2-4A80-226DF9DE4091}"/>
              </a:ext>
            </a:extLst>
          </p:cNvPr>
          <p:cNvSpPr>
            <a:spLocks noGrp="1"/>
          </p:cNvSpPr>
          <p:nvPr>
            <p:ph type="ftr" sz="quarter" idx="11"/>
          </p:nvPr>
        </p:nvSpPr>
        <p:spPr/>
        <p:txBody>
          <a:bodyPr/>
          <a:lstStyle/>
          <a:p>
            <a:r>
              <a:rPr lang="en-US"/>
              <a:t>
              </a:t>
            </a:r>
          </a:p>
        </p:txBody>
      </p:sp>
      <p:sp>
        <p:nvSpPr>
          <p:cNvPr id="7" name="Slide Number Placeholder 6">
            <a:extLst>
              <a:ext uri="{FF2B5EF4-FFF2-40B4-BE49-F238E27FC236}">
                <a16:creationId xmlns:a16="http://schemas.microsoft.com/office/drawing/2014/main" id="{B710A2B9-B669-0DC6-3C1F-F8AA32FFF7F2}"/>
              </a:ext>
            </a:extLst>
          </p:cNvPr>
          <p:cNvSpPr>
            <a:spLocks noGrp="1"/>
          </p:cNvSpPr>
          <p:nvPr>
            <p:ph type="sldNum" sz="quarter" idx="12"/>
          </p:nvPr>
        </p:nvSpPr>
        <p:spPr/>
        <p:txBody>
          <a:bodyPr/>
          <a:lstStyle/>
          <a:p>
            <a:fld id="{CC057153-B650-4DEB-B370-79DDCFDCE934}" type="slidenum">
              <a:rPr lang="en-US" smtClean="0"/>
              <a:t>9</a:t>
            </a:fld>
            <a:endParaRPr lang="en-US"/>
          </a:p>
        </p:txBody>
      </p:sp>
      <p:pic>
        <p:nvPicPr>
          <p:cNvPr id="10" name="Picture 9">
            <a:extLst>
              <a:ext uri="{FF2B5EF4-FFF2-40B4-BE49-F238E27FC236}">
                <a16:creationId xmlns:a16="http://schemas.microsoft.com/office/drawing/2014/main" id="{F931164E-BCDC-1664-37F1-A1C94A2C22A3}"/>
              </a:ext>
            </a:extLst>
          </p:cNvPr>
          <p:cNvPicPr>
            <a:picLocks noChangeAspect="1"/>
          </p:cNvPicPr>
          <p:nvPr/>
        </p:nvPicPr>
        <p:blipFill>
          <a:blip r:embed="rId2"/>
          <a:stretch>
            <a:fillRect/>
          </a:stretch>
        </p:blipFill>
        <p:spPr>
          <a:xfrm>
            <a:off x="1143000" y="896724"/>
            <a:ext cx="6858000" cy="3429000"/>
          </a:xfrm>
          <a:prstGeom prst="rect">
            <a:avLst/>
          </a:prstGeom>
        </p:spPr>
      </p:pic>
      <p:sp>
        <p:nvSpPr>
          <p:cNvPr id="13" name="Text 1">
            <a:extLst>
              <a:ext uri="{FF2B5EF4-FFF2-40B4-BE49-F238E27FC236}">
                <a16:creationId xmlns:a16="http://schemas.microsoft.com/office/drawing/2014/main" id="{89C78859-7093-0D31-304F-A20CC17845A9}"/>
              </a:ext>
            </a:extLst>
          </p:cNvPr>
          <p:cNvSpPr/>
          <p:nvPr/>
        </p:nvSpPr>
        <p:spPr>
          <a:xfrm>
            <a:off x="525780" y="356686"/>
            <a:ext cx="8092440" cy="411480"/>
          </a:xfrm>
          <a:prstGeom prst="rect">
            <a:avLst/>
          </a:prstGeom>
          <a:noFill/>
          <a:ln/>
        </p:spPr>
        <p:txBody>
          <a:bodyPr wrap="square" lIns="0" tIns="0" rIns="0" bIns="0" rtlCol="0" anchor="ctr"/>
          <a:lstStyle/>
          <a:p>
            <a:r>
              <a:rPr lang="da-DK" sz="2250" b="1" noProof="0" dirty="0">
                <a:solidFill>
                  <a:srgbClr val="24332D"/>
                </a:solidFill>
              </a:rPr>
              <a:t>øvelse 2 Excel opret KUNDER tabel</a:t>
            </a:r>
            <a:endParaRPr lang="da-DK" sz="2250" noProof="0" dirty="0"/>
          </a:p>
        </p:txBody>
      </p:sp>
    </p:spTree>
    <p:extLst>
      <p:ext uri="{BB962C8B-B14F-4D97-AF65-F5344CB8AC3E}">
        <p14:creationId xmlns:p14="http://schemas.microsoft.com/office/powerpoint/2010/main" val="1741979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1D22F186-C707-AD84-6FAC-70E8D2C6E128}"/>
              </a:ext>
            </a:extLst>
          </p:cNvPr>
          <p:cNvSpPr>
            <a:spLocks noGrp="1"/>
          </p:cNvSpPr>
          <p:nvPr>
            <p:ph type="dt" sz="half" idx="10"/>
          </p:nvPr>
        </p:nvSpPr>
        <p:spPr/>
        <p:txBody>
          <a:bodyPr/>
          <a:lstStyle/>
          <a:p>
            <a:fld id="{EE52DFDF-C4A5-974D-BFEE-514BCBC82F36}" type="datetime1">
              <a:rPr lang="en-US" smtClean="0"/>
              <a:t>10/28/26</a:t>
            </a:fld>
            <a:endParaRPr lang="en-US"/>
          </a:p>
        </p:txBody>
      </p:sp>
      <p:sp>
        <p:nvSpPr>
          <p:cNvPr id="6" name="Footer Placeholder 5">
            <a:extLst>
              <a:ext uri="{FF2B5EF4-FFF2-40B4-BE49-F238E27FC236}">
                <a16:creationId xmlns:a16="http://schemas.microsoft.com/office/drawing/2014/main" id="{5C6873E1-E89D-E708-A567-024239A82B19}"/>
              </a:ext>
            </a:extLst>
          </p:cNvPr>
          <p:cNvSpPr>
            <a:spLocks noGrp="1"/>
          </p:cNvSpPr>
          <p:nvPr>
            <p:ph type="ftr" sz="quarter" idx="11"/>
          </p:nvPr>
        </p:nvSpPr>
        <p:spPr/>
        <p:txBody>
          <a:bodyPr/>
          <a:lstStyle/>
          <a:p>
            <a:r>
              <a:rPr lang="en-US"/>
              <a:t>
              </a:t>
            </a:r>
          </a:p>
        </p:txBody>
      </p:sp>
      <p:sp>
        <p:nvSpPr>
          <p:cNvPr id="7" name="Slide Number Placeholder 6">
            <a:extLst>
              <a:ext uri="{FF2B5EF4-FFF2-40B4-BE49-F238E27FC236}">
                <a16:creationId xmlns:a16="http://schemas.microsoft.com/office/drawing/2014/main" id="{E2B038F4-E347-60F5-EE07-4EF367058B22}"/>
              </a:ext>
            </a:extLst>
          </p:cNvPr>
          <p:cNvSpPr>
            <a:spLocks noGrp="1"/>
          </p:cNvSpPr>
          <p:nvPr>
            <p:ph type="sldNum" sz="quarter" idx="12"/>
          </p:nvPr>
        </p:nvSpPr>
        <p:spPr/>
        <p:txBody>
          <a:bodyPr/>
          <a:lstStyle/>
          <a:p>
            <a:fld id="{CC057153-B650-4DEB-B370-79DDCFDCE934}" type="slidenum">
              <a:rPr lang="en-US" smtClean="0"/>
              <a:t>10</a:t>
            </a:fld>
            <a:endParaRPr lang="en-US"/>
          </a:p>
        </p:txBody>
      </p:sp>
      <p:sp>
        <p:nvSpPr>
          <p:cNvPr id="9" name="TextBox 8">
            <a:extLst>
              <a:ext uri="{FF2B5EF4-FFF2-40B4-BE49-F238E27FC236}">
                <a16:creationId xmlns:a16="http://schemas.microsoft.com/office/drawing/2014/main" id="{72919415-CD9D-617A-18A1-8CF205EF636B}"/>
              </a:ext>
            </a:extLst>
          </p:cNvPr>
          <p:cNvSpPr txBox="1"/>
          <p:nvPr/>
        </p:nvSpPr>
        <p:spPr>
          <a:xfrm>
            <a:off x="1663831" y="1023323"/>
            <a:ext cx="4572000" cy="2462213"/>
          </a:xfrm>
          <a:prstGeom prst="rect">
            <a:avLst/>
          </a:prstGeom>
          <a:noFill/>
        </p:spPr>
        <p:txBody>
          <a:bodyPr wrap="square">
            <a:spAutoFit/>
          </a:bodyPr>
          <a:lstStyle/>
          <a:p>
            <a:pPr>
              <a:buNone/>
            </a:pPr>
            <a:r>
              <a:rPr lang="en-DK" sz="1100" b="1" dirty="0"/>
              <a:t>Brug AI til at oprette 100 poster (10 minutter)</a:t>
            </a:r>
          </a:p>
          <a:p>
            <a:pPr>
              <a:buNone/>
            </a:pPr>
            <a:r>
              <a:rPr lang="en-DK" sz="1100" dirty="0"/>
              <a:t>Brug et AI-værktøj til at generere 100 fiktive kunder.</a:t>
            </a:r>
          </a:p>
          <a:p>
            <a:pPr>
              <a:buNone/>
            </a:pPr>
            <a:r>
              <a:rPr lang="en-DK" sz="1100" dirty="0"/>
              <a:t>AI skal generere følgende oplysninger for hver kunde: se sidste slide</a:t>
            </a:r>
          </a:p>
          <a:p>
            <a:pPr>
              <a:buNone/>
            </a:pPr>
            <a:r>
              <a:rPr lang="en-DK" sz="1100" b="1" dirty="0"/>
              <a:t>Krav:</a:t>
            </a:r>
            <a:endParaRPr lang="en-DK" sz="1100" dirty="0"/>
          </a:p>
          <a:p>
            <a:pPr marL="342900" lvl="0" indent="-342900">
              <a:buFont typeface="+mj-lt"/>
              <a:buAutoNum type="arabicPeriod"/>
            </a:pPr>
            <a:r>
              <a:rPr lang="en-DK" sz="1100" dirty="0"/>
              <a:t>Tabellen skal indeholde præcis 100 kunder.</a:t>
            </a:r>
          </a:p>
          <a:p>
            <a:pPr marL="342900" lvl="0" indent="-342900">
              <a:buFont typeface="+mj-lt"/>
              <a:buAutoNum type="arabicPeriod"/>
            </a:pPr>
            <a:r>
              <a:rPr lang="en-DK" sz="1100" dirty="0"/>
              <a:t>Kundenumrene skal være unikke.</a:t>
            </a:r>
          </a:p>
          <a:p>
            <a:pPr marL="342900" lvl="0" indent="-342900">
              <a:buFont typeface="+mj-lt"/>
              <a:buAutoNum type="arabicPeriod"/>
            </a:pPr>
            <a:r>
              <a:rPr lang="en-DK" sz="1100" dirty="0"/>
              <a:t>Dataene skal være fiktive og må ikke indeholde rigtige personers oplysninger.</a:t>
            </a:r>
          </a:p>
          <a:p>
            <a:pPr>
              <a:buNone/>
            </a:pPr>
            <a:r>
              <a:rPr lang="en-DK" sz="1100" dirty="0"/>
              <a:t>Når AI har genereret dataene, skal du indsætte dem i Excel under overskrifterne.</a:t>
            </a:r>
          </a:p>
          <a:p>
            <a:pPr>
              <a:buNone/>
            </a:pPr>
            <a:endParaRPr lang="en-DK" sz="1100" dirty="0"/>
          </a:p>
          <a:p>
            <a:pPr>
              <a:buNone/>
            </a:pPr>
            <a:endParaRPr lang="en-DK" sz="1100" dirty="0"/>
          </a:p>
          <a:p>
            <a:pPr>
              <a:buNone/>
            </a:pPr>
            <a:r>
              <a:rPr lang="en-DK" sz="1100" b="1" dirty="0"/>
              <a:t>Del 3 – Sortér data i Excel (10 minutter)</a:t>
            </a:r>
          </a:p>
          <a:p>
            <a:pPr>
              <a:buNone/>
            </a:pPr>
            <a:r>
              <a:rPr lang="en-DK" sz="1100" dirty="0"/>
              <a:t>Undersøg, hvordan du kan sortere kundetabellen.</a:t>
            </a:r>
          </a:p>
        </p:txBody>
      </p:sp>
      <p:sp>
        <p:nvSpPr>
          <p:cNvPr id="10" name="Text 1">
            <a:extLst>
              <a:ext uri="{FF2B5EF4-FFF2-40B4-BE49-F238E27FC236}">
                <a16:creationId xmlns:a16="http://schemas.microsoft.com/office/drawing/2014/main" id="{E34E1992-7E4C-03DD-BB24-ED7EC9484CDA}"/>
              </a:ext>
            </a:extLst>
          </p:cNvPr>
          <p:cNvSpPr/>
          <p:nvPr/>
        </p:nvSpPr>
        <p:spPr>
          <a:xfrm>
            <a:off x="525780" y="356686"/>
            <a:ext cx="8092440" cy="411480"/>
          </a:xfrm>
          <a:prstGeom prst="rect">
            <a:avLst/>
          </a:prstGeom>
          <a:noFill/>
          <a:ln/>
        </p:spPr>
        <p:txBody>
          <a:bodyPr wrap="square" lIns="0" tIns="0" rIns="0" bIns="0" rtlCol="0" anchor="ctr"/>
          <a:lstStyle/>
          <a:p>
            <a:r>
              <a:rPr lang="da-DK" sz="2250" b="1" noProof="0" dirty="0">
                <a:solidFill>
                  <a:srgbClr val="24332D"/>
                </a:solidFill>
              </a:rPr>
              <a:t>øvelse 2 Excel</a:t>
            </a:r>
            <a:endParaRPr lang="da-DK" sz="2250" noProof="0" dirty="0"/>
          </a:p>
        </p:txBody>
      </p:sp>
    </p:spTree>
    <p:extLst>
      <p:ext uri="{BB962C8B-B14F-4D97-AF65-F5344CB8AC3E}">
        <p14:creationId xmlns:p14="http://schemas.microsoft.com/office/powerpoint/2010/main" val="6733333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2DF2EEC7-213B-2FBE-7F65-8215C32310C9}"/>
              </a:ext>
            </a:extLst>
          </p:cNvPr>
          <p:cNvSpPr>
            <a:spLocks noGrp="1"/>
          </p:cNvSpPr>
          <p:nvPr>
            <p:ph type="dt" sz="half" idx="10"/>
          </p:nvPr>
        </p:nvSpPr>
        <p:spPr/>
        <p:txBody>
          <a:bodyPr/>
          <a:lstStyle/>
          <a:p>
            <a:fld id="{0D863DFE-9611-0948-87DD-36FC605D2BB8}" type="datetime1">
              <a:rPr lang="en-US" smtClean="0"/>
              <a:t>10/28/26</a:t>
            </a:fld>
            <a:endParaRPr lang="en-US"/>
          </a:p>
        </p:txBody>
      </p:sp>
      <p:sp>
        <p:nvSpPr>
          <p:cNvPr id="6" name="Footer Placeholder 5">
            <a:extLst>
              <a:ext uri="{FF2B5EF4-FFF2-40B4-BE49-F238E27FC236}">
                <a16:creationId xmlns:a16="http://schemas.microsoft.com/office/drawing/2014/main" id="{5FB75601-8B4E-8336-18B0-44A8D0D4946F}"/>
              </a:ext>
            </a:extLst>
          </p:cNvPr>
          <p:cNvSpPr>
            <a:spLocks noGrp="1"/>
          </p:cNvSpPr>
          <p:nvPr>
            <p:ph type="ftr" sz="quarter" idx="11"/>
          </p:nvPr>
        </p:nvSpPr>
        <p:spPr/>
        <p:txBody>
          <a:bodyPr/>
          <a:lstStyle/>
          <a:p>
            <a:r>
              <a:rPr lang="en-US"/>
              <a:t>
              </a:t>
            </a:r>
          </a:p>
        </p:txBody>
      </p:sp>
      <p:sp>
        <p:nvSpPr>
          <p:cNvPr id="7" name="Slide Number Placeholder 6">
            <a:extLst>
              <a:ext uri="{FF2B5EF4-FFF2-40B4-BE49-F238E27FC236}">
                <a16:creationId xmlns:a16="http://schemas.microsoft.com/office/drawing/2014/main" id="{B0103982-C9CD-500F-5F96-8221A8ECDA8F}"/>
              </a:ext>
            </a:extLst>
          </p:cNvPr>
          <p:cNvSpPr>
            <a:spLocks noGrp="1"/>
          </p:cNvSpPr>
          <p:nvPr>
            <p:ph type="sldNum" sz="quarter" idx="12"/>
          </p:nvPr>
        </p:nvSpPr>
        <p:spPr/>
        <p:txBody>
          <a:bodyPr/>
          <a:lstStyle/>
          <a:p>
            <a:fld id="{CC057153-B650-4DEB-B370-79DDCFDCE934}" type="slidenum">
              <a:rPr lang="en-US" smtClean="0"/>
              <a:t>11</a:t>
            </a:fld>
            <a:endParaRPr lang="en-US"/>
          </a:p>
        </p:txBody>
      </p:sp>
      <p:sp>
        <p:nvSpPr>
          <p:cNvPr id="8" name="Text 1">
            <a:extLst>
              <a:ext uri="{FF2B5EF4-FFF2-40B4-BE49-F238E27FC236}">
                <a16:creationId xmlns:a16="http://schemas.microsoft.com/office/drawing/2014/main" id="{AAD35D71-3272-4336-09D7-3226F121AE4D}"/>
              </a:ext>
            </a:extLst>
          </p:cNvPr>
          <p:cNvSpPr/>
          <p:nvPr/>
        </p:nvSpPr>
        <p:spPr>
          <a:xfrm>
            <a:off x="525780" y="356686"/>
            <a:ext cx="8092440" cy="411480"/>
          </a:xfrm>
          <a:prstGeom prst="rect">
            <a:avLst/>
          </a:prstGeom>
          <a:noFill/>
          <a:ln/>
        </p:spPr>
        <p:txBody>
          <a:bodyPr wrap="square" lIns="0" tIns="0" rIns="0" bIns="0" rtlCol="0" anchor="ctr"/>
          <a:lstStyle/>
          <a:p>
            <a:r>
              <a:rPr lang="da-DK" sz="2250" b="1" noProof="0" dirty="0">
                <a:solidFill>
                  <a:srgbClr val="24332D"/>
                </a:solidFill>
              </a:rPr>
              <a:t>Gruppe arbejde</a:t>
            </a:r>
            <a:endParaRPr lang="da-DK" sz="2250" noProof="0" dirty="0"/>
          </a:p>
        </p:txBody>
      </p:sp>
    </p:spTree>
    <p:extLst>
      <p:ext uri="{BB962C8B-B14F-4D97-AF65-F5344CB8AC3E}">
        <p14:creationId xmlns:p14="http://schemas.microsoft.com/office/powerpoint/2010/main" val="9973374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pic>
        <p:nvPicPr>
          <p:cNvPr id="12" name="Picture 11" descr="Hot air balloon in foggy mountains">
            <a:extLst>
              <a:ext uri="{FF2B5EF4-FFF2-40B4-BE49-F238E27FC236}">
                <a16:creationId xmlns:a16="http://schemas.microsoft.com/office/drawing/2014/main" id="{65912960-D0FC-E32C-A580-3C0BD988901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431" y="-526630"/>
            <a:ext cx="10114961" cy="6736722"/>
          </a:xfrm>
          <a:prstGeom prst="rect">
            <a:avLst/>
          </a:prstGeom>
        </p:spPr>
      </p:pic>
      <p:sp>
        <p:nvSpPr>
          <p:cNvPr id="2" name="Shape 0"/>
          <p:cNvSpPr/>
          <p:nvPr/>
        </p:nvSpPr>
        <p:spPr>
          <a:xfrm rot="1200000">
            <a:off x="6755130" y="240030"/>
            <a:ext cx="2125980" cy="2125980"/>
          </a:xfrm>
          <a:prstGeom prst="arc">
            <a:avLst/>
          </a:prstGeom>
          <a:solidFill>
            <a:srgbClr val="F39A3E">
              <a:alpha val="90000"/>
            </a:srgbClr>
          </a:solidFill>
          <a:ln w="12700">
            <a:solidFill>
              <a:srgbClr val="333333">
                <a:alpha val="0"/>
              </a:srgbClr>
            </a:solidFill>
            <a:prstDash val="solid"/>
          </a:ln>
        </p:spPr>
        <p:txBody>
          <a:bodyPr/>
          <a:lstStyle/>
          <a:p>
            <a:endParaRPr lang="en-DK"/>
          </a:p>
        </p:txBody>
      </p:sp>
      <p:sp>
        <p:nvSpPr>
          <p:cNvPr id="3" name="Shape 1"/>
          <p:cNvSpPr/>
          <p:nvPr/>
        </p:nvSpPr>
        <p:spPr>
          <a:xfrm rot="12000000">
            <a:off x="6892290" y="2777490"/>
            <a:ext cx="2057400" cy="2057400"/>
          </a:xfrm>
          <a:prstGeom prst="arc">
            <a:avLst/>
          </a:prstGeom>
          <a:solidFill>
            <a:srgbClr val="169C9A">
              <a:alpha val="92000"/>
            </a:srgbClr>
          </a:solidFill>
          <a:ln w="12700">
            <a:solidFill>
              <a:srgbClr val="333333">
                <a:alpha val="0"/>
              </a:srgbClr>
            </a:solidFill>
            <a:prstDash val="solid"/>
          </a:ln>
        </p:spPr>
        <p:txBody>
          <a:bodyPr/>
          <a:lstStyle/>
          <a:p>
            <a:endParaRPr lang="en-DK"/>
          </a:p>
        </p:txBody>
      </p:sp>
      <p:sp>
        <p:nvSpPr>
          <p:cNvPr id="4" name="Text 2"/>
          <p:cNvSpPr/>
          <p:nvPr/>
        </p:nvSpPr>
        <p:spPr>
          <a:xfrm>
            <a:off x="514350" y="548640"/>
            <a:ext cx="4457700" cy="205740"/>
          </a:xfrm>
          <a:prstGeom prst="rect">
            <a:avLst/>
          </a:prstGeom>
          <a:noFill/>
          <a:ln/>
        </p:spPr>
        <p:txBody>
          <a:bodyPr wrap="square" lIns="0" tIns="0" rIns="0" bIns="0" rtlCol="0" anchor="ctr"/>
          <a:lstStyle/>
          <a:p>
            <a:r>
              <a:rPr lang="en-US" sz="900" b="1" spc="113" dirty="0">
                <a:solidFill>
                  <a:srgbClr val="F39A3E"/>
                </a:solidFill>
              </a:rPr>
              <a:t>DATABASE OG MYSQL · GANG 2</a:t>
            </a:r>
            <a:endParaRPr lang="en-US" sz="900" dirty="0"/>
          </a:p>
        </p:txBody>
      </p:sp>
      <p:sp>
        <p:nvSpPr>
          <p:cNvPr id="5" name="Text 3"/>
          <p:cNvSpPr/>
          <p:nvPr/>
        </p:nvSpPr>
        <p:spPr>
          <a:xfrm>
            <a:off x="514350" y="754380"/>
            <a:ext cx="5760720" cy="960120"/>
          </a:xfrm>
          <a:prstGeom prst="rect">
            <a:avLst/>
          </a:prstGeom>
          <a:noFill/>
          <a:ln/>
        </p:spPr>
        <p:txBody>
          <a:bodyPr wrap="square" lIns="0" tIns="0" rIns="0" bIns="0" rtlCol="0" anchor="ctr"/>
          <a:lstStyle/>
          <a:p>
            <a:r>
              <a:rPr lang="en-US" sz="2850" b="1" dirty="0" err="1">
                <a:solidFill>
                  <a:schemeClr val="tx1"/>
                </a:solidFill>
              </a:rPr>
              <a:t>Relationer</a:t>
            </a:r>
            <a:r>
              <a:rPr lang="en-US" sz="2850" b="1" dirty="0">
                <a:solidFill>
                  <a:schemeClr val="tx1"/>
                </a:solidFill>
              </a:rPr>
              <a:t> database</a:t>
            </a:r>
            <a:endParaRPr lang="en-US" sz="2850" dirty="0">
              <a:solidFill>
                <a:schemeClr val="tx1"/>
              </a:solidFill>
            </a:endParaRPr>
          </a:p>
        </p:txBody>
      </p:sp>
      <p:sp>
        <p:nvSpPr>
          <p:cNvPr id="7" name="Text 5"/>
          <p:cNvSpPr/>
          <p:nvPr/>
        </p:nvSpPr>
        <p:spPr>
          <a:xfrm>
            <a:off x="534924" y="3874770"/>
            <a:ext cx="1165860" cy="308610"/>
          </a:xfrm>
          <a:prstGeom prst="rect">
            <a:avLst/>
          </a:prstGeom>
          <a:solidFill>
            <a:srgbClr val="F39A3E"/>
          </a:solidFill>
          <a:ln/>
        </p:spPr>
        <p:txBody>
          <a:bodyPr wrap="square" lIns="191" tIns="191" rIns="191" bIns="191" rtlCol="0" anchor="ctr"/>
          <a:lstStyle/>
          <a:p>
            <a:pPr algn="ctr"/>
            <a:r>
              <a:rPr lang="en-US" sz="1050" b="1" dirty="0">
                <a:solidFill>
                  <a:srgbClr val="FFFFFF"/>
                </a:solidFill>
              </a:rPr>
              <a:t>PRAKSIS</a:t>
            </a:r>
            <a:endParaRPr lang="en-US" sz="1050" dirty="0"/>
          </a:p>
        </p:txBody>
      </p:sp>
      <p:sp>
        <p:nvSpPr>
          <p:cNvPr id="8" name="Text 6"/>
          <p:cNvSpPr/>
          <p:nvPr/>
        </p:nvSpPr>
        <p:spPr>
          <a:xfrm>
            <a:off x="534924" y="4491990"/>
            <a:ext cx="1371600" cy="171450"/>
          </a:xfrm>
          <a:prstGeom prst="rect">
            <a:avLst/>
          </a:prstGeom>
          <a:noFill/>
          <a:ln/>
        </p:spPr>
        <p:txBody>
          <a:bodyPr wrap="square" lIns="0" tIns="0" rIns="0" bIns="0" rtlCol="0" anchor="ctr"/>
          <a:lstStyle/>
          <a:p>
            <a:r>
              <a:rPr lang="en-US" sz="750" dirty="0">
                <a:solidFill>
                  <a:srgbClr val="D6E4DF"/>
                </a:solidFill>
              </a:rPr>
              <a:t>xbi · 2026</a:t>
            </a:r>
            <a:endParaRPr lang="en-US" sz="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2" name="Text 0"/>
          <p:cNvSpPr/>
          <p:nvPr/>
        </p:nvSpPr>
        <p:spPr>
          <a:xfrm>
            <a:off x="445770" y="342900"/>
            <a:ext cx="2880360" cy="171450"/>
          </a:xfrm>
          <a:prstGeom prst="rect">
            <a:avLst/>
          </a:prstGeom>
          <a:noFill/>
          <a:ln/>
        </p:spPr>
        <p:txBody>
          <a:bodyPr wrap="square" lIns="0" tIns="0" rIns="0" bIns="0" rtlCol="0" anchor="ctr"/>
          <a:lstStyle/>
          <a:p>
            <a:r>
              <a:rPr lang="en-US" sz="825" b="1" spc="105" dirty="0">
                <a:solidFill>
                  <a:srgbClr val="F39A3E"/>
                </a:solidFill>
              </a:rPr>
              <a:t>OVERBLIK</a:t>
            </a:r>
            <a:endParaRPr lang="en-US" sz="825" dirty="0"/>
          </a:p>
        </p:txBody>
      </p:sp>
      <p:sp>
        <p:nvSpPr>
          <p:cNvPr id="3" name="Text 1"/>
          <p:cNvSpPr/>
          <p:nvPr/>
        </p:nvSpPr>
        <p:spPr>
          <a:xfrm>
            <a:off x="445770" y="582930"/>
            <a:ext cx="8092440" cy="411480"/>
          </a:xfrm>
          <a:prstGeom prst="rect">
            <a:avLst/>
          </a:prstGeom>
          <a:noFill/>
          <a:ln/>
        </p:spPr>
        <p:txBody>
          <a:bodyPr wrap="square" lIns="0" tIns="0" rIns="0" bIns="0" rtlCol="0" anchor="ctr"/>
          <a:lstStyle/>
          <a:p>
            <a:r>
              <a:rPr lang="en-US" sz="2250" b="1" dirty="0">
                <a:solidFill>
                  <a:srgbClr val="24332D"/>
                </a:solidFill>
              </a:rPr>
              <a:t>I dag lærer du</a:t>
            </a:r>
            <a:endParaRPr lang="en-US" sz="2250" dirty="0"/>
          </a:p>
        </p:txBody>
      </p:sp>
      <p:sp>
        <p:nvSpPr>
          <p:cNvPr id="4" name="Text 2"/>
          <p:cNvSpPr/>
          <p:nvPr/>
        </p:nvSpPr>
        <p:spPr>
          <a:xfrm>
            <a:off x="459486" y="1042416"/>
            <a:ext cx="7886700" cy="260604"/>
          </a:xfrm>
          <a:prstGeom prst="rect">
            <a:avLst/>
          </a:prstGeom>
          <a:noFill/>
          <a:ln/>
        </p:spPr>
        <p:txBody>
          <a:bodyPr wrap="square" lIns="0" tIns="0" rIns="0" bIns="0" rtlCol="0" anchor="ctr"/>
          <a:lstStyle/>
          <a:p>
            <a:r>
              <a:rPr lang="en-US" sz="1125" dirty="0">
                <a:solidFill>
                  <a:srgbClr val="66756E"/>
                </a:solidFill>
              </a:rPr>
              <a:t>Efter undervisningen kan du forklare, anvende og kontrollere de vigtigste begreber.</a:t>
            </a:r>
            <a:endParaRPr lang="en-US" sz="1125" dirty="0"/>
          </a:p>
        </p:txBody>
      </p:sp>
      <p:sp>
        <p:nvSpPr>
          <p:cNvPr id="5" name="Shape 3"/>
          <p:cNvSpPr/>
          <p:nvPr/>
        </p:nvSpPr>
        <p:spPr>
          <a:xfrm>
            <a:off x="445770" y="1357884"/>
            <a:ext cx="788670" cy="1"/>
          </a:xfrm>
          <a:prstGeom prst="line">
            <a:avLst/>
          </a:prstGeom>
          <a:noFill/>
          <a:ln w="50800">
            <a:solidFill>
              <a:srgbClr val="169C9A"/>
            </a:solidFill>
            <a:prstDash val="solid"/>
            <a:headEnd type="none"/>
            <a:tailEnd type="none"/>
          </a:ln>
        </p:spPr>
        <p:txBody>
          <a:bodyPr/>
          <a:lstStyle/>
          <a:p>
            <a:endParaRPr lang="en-DK"/>
          </a:p>
        </p:txBody>
      </p:sp>
      <p:sp>
        <p:nvSpPr>
          <p:cNvPr id="6" name="Shape 4"/>
          <p:cNvSpPr/>
          <p:nvPr/>
        </p:nvSpPr>
        <p:spPr>
          <a:xfrm>
            <a:off x="514350" y="1611630"/>
            <a:ext cx="356616" cy="356616"/>
          </a:xfrm>
          <a:prstGeom prst="ellipse">
            <a:avLst/>
          </a:prstGeom>
          <a:solidFill>
            <a:srgbClr val="F39A3E"/>
          </a:solidFill>
          <a:ln w="12700">
            <a:solidFill>
              <a:srgbClr val="333333">
                <a:alpha val="0"/>
              </a:srgbClr>
            </a:solidFill>
            <a:prstDash val="solid"/>
          </a:ln>
        </p:spPr>
        <p:txBody>
          <a:bodyPr/>
          <a:lstStyle/>
          <a:p>
            <a:endParaRPr lang="en-DK"/>
          </a:p>
        </p:txBody>
      </p:sp>
      <p:sp>
        <p:nvSpPr>
          <p:cNvPr id="7" name="Text 5"/>
          <p:cNvSpPr/>
          <p:nvPr/>
        </p:nvSpPr>
        <p:spPr>
          <a:xfrm>
            <a:off x="514350" y="1632204"/>
            <a:ext cx="356616" cy="240030"/>
          </a:xfrm>
          <a:prstGeom prst="rect">
            <a:avLst/>
          </a:prstGeom>
          <a:noFill/>
          <a:ln/>
        </p:spPr>
        <p:txBody>
          <a:bodyPr wrap="square" lIns="0" tIns="0" rIns="0" bIns="0" rtlCol="0" anchor="ctr"/>
          <a:lstStyle/>
          <a:p>
            <a:pPr algn="ctr"/>
            <a:r>
              <a:rPr lang="en-US" sz="1050" b="1" dirty="0">
                <a:solidFill>
                  <a:srgbClr val="FFFFFF"/>
                </a:solidFill>
              </a:rPr>
              <a:t>1</a:t>
            </a:r>
            <a:endParaRPr lang="en-US" sz="1050" dirty="0"/>
          </a:p>
        </p:txBody>
      </p:sp>
      <p:sp>
        <p:nvSpPr>
          <p:cNvPr id="8" name="Text 6"/>
          <p:cNvSpPr/>
          <p:nvPr/>
        </p:nvSpPr>
        <p:spPr>
          <a:xfrm>
            <a:off x="1028700" y="1597914"/>
            <a:ext cx="7200900" cy="288036"/>
          </a:xfrm>
          <a:prstGeom prst="rect">
            <a:avLst/>
          </a:prstGeom>
          <a:noFill/>
          <a:ln/>
        </p:spPr>
        <p:txBody>
          <a:bodyPr wrap="square" lIns="0" tIns="0" rIns="0" bIns="0" rtlCol="0" anchor="ctr"/>
          <a:lstStyle/>
          <a:p>
            <a:r>
              <a:rPr lang="en-US" sz="1500" b="1" dirty="0">
                <a:solidFill>
                  <a:srgbClr val="24332D"/>
                </a:solidFill>
              </a:rPr>
              <a:t>Find </a:t>
            </a:r>
            <a:r>
              <a:rPr lang="en-US" sz="1500" b="1" dirty="0" err="1">
                <a:solidFill>
                  <a:srgbClr val="24332D"/>
                </a:solidFill>
              </a:rPr>
              <a:t>relationer</a:t>
            </a:r>
            <a:r>
              <a:rPr lang="en-US" sz="1500" b="1" dirty="0">
                <a:solidFill>
                  <a:srgbClr val="24332D"/>
                </a:solidFill>
              </a:rPr>
              <a:t> entiteter og </a:t>
            </a:r>
            <a:r>
              <a:rPr lang="en-US" sz="1500" b="1" dirty="0" err="1">
                <a:solidFill>
                  <a:srgbClr val="24332D"/>
                </a:solidFill>
              </a:rPr>
              <a:t>attributter</a:t>
            </a:r>
            <a:r>
              <a:rPr lang="en-US" sz="1500" b="1" dirty="0">
                <a:solidFill>
                  <a:srgbClr val="24332D"/>
                </a:solidFill>
              </a:rPr>
              <a:t> </a:t>
            </a:r>
            <a:endParaRPr lang="en-US" sz="1500" dirty="0"/>
          </a:p>
        </p:txBody>
      </p:sp>
      <p:sp>
        <p:nvSpPr>
          <p:cNvPr id="9" name="Shape 7"/>
          <p:cNvSpPr/>
          <p:nvPr/>
        </p:nvSpPr>
        <p:spPr>
          <a:xfrm>
            <a:off x="514350" y="2201418"/>
            <a:ext cx="356616" cy="356616"/>
          </a:xfrm>
          <a:prstGeom prst="ellipse">
            <a:avLst/>
          </a:prstGeom>
          <a:solidFill>
            <a:srgbClr val="169C9A"/>
          </a:solidFill>
          <a:ln w="12700">
            <a:solidFill>
              <a:srgbClr val="333333">
                <a:alpha val="0"/>
              </a:srgbClr>
            </a:solidFill>
            <a:prstDash val="solid"/>
          </a:ln>
        </p:spPr>
        <p:txBody>
          <a:bodyPr/>
          <a:lstStyle/>
          <a:p>
            <a:endParaRPr lang="en-DK"/>
          </a:p>
        </p:txBody>
      </p:sp>
      <p:sp>
        <p:nvSpPr>
          <p:cNvPr id="10" name="Text 8"/>
          <p:cNvSpPr/>
          <p:nvPr/>
        </p:nvSpPr>
        <p:spPr>
          <a:xfrm>
            <a:off x="514350" y="2221992"/>
            <a:ext cx="356616" cy="240030"/>
          </a:xfrm>
          <a:prstGeom prst="rect">
            <a:avLst/>
          </a:prstGeom>
          <a:noFill/>
          <a:ln/>
        </p:spPr>
        <p:txBody>
          <a:bodyPr wrap="square" lIns="0" tIns="0" rIns="0" bIns="0" rtlCol="0" anchor="ctr"/>
          <a:lstStyle/>
          <a:p>
            <a:pPr algn="ctr"/>
            <a:r>
              <a:rPr lang="en-US" sz="1050" b="1" dirty="0">
                <a:solidFill>
                  <a:srgbClr val="FFFFFF"/>
                </a:solidFill>
              </a:rPr>
              <a:t>2</a:t>
            </a:r>
            <a:endParaRPr lang="en-US" sz="1050" dirty="0"/>
          </a:p>
        </p:txBody>
      </p:sp>
      <p:sp>
        <p:nvSpPr>
          <p:cNvPr id="11" name="Text 9"/>
          <p:cNvSpPr/>
          <p:nvPr/>
        </p:nvSpPr>
        <p:spPr>
          <a:xfrm>
            <a:off x="1028700" y="2187702"/>
            <a:ext cx="7200900" cy="288036"/>
          </a:xfrm>
          <a:prstGeom prst="rect">
            <a:avLst/>
          </a:prstGeom>
          <a:noFill/>
          <a:ln/>
        </p:spPr>
        <p:txBody>
          <a:bodyPr wrap="square" lIns="0" tIns="0" rIns="0" bIns="0" rtlCol="0" anchor="ctr"/>
          <a:lstStyle/>
          <a:p>
            <a:r>
              <a:rPr lang="en-US" sz="1500" b="1" dirty="0">
                <a:solidFill>
                  <a:srgbClr val="24332D"/>
                </a:solidFill>
              </a:rPr>
              <a:t>Vælg primærnøgler og fremmednøgler</a:t>
            </a:r>
            <a:endParaRPr lang="en-US" sz="1500" dirty="0"/>
          </a:p>
        </p:txBody>
      </p:sp>
      <p:sp>
        <p:nvSpPr>
          <p:cNvPr id="12" name="Shape 10"/>
          <p:cNvSpPr/>
          <p:nvPr/>
        </p:nvSpPr>
        <p:spPr>
          <a:xfrm>
            <a:off x="514350" y="2791206"/>
            <a:ext cx="356616" cy="356616"/>
          </a:xfrm>
          <a:prstGeom prst="ellipse">
            <a:avLst/>
          </a:prstGeom>
          <a:solidFill>
            <a:srgbClr val="F39A3E"/>
          </a:solidFill>
          <a:ln w="12700">
            <a:solidFill>
              <a:srgbClr val="333333">
                <a:alpha val="0"/>
              </a:srgbClr>
            </a:solidFill>
            <a:prstDash val="solid"/>
          </a:ln>
        </p:spPr>
        <p:txBody>
          <a:bodyPr/>
          <a:lstStyle/>
          <a:p>
            <a:endParaRPr lang="en-DK"/>
          </a:p>
        </p:txBody>
      </p:sp>
      <p:sp>
        <p:nvSpPr>
          <p:cNvPr id="13" name="Text 11"/>
          <p:cNvSpPr/>
          <p:nvPr/>
        </p:nvSpPr>
        <p:spPr>
          <a:xfrm>
            <a:off x="514350" y="2811780"/>
            <a:ext cx="356616" cy="240030"/>
          </a:xfrm>
          <a:prstGeom prst="rect">
            <a:avLst/>
          </a:prstGeom>
          <a:noFill/>
          <a:ln/>
        </p:spPr>
        <p:txBody>
          <a:bodyPr wrap="square" lIns="0" tIns="0" rIns="0" bIns="0" rtlCol="0" anchor="ctr"/>
          <a:lstStyle/>
          <a:p>
            <a:pPr algn="ctr"/>
            <a:r>
              <a:rPr lang="en-US" sz="1050" b="1" dirty="0">
                <a:solidFill>
                  <a:srgbClr val="FFFFFF"/>
                </a:solidFill>
              </a:rPr>
              <a:t>3</a:t>
            </a:r>
            <a:endParaRPr lang="en-US" sz="1050" dirty="0"/>
          </a:p>
        </p:txBody>
      </p:sp>
      <p:sp>
        <p:nvSpPr>
          <p:cNvPr id="14" name="Text 12"/>
          <p:cNvSpPr/>
          <p:nvPr/>
        </p:nvSpPr>
        <p:spPr>
          <a:xfrm>
            <a:off x="1028700" y="2777490"/>
            <a:ext cx="7200900" cy="288036"/>
          </a:xfrm>
          <a:prstGeom prst="rect">
            <a:avLst/>
          </a:prstGeom>
          <a:noFill/>
          <a:ln/>
        </p:spPr>
        <p:txBody>
          <a:bodyPr wrap="square" lIns="0" tIns="0" rIns="0" bIns="0" rtlCol="0" anchor="ctr"/>
          <a:lstStyle/>
          <a:p>
            <a:r>
              <a:rPr lang="en-US" sz="1500" b="1" dirty="0">
                <a:solidFill>
                  <a:srgbClr val="24332D"/>
                </a:solidFill>
              </a:rPr>
              <a:t>Angiv kardinalitet med Crow’s Foot</a:t>
            </a:r>
            <a:endParaRPr lang="en-US" sz="1500" dirty="0"/>
          </a:p>
        </p:txBody>
      </p:sp>
      <p:sp>
        <p:nvSpPr>
          <p:cNvPr id="15" name="Shape 13"/>
          <p:cNvSpPr/>
          <p:nvPr/>
        </p:nvSpPr>
        <p:spPr>
          <a:xfrm>
            <a:off x="514350" y="3380994"/>
            <a:ext cx="356616" cy="356616"/>
          </a:xfrm>
          <a:prstGeom prst="ellipse">
            <a:avLst/>
          </a:prstGeom>
          <a:solidFill>
            <a:srgbClr val="169C9A"/>
          </a:solidFill>
          <a:ln w="12700">
            <a:solidFill>
              <a:srgbClr val="333333">
                <a:alpha val="0"/>
              </a:srgbClr>
            </a:solidFill>
            <a:prstDash val="solid"/>
          </a:ln>
        </p:spPr>
        <p:txBody>
          <a:bodyPr/>
          <a:lstStyle/>
          <a:p>
            <a:endParaRPr lang="en-DK"/>
          </a:p>
        </p:txBody>
      </p:sp>
      <p:sp>
        <p:nvSpPr>
          <p:cNvPr id="16" name="Text 14"/>
          <p:cNvSpPr/>
          <p:nvPr/>
        </p:nvSpPr>
        <p:spPr>
          <a:xfrm>
            <a:off x="514350" y="3401568"/>
            <a:ext cx="356616" cy="240030"/>
          </a:xfrm>
          <a:prstGeom prst="rect">
            <a:avLst/>
          </a:prstGeom>
          <a:noFill/>
          <a:ln/>
        </p:spPr>
        <p:txBody>
          <a:bodyPr wrap="square" lIns="0" tIns="0" rIns="0" bIns="0" rtlCol="0" anchor="ctr"/>
          <a:lstStyle/>
          <a:p>
            <a:pPr algn="ctr"/>
            <a:r>
              <a:rPr lang="en-US" sz="1050" b="1" dirty="0">
                <a:solidFill>
                  <a:srgbClr val="FFFFFF"/>
                </a:solidFill>
              </a:rPr>
              <a:t>4</a:t>
            </a:r>
            <a:endParaRPr lang="en-US" sz="1050" dirty="0"/>
          </a:p>
        </p:txBody>
      </p:sp>
      <p:sp>
        <p:nvSpPr>
          <p:cNvPr id="17" name="Text 15"/>
          <p:cNvSpPr/>
          <p:nvPr/>
        </p:nvSpPr>
        <p:spPr>
          <a:xfrm>
            <a:off x="1028700" y="3367278"/>
            <a:ext cx="7200900" cy="288036"/>
          </a:xfrm>
          <a:prstGeom prst="rect">
            <a:avLst/>
          </a:prstGeom>
          <a:noFill/>
          <a:ln/>
        </p:spPr>
        <p:txBody>
          <a:bodyPr wrap="square" lIns="0" tIns="0" rIns="0" bIns="0" rtlCol="0" anchor="ctr"/>
          <a:lstStyle/>
          <a:p>
            <a:r>
              <a:rPr lang="en-US" sz="1500" b="1" dirty="0">
                <a:solidFill>
                  <a:srgbClr val="24332D"/>
                </a:solidFill>
              </a:rPr>
              <a:t>installer MySQL Workbench</a:t>
            </a:r>
            <a:endParaRPr lang="en-US" sz="1500" dirty="0"/>
          </a:p>
        </p:txBody>
      </p:sp>
      <p:sp>
        <p:nvSpPr>
          <p:cNvPr id="25" name="Slide Number Placeholder 0"/>
          <p:cNvSpPr>
            <a:spLocks noGrp="1"/>
          </p:cNvSpPr>
          <p:nvPr>
            <p:ph type="sldNum" sz="quarter" idx="4294967295"/>
          </p:nvPr>
        </p:nvSpPr>
        <p:spPr>
          <a:xfrm>
            <a:off x="8743950" y="4855464"/>
            <a:ext cx="171450" cy="137160"/>
          </a:xfrm>
          <a:prstGeom prst="rect">
            <a:avLst/>
          </a:prstGeom>
          <a:extLst>
            <a:ext uri="{C572A759-6A51-4108-AA02-DFA0A04FC94B}">
              <ma14:wrappingTextBoxFlag xmlns:ma14="http://schemas.microsoft.com/office/mac/drawingml/2011/main" xmlns="" val="0"/>
            </a:ext>
          </a:extLst>
        </p:spPr>
        <p:txBody>
          <a:bodyPr/>
          <a:lstStyle>
            <a:lvl1pPr>
              <a:defRPr sz="600">
                <a:solidFill>
                  <a:srgbClr val="66756E"/>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38A316D-47B6-76F9-F717-15AB34795D7A}"/>
              </a:ext>
            </a:extLst>
          </p:cNvPr>
          <p:cNvSpPr>
            <a:spLocks noGrp="1"/>
          </p:cNvSpPr>
          <p:nvPr>
            <p:ph type="title"/>
          </p:nvPr>
        </p:nvSpPr>
        <p:spPr>
          <a:xfrm>
            <a:off x="459486" y="411480"/>
            <a:ext cx="8055864" cy="849194"/>
          </a:xfrm>
        </p:spPr>
        <p:txBody>
          <a:bodyPr vert="horz" lIns="91440" tIns="45720" rIns="91440" bIns="45720" rtlCol="0" anchor="t">
            <a:normAutofit/>
          </a:bodyPr>
          <a:lstStyle>
            <a:defPPr rtl="0">
              <a:defRPr lang="da-DK"/>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defTabSz="914400"/>
            <a:r>
              <a:rPr lang="en-US" sz="3300" b="1" kern="1200">
                <a:latin typeface="+mj-lt"/>
                <a:ea typeface="+mj-ea"/>
                <a:cs typeface="+mj-cs"/>
              </a:rPr>
              <a:t>Historien om relationsdatamodellen</a:t>
            </a:r>
          </a:p>
        </p:txBody>
      </p:sp>
      <p:sp>
        <p:nvSpPr>
          <p:cNvPr id="5" name="TextBox 4">
            <a:extLst>
              <a:ext uri="{FF2B5EF4-FFF2-40B4-BE49-F238E27FC236}">
                <a16:creationId xmlns:a16="http://schemas.microsoft.com/office/drawing/2014/main" id="{D8C1CB13-E4AE-4CC6-8B67-AD7CDB27841A}"/>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59486" y="1369219"/>
            <a:ext cx="3886200" cy="3263504"/>
          </a:xfrm>
          <a:prstGeom prst="rect">
            <a:avLst/>
          </a:prstGeom>
        </p:spPr>
        <p:txBody>
          <a:bodyPr anchor="t">
            <a:normAutofit/>
          </a:bodyPr>
          <a:lstStyle>
            <a:defPPr rtl="0">
              <a:defRPr lang="da-DK"/>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defTabSz="914400">
              <a:lnSpc>
                <a:spcPct val="90000"/>
              </a:lnSpc>
              <a:spcBef>
                <a:spcPts val="2500"/>
              </a:spcBef>
              <a:spcAft>
                <a:spcPts val="450"/>
              </a:spcAft>
              <a:buFont typeface="Arial" panose="020B0604020202020204" pitchFamily="34" charset="0"/>
              <a:buNone/>
            </a:pPr>
            <a:r>
              <a:rPr lang="en-GB" sz="1300" b="1"/>
              <a:t>Introduktion af datamodellen</a:t>
            </a:r>
          </a:p>
          <a:p>
            <a:pPr marL="0" lvl="1" indent="0" defTabSz="914400">
              <a:lnSpc>
                <a:spcPct val="90000"/>
              </a:lnSpc>
              <a:spcBef>
                <a:spcPts val="1000"/>
              </a:spcBef>
              <a:spcAft>
                <a:spcPts val="450"/>
              </a:spcAft>
              <a:buFont typeface="Arial" panose="020B0604020202020204" pitchFamily="34" charset="0"/>
              <a:buNone/>
            </a:pPr>
            <a:r>
              <a:rPr lang="en-GB" sz="1300"/>
              <a:t>E.F. Codd introducerede relationsdatamodellen i 1970@IBM , hvilket revolutionerede dataorganisation.</a:t>
            </a:r>
          </a:p>
          <a:p>
            <a:pPr marL="0" indent="0" defTabSz="914400">
              <a:lnSpc>
                <a:spcPct val="90000"/>
              </a:lnSpc>
              <a:spcBef>
                <a:spcPts val="2500"/>
              </a:spcBef>
              <a:spcAft>
                <a:spcPts val="450"/>
              </a:spcAft>
              <a:buFont typeface="Arial" panose="020B0604020202020204" pitchFamily="34" charset="0"/>
              <a:buNone/>
            </a:pPr>
            <a:r>
              <a:rPr lang="en-GB" sz="1300" b="1"/>
              <a:t>Grundlag for moderne databaser</a:t>
            </a:r>
          </a:p>
          <a:p>
            <a:pPr marL="0" lvl="1" indent="0" defTabSz="914400">
              <a:lnSpc>
                <a:spcPct val="90000"/>
              </a:lnSpc>
              <a:spcBef>
                <a:spcPts val="1000"/>
              </a:spcBef>
              <a:spcAft>
                <a:spcPts val="450"/>
              </a:spcAft>
              <a:buFont typeface="Arial" panose="020B0604020202020204" pitchFamily="34" charset="0"/>
              <a:buNone/>
            </a:pPr>
            <a:r>
              <a:rPr lang="en-GB" sz="1300"/>
              <a:t>Codds model lagde fundamentet for moderne databaser og effektiv datahåndtering.</a:t>
            </a:r>
          </a:p>
          <a:p>
            <a:pPr marL="0" indent="0" defTabSz="914400">
              <a:lnSpc>
                <a:spcPct val="90000"/>
              </a:lnSpc>
              <a:spcBef>
                <a:spcPts val="2500"/>
              </a:spcBef>
              <a:spcAft>
                <a:spcPts val="450"/>
              </a:spcAft>
              <a:buFont typeface="Arial" panose="020B0604020202020204" pitchFamily="34" charset="0"/>
              <a:buNone/>
            </a:pPr>
            <a:r>
              <a:rPr lang="en-GB" sz="1300" b="1"/>
              <a:t>Udvikling af forespørgselssprog</a:t>
            </a:r>
          </a:p>
          <a:p>
            <a:pPr marL="0" lvl="1" indent="0" defTabSz="914400">
              <a:lnSpc>
                <a:spcPct val="90000"/>
              </a:lnSpc>
              <a:spcBef>
                <a:spcPts val="1000"/>
              </a:spcBef>
              <a:spcAft>
                <a:spcPts val="450"/>
              </a:spcAft>
              <a:buFont typeface="Arial" panose="020B0604020202020204" pitchFamily="34" charset="0"/>
              <a:buNone/>
            </a:pPr>
            <a:r>
              <a:rPr lang="en-GB" sz="1300"/>
              <a:t>Codd beskrev teoretiske forespørgselssprog, der senere førte til udviklingen af SQL.</a:t>
            </a:r>
          </a:p>
        </p:txBody>
      </p:sp>
      <p:pic>
        <p:nvPicPr>
          <p:cNvPr id="7" name="Picture 6" descr="1970's IBM vintage computer promotional film (original upload) IBM  Mainframe, RAMAC">
            <a:extLst>
              <a:ext uri="{FF2B5EF4-FFF2-40B4-BE49-F238E27FC236}">
                <a16:creationId xmlns:a16="http://schemas.microsoft.com/office/drawing/2014/main" id="{99082898-AA64-A55F-C129-3F4B79A7C300}"/>
              </a:ext>
            </a:extLst>
          </p:cNvPr>
          <p:cNvPicPr>
            <a:picLocks noChangeAspect="1"/>
          </p:cNvPicPr>
          <p:nvPr/>
        </p:nvPicPr>
        <p:blipFill>
          <a:blip r:embed="rId3"/>
          <a:srcRect l="7873" r="2814" b="-3"/>
          <a:stretch>
            <a:fillRect/>
          </a:stretch>
        </p:blipFill>
        <p:spPr>
          <a:xfrm>
            <a:off x="4629150" y="1369219"/>
            <a:ext cx="3886200" cy="3263504"/>
          </a:xfrm>
          <a:prstGeom prst="rect">
            <a:avLst/>
          </a:prstGeom>
          <a:noFill/>
        </p:spPr>
      </p:pic>
      <p:sp>
        <p:nvSpPr>
          <p:cNvPr id="12" name="Date Placeholder 4">
            <a:extLst>
              <a:ext uri="{FF2B5EF4-FFF2-40B4-BE49-F238E27FC236}">
                <a16:creationId xmlns:a16="http://schemas.microsoft.com/office/drawing/2014/main" id="{F9E58650-1DC5-4DFB-3172-1E96F1AF39E7}"/>
              </a:ext>
            </a:extLst>
          </p:cNvPr>
          <p:cNvSpPr>
            <a:spLocks noGrp="1"/>
          </p:cNvSpPr>
          <p:nvPr>
            <p:ph type="dt" sz="half" idx="10"/>
          </p:nvPr>
        </p:nvSpPr>
        <p:spPr>
          <a:xfrm>
            <a:off x="102870" y="4839752"/>
            <a:ext cx="2620736" cy="273844"/>
          </a:xfrm>
        </p:spPr>
        <p:txBody>
          <a:bodyPr/>
          <a:lstStyle/>
          <a:p>
            <a:pPr>
              <a:spcAft>
                <a:spcPts val="600"/>
              </a:spcAft>
            </a:pPr>
            <a:fld id="{CF3D9D0A-1241-4DB4-A575-4BFA03753C41}" type="datetime1">
              <a:rPr lang="en-US" smtClean="0"/>
              <a:pPr>
                <a:spcAft>
                  <a:spcPts val="600"/>
                </a:spcAft>
              </a:pPr>
              <a:t>10/28/26</a:t>
            </a:fld>
            <a:endParaRPr lang="en-US"/>
          </a:p>
        </p:txBody>
      </p:sp>
      <p:sp>
        <p:nvSpPr>
          <p:cNvPr id="14" name="Footer Placeholder 5">
            <a:extLst>
              <a:ext uri="{FF2B5EF4-FFF2-40B4-BE49-F238E27FC236}">
                <a16:creationId xmlns:a16="http://schemas.microsoft.com/office/drawing/2014/main" id="{8CBE0975-F0B2-D149-AA14-2E57876ADACF}"/>
              </a:ext>
            </a:extLst>
          </p:cNvPr>
          <p:cNvSpPr>
            <a:spLocks noGrp="1"/>
          </p:cNvSpPr>
          <p:nvPr>
            <p:ph type="ftr" sz="quarter" idx="11"/>
          </p:nvPr>
        </p:nvSpPr>
        <p:spPr>
          <a:xfrm>
            <a:off x="6657391" y="4839752"/>
            <a:ext cx="2104054" cy="273844"/>
          </a:xfrm>
        </p:spPr>
        <p:txBody>
          <a:bodyPr/>
          <a:lstStyle/>
          <a:p>
            <a:pPr>
              <a:spcAft>
                <a:spcPts val="600"/>
              </a:spcAft>
            </a:pPr>
            <a:r>
              <a:rPr lang="en-US"/>
              <a:t>
              </a:t>
            </a:r>
          </a:p>
        </p:txBody>
      </p:sp>
      <p:sp>
        <p:nvSpPr>
          <p:cNvPr id="16" name="Slide Number Placeholder 6">
            <a:extLst>
              <a:ext uri="{FF2B5EF4-FFF2-40B4-BE49-F238E27FC236}">
                <a16:creationId xmlns:a16="http://schemas.microsoft.com/office/drawing/2014/main" id="{17780D3E-8C90-3E24-1011-7FCE9F3E950E}"/>
              </a:ext>
            </a:extLst>
          </p:cNvPr>
          <p:cNvSpPr>
            <a:spLocks noGrp="1"/>
          </p:cNvSpPr>
          <p:nvPr>
            <p:ph type="sldNum" sz="quarter" idx="12"/>
          </p:nvPr>
        </p:nvSpPr>
        <p:spPr>
          <a:xfrm>
            <a:off x="8724122" y="4839752"/>
            <a:ext cx="321905" cy="273844"/>
          </a:xfrm>
        </p:spPr>
        <p:txBody>
          <a:bodyPr/>
          <a:lstStyle/>
          <a:p>
            <a:pPr>
              <a:spcAft>
                <a:spcPts val="600"/>
              </a:spcAft>
            </a:pPr>
            <a:fld id="{CC057153-B650-4DEB-B370-79DDCFDCE934}" type="slidenum">
              <a:rPr lang="en-US" smtClean="0"/>
              <a:pPr>
                <a:spcAft>
                  <a:spcPts val="600"/>
                </a:spcAft>
              </a:pPr>
              <a:t>14</a:t>
            </a:fld>
            <a:endParaRPr lang="en-US"/>
          </a:p>
        </p:txBody>
      </p:sp>
    </p:spTree>
    <p:extLst>
      <p:ext uri="{BB962C8B-B14F-4D97-AF65-F5344CB8AC3E}">
        <p14:creationId xmlns:p14="http://schemas.microsoft.com/office/powerpoint/2010/main" val="4878788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D76771-F4BA-2FDD-1A0B-3C1F6D6B3D50}"/>
              </a:ext>
            </a:extLst>
          </p:cNvPr>
          <p:cNvSpPr>
            <a:spLocks noGrp="1"/>
          </p:cNvSpPr>
          <p:nvPr>
            <p:ph type="title"/>
          </p:nvPr>
        </p:nvSpPr>
        <p:spPr/>
        <p:txBody>
          <a:bodyPr/>
          <a:lstStyle/>
          <a:p>
            <a:endParaRPr lang="en-US"/>
          </a:p>
        </p:txBody>
      </p:sp>
      <p:pic>
        <p:nvPicPr>
          <p:cNvPr id="4" name="Picture 3" descr="Database solutions Basic terminology Marzena Nowakowska Faculty of  Management and Computer Modelling Kielce University of Technology rooms:  3.21 C, ppt download">
            <a:extLst>
              <a:ext uri="{FF2B5EF4-FFF2-40B4-BE49-F238E27FC236}">
                <a16:creationId xmlns:a16="http://schemas.microsoft.com/office/drawing/2014/main" id="{CE0EC533-4555-177C-532E-7AF53F240652}"/>
              </a:ext>
            </a:extLst>
          </p:cNvPr>
          <p:cNvPicPr>
            <a:picLocks noChangeAspect="1"/>
          </p:cNvPicPr>
          <p:nvPr/>
        </p:nvPicPr>
        <p:blipFill>
          <a:blip r:embed="rId3"/>
          <a:stretch>
            <a:fillRect/>
          </a:stretch>
        </p:blipFill>
        <p:spPr>
          <a:xfrm>
            <a:off x="754166" y="122312"/>
            <a:ext cx="6011966" cy="4503633"/>
          </a:xfrm>
          <a:prstGeom prst="rect">
            <a:avLst/>
          </a:prstGeom>
        </p:spPr>
      </p:pic>
      <p:sp>
        <p:nvSpPr>
          <p:cNvPr id="5" name="TextBox 4">
            <a:extLst>
              <a:ext uri="{FF2B5EF4-FFF2-40B4-BE49-F238E27FC236}">
                <a16:creationId xmlns:a16="http://schemas.microsoft.com/office/drawing/2014/main" id="{42A98C13-63CA-7B9A-4063-C6EE0FEA5183}"/>
              </a:ext>
            </a:extLst>
          </p:cNvPr>
          <p:cNvSpPr txBox="1"/>
          <p:nvPr/>
        </p:nvSpPr>
        <p:spPr>
          <a:xfrm>
            <a:off x="985971" y="4742916"/>
            <a:ext cx="975609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t>Source: https://slideplayer.com/slide/14794339/90/images/10/Database+terminology+I.jpg</a:t>
            </a:r>
          </a:p>
        </p:txBody>
      </p:sp>
    </p:spTree>
    <p:extLst>
      <p:ext uri="{BB962C8B-B14F-4D97-AF65-F5344CB8AC3E}">
        <p14:creationId xmlns:p14="http://schemas.microsoft.com/office/powerpoint/2010/main" val="10116984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6370" name="Rectangle 2">
            <a:extLst>
              <a:ext uri="{FF2B5EF4-FFF2-40B4-BE49-F238E27FC236}">
                <a16:creationId xmlns:a16="http://schemas.microsoft.com/office/drawing/2014/main" id="{C05E072C-62E1-9462-0799-1F210C3BFE6E}"/>
              </a:ext>
            </a:extLst>
          </p:cNvPr>
          <p:cNvSpPr>
            <a:spLocks noGrp="1" noChangeArrowheads="1"/>
          </p:cNvSpPr>
          <p:nvPr>
            <p:ph type="title"/>
          </p:nvPr>
        </p:nvSpPr>
        <p:spPr>
          <a:xfrm>
            <a:off x="476559" y="172641"/>
            <a:ext cx="7434834" cy="616744"/>
          </a:xfrm>
        </p:spPr>
        <p:txBody>
          <a:bodyPr lIns="67866" tIns="33338" rIns="67866" bIns="33338">
            <a:normAutofit fontScale="90000"/>
          </a:bodyPr>
          <a:lstStyle/>
          <a:p>
            <a:r>
              <a:rPr lang="en-GB" dirty="0" err="1"/>
              <a:t>Terminologi</a:t>
            </a:r>
            <a:r>
              <a:rPr lang="en-GB" dirty="0"/>
              <a:t> </a:t>
            </a:r>
            <a:r>
              <a:rPr lang="en-GB" dirty="0" err="1"/>
              <a:t>i</a:t>
            </a:r>
            <a:r>
              <a:rPr lang="en-GB" dirty="0"/>
              <a:t> den </a:t>
            </a:r>
            <a:r>
              <a:rPr lang="en-GB" dirty="0" err="1"/>
              <a:t>relationelle</a:t>
            </a:r>
            <a:r>
              <a:rPr lang="en-GB" dirty="0"/>
              <a:t> model </a:t>
            </a:r>
            <a:br>
              <a:rPr lang="en-GB" dirty="0"/>
            </a:br>
            <a:r>
              <a:rPr lang="en-GB" dirty="0"/>
              <a:t>( </a:t>
            </a:r>
            <a:r>
              <a:rPr lang="en-GB" dirty="0" err="1"/>
              <a:t>firma</a:t>
            </a:r>
            <a:r>
              <a:rPr lang="en-GB" dirty="0"/>
              <a:t> branch </a:t>
            </a:r>
            <a:r>
              <a:rPr lang="en-GB" dirty="0" err="1"/>
              <a:t>og</a:t>
            </a:r>
            <a:r>
              <a:rPr lang="en-GB" dirty="0"/>
              <a:t> </a:t>
            </a:r>
            <a:r>
              <a:rPr lang="en-GB" dirty="0" err="1"/>
              <a:t>medarbejde</a:t>
            </a:r>
            <a:r>
              <a:rPr lang="en-GB" dirty="0"/>
              <a:t>)</a:t>
            </a:r>
          </a:p>
        </p:txBody>
      </p:sp>
      <p:sp>
        <p:nvSpPr>
          <p:cNvPr id="32771" name="Slide Number Placeholder 3">
            <a:extLst>
              <a:ext uri="{FF2B5EF4-FFF2-40B4-BE49-F238E27FC236}">
                <a16:creationId xmlns:a16="http://schemas.microsoft.com/office/drawing/2014/main" id="{EDB8E46A-2E38-BF1F-3744-EB27F6B8034C}"/>
              </a:ext>
            </a:extLst>
          </p:cNvPr>
          <p:cNvSpPr txBox="1">
            <a:spLocks/>
          </p:cNvSpPr>
          <p:nvPr/>
        </p:nvSpPr>
        <p:spPr bwMode="auto">
          <a:xfrm>
            <a:off x="7483078" y="4798219"/>
            <a:ext cx="517922" cy="273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fld id="{F24AA01C-33D5-724C-A804-62648338F2ED}" type="slidenum">
              <a:rPr lang="en-GB" altLang="en-US" sz="1350"/>
              <a:pPr algn="ctr"/>
              <a:t>16</a:t>
            </a:fld>
            <a:endParaRPr lang="en-GB" altLang="en-US" sz="1350"/>
          </a:p>
        </p:txBody>
      </p:sp>
      <p:pic>
        <p:nvPicPr>
          <p:cNvPr id="32772" name="Picture 4" descr="C03NF01">
            <a:extLst>
              <a:ext uri="{FF2B5EF4-FFF2-40B4-BE49-F238E27FC236}">
                <a16:creationId xmlns:a16="http://schemas.microsoft.com/office/drawing/2014/main" id="{3A4542B9-465B-D70F-9CDB-1D4CD51F6F7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0404" y="1286341"/>
            <a:ext cx="3749279" cy="32808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p:wipe dir="d"/>
  </p:transition>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571500" y="620093"/>
            <a:ext cx="0" cy="685800"/>
          </a:xfrm>
          <a:custGeom>
            <a:avLst/>
            <a:gdLst/>
            <a:ahLst/>
            <a:cxnLst/>
            <a:rect l="l" t="t" r="r" b="b"/>
            <a:pathLst>
              <a:path h="685800">
                <a:moveTo>
                  <a:pt x="0" y="685450"/>
                </a:moveTo>
                <a:lnTo>
                  <a:pt x="0" y="0"/>
                </a:lnTo>
              </a:path>
            </a:pathLst>
          </a:custGeom>
          <a:ln w="19040">
            <a:solidFill>
              <a:srgbClr val="1CADE4"/>
            </a:solidFill>
          </a:ln>
        </p:spPr>
        <p:txBody>
          <a:bodyPr wrap="square" lIns="0" tIns="0" rIns="0" bIns="0" rtlCol="0"/>
          <a:lstStyle/>
          <a:p>
            <a:endParaRPr/>
          </a:p>
        </p:txBody>
      </p:sp>
      <p:sp>
        <p:nvSpPr>
          <p:cNvPr id="3" name="object 3"/>
          <p:cNvSpPr txBox="1">
            <a:spLocks noGrp="1"/>
          </p:cNvSpPr>
          <p:nvPr>
            <p:ph type="title"/>
          </p:nvPr>
        </p:nvSpPr>
        <p:spPr>
          <a:xfrm>
            <a:off x="535924" y="319532"/>
            <a:ext cx="7268209" cy="1120820"/>
          </a:xfrm>
          <a:prstGeom prst="rect">
            <a:avLst/>
          </a:prstGeom>
        </p:spPr>
        <p:txBody>
          <a:bodyPr vert="horz" wrap="square" lIns="0" tIns="12700" rIns="0" bIns="0" rtlCol="0">
            <a:spAutoFit/>
          </a:bodyPr>
          <a:lstStyle/>
          <a:p>
            <a:pPr marL="12700">
              <a:lnSpc>
                <a:spcPct val="100000"/>
              </a:lnSpc>
              <a:spcBef>
                <a:spcPts val="100"/>
              </a:spcBef>
            </a:pPr>
            <a:r>
              <a:rPr lang="en-GB" err="1"/>
              <a:t>Relationsdatabase</a:t>
            </a:r>
            <a:br>
              <a:rPr lang="en-GB"/>
            </a:br>
            <a:endParaRPr sz="3600"/>
          </a:p>
        </p:txBody>
      </p:sp>
      <p:sp>
        <p:nvSpPr>
          <p:cNvPr id="7" name="TextBox 6">
            <a:extLst>
              <a:ext uri="{FF2B5EF4-FFF2-40B4-BE49-F238E27FC236}">
                <a16:creationId xmlns:a16="http://schemas.microsoft.com/office/drawing/2014/main" id="{B954C400-E702-3C42-4072-1CB01F9275A9}"/>
              </a:ext>
            </a:extLst>
          </p:cNvPr>
          <p:cNvSpPr txBox="1"/>
          <p:nvPr/>
        </p:nvSpPr>
        <p:spPr>
          <a:xfrm>
            <a:off x="1371600" y="1581150"/>
            <a:ext cx="6172200" cy="923330"/>
          </a:xfrm>
          <a:prstGeom prst="rect">
            <a:avLst/>
          </a:prstGeom>
          <a:noFill/>
        </p:spPr>
        <p:txBody>
          <a:bodyPr wrap="square" rtlCol="0">
            <a:spAutoFit/>
          </a:bodyPr>
          <a:lstStyle/>
          <a:p>
            <a:r>
              <a:rPr lang="en-GB"/>
              <a:t>En </a:t>
            </a:r>
            <a:r>
              <a:rPr lang="en-GB" err="1"/>
              <a:t>relationsdatabase</a:t>
            </a:r>
            <a:r>
              <a:rPr lang="en-GB"/>
              <a:t> er </a:t>
            </a:r>
            <a:r>
              <a:rPr lang="en-GB" err="1"/>
              <a:t>en</a:t>
            </a:r>
            <a:r>
              <a:rPr lang="en-GB"/>
              <a:t> </a:t>
            </a:r>
            <a:r>
              <a:rPr lang="en-GB" err="1"/>
              <a:t>samling</a:t>
            </a:r>
            <a:r>
              <a:rPr lang="en-GB"/>
              <a:t> </a:t>
            </a:r>
            <a:r>
              <a:rPr lang="en-GB" err="1"/>
              <a:t>af</a:t>
            </a:r>
            <a:r>
              <a:rPr lang="en-GB"/>
              <a:t> </a:t>
            </a:r>
            <a:r>
              <a:rPr lang="en-GB" err="1"/>
              <a:t>strukturerede</a:t>
            </a:r>
            <a:r>
              <a:rPr lang="en-GB"/>
              <a:t> data </a:t>
            </a:r>
            <a:r>
              <a:rPr lang="en-GB" err="1"/>
              <a:t>organiseret</a:t>
            </a:r>
            <a:r>
              <a:rPr lang="en-GB"/>
              <a:t> </a:t>
            </a:r>
            <a:r>
              <a:rPr lang="en-GB" err="1"/>
              <a:t>i</a:t>
            </a:r>
            <a:r>
              <a:rPr lang="en-GB"/>
              <a:t> </a:t>
            </a:r>
            <a:r>
              <a:rPr lang="en-GB" err="1"/>
              <a:t>tabeller</a:t>
            </a:r>
            <a:r>
              <a:rPr lang="en-GB"/>
              <a:t>, </a:t>
            </a:r>
            <a:r>
              <a:rPr lang="en-GB" err="1"/>
              <a:t>hvor</a:t>
            </a:r>
            <a:r>
              <a:rPr lang="en-GB"/>
              <a:t> </a:t>
            </a:r>
            <a:r>
              <a:rPr lang="en-GB" err="1"/>
              <a:t>hver</a:t>
            </a:r>
            <a:r>
              <a:rPr lang="en-GB"/>
              <a:t> </a:t>
            </a:r>
            <a:r>
              <a:rPr lang="en-GB" err="1"/>
              <a:t>tabel</a:t>
            </a:r>
            <a:r>
              <a:rPr lang="en-GB"/>
              <a:t> </a:t>
            </a:r>
            <a:r>
              <a:rPr lang="en-GB" err="1"/>
              <a:t>repræsenterer</a:t>
            </a:r>
            <a:r>
              <a:rPr lang="en-GB"/>
              <a:t> </a:t>
            </a:r>
            <a:r>
              <a:rPr lang="en-GB" err="1"/>
              <a:t>en</a:t>
            </a:r>
            <a:r>
              <a:rPr lang="en-GB"/>
              <a:t> </a:t>
            </a:r>
            <a:r>
              <a:rPr lang="en-GB" err="1"/>
              <a:t>specifik</a:t>
            </a:r>
            <a:r>
              <a:rPr lang="en-GB"/>
              <a:t> </a:t>
            </a:r>
            <a:r>
              <a:rPr lang="en-GB" err="1"/>
              <a:t>entitet</a:t>
            </a:r>
            <a:r>
              <a:rPr lang="en-GB"/>
              <a:t> </a:t>
            </a:r>
            <a:r>
              <a:rPr lang="en-GB" err="1"/>
              <a:t>eller</a:t>
            </a:r>
            <a:r>
              <a:rPr lang="en-GB"/>
              <a:t> relation.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F7898077-1230-7C1D-80EE-ACCA8EFA2A9E}"/>
              </a:ext>
            </a:extLst>
          </p:cNvPr>
          <p:cNvSpPr>
            <a:spLocks noGrp="1"/>
          </p:cNvSpPr>
          <p:nvPr>
            <p:ph type="dt" sz="half" idx="10"/>
          </p:nvPr>
        </p:nvSpPr>
        <p:spPr>
          <a:xfrm>
            <a:off x="102870" y="4839752"/>
            <a:ext cx="2620736" cy="273844"/>
          </a:xfrm>
        </p:spPr>
        <p:txBody>
          <a:bodyPr vert="horz" lIns="91440" tIns="45720" rIns="91440" bIns="45720" rtlCol="0" anchor="ctr">
            <a:normAutofit/>
          </a:bodyPr>
          <a:lstStyle/>
          <a:p>
            <a:pPr>
              <a:lnSpc>
                <a:spcPct val="90000"/>
              </a:lnSpc>
              <a:spcAft>
                <a:spcPts val="600"/>
              </a:spcAft>
            </a:pPr>
            <a:fld id="{1C515C67-D042-4C41-9332-30F176E415FD}" type="datetime1">
              <a:rPr lang="en-US" sz="1200"/>
              <a:pPr>
                <a:lnSpc>
                  <a:spcPct val="90000"/>
                </a:lnSpc>
                <a:spcAft>
                  <a:spcPts val="600"/>
                </a:spcAft>
              </a:pPr>
              <a:t>10/28/26</a:t>
            </a:fld>
            <a:endParaRPr lang="en-US" sz="1200"/>
          </a:p>
        </p:txBody>
      </p:sp>
      <p:sp>
        <p:nvSpPr>
          <p:cNvPr id="5" name="Footer Placeholder 4">
            <a:extLst>
              <a:ext uri="{FF2B5EF4-FFF2-40B4-BE49-F238E27FC236}">
                <a16:creationId xmlns:a16="http://schemas.microsoft.com/office/drawing/2014/main" id="{4F3257BF-AFA9-2DD2-7124-12CBEAAF1462}"/>
              </a:ext>
            </a:extLst>
          </p:cNvPr>
          <p:cNvSpPr>
            <a:spLocks noGrp="1"/>
          </p:cNvSpPr>
          <p:nvPr>
            <p:ph type="ftr" sz="quarter" idx="11"/>
          </p:nvPr>
        </p:nvSpPr>
        <p:spPr>
          <a:xfrm>
            <a:off x="6657391" y="4839752"/>
            <a:ext cx="2104054" cy="273844"/>
          </a:xfrm>
        </p:spPr>
        <p:txBody>
          <a:bodyPr vert="horz" lIns="91440" tIns="45720" rIns="91440" bIns="45720" rtlCol="0" anchor="ctr">
            <a:normAutofit lnSpcReduction="10000"/>
          </a:bodyPr>
          <a:lstStyle/>
          <a:p>
            <a:pPr>
              <a:lnSpc>
                <a:spcPct val="90000"/>
              </a:lnSpc>
              <a:spcAft>
                <a:spcPts val="600"/>
              </a:spcAft>
            </a:pPr>
            <a:r>
              <a:rPr lang="en-US" sz="400"/>
              <a:t>
              </a:t>
            </a:r>
          </a:p>
        </p:txBody>
      </p:sp>
      <p:sp>
        <p:nvSpPr>
          <p:cNvPr id="6" name="Slide Number Placeholder 5">
            <a:extLst>
              <a:ext uri="{FF2B5EF4-FFF2-40B4-BE49-F238E27FC236}">
                <a16:creationId xmlns:a16="http://schemas.microsoft.com/office/drawing/2014/main" id="{00E00976-8E03-CA2B-C196-B08D06E63114}"/>
              </a:ext>
            </a:extLst>
          </p:cNvPr>
          <p:cNvSpPr>
            <a:spLocks noGrp="1"/>
          </p:cNvSpPr>
          <p:nvPr>
            <p:ph type="sldNum" sz="quarter" idx="12"/>
          </p:nvPr>
        </p:nvSpPr>
        <p:spPr>
          <a:xfrm>
            <a:off x="8724122" y="4839752"/>
            <a:ext cx="321905" cy="273844"/>
          </a:xfrm>
        </p:spPr>
        <p:txBody>
          <a:bodyPr vert="horz" lIns="91440" tIns="45720" rIns="91440" bIns="45720" rtlCol="0" anchor="ctr">
            <a:normAutofit fontScale="77500" lnSpcReduction="20000"/>
          </a:bodyPr>
          <a:lstStyle/>
          <a:p>
            <a:pPr>
              <a:lnSpc>
                <a:spcPct val="90000"/>
              </a:lnSpc>
              <a:spcAft>
                <a:spcPts val="600"/>
              </a:spcAft>
            </a:pPr>
            <a:fld id="{CC057153-B650-4DEB-B370-79DDCFDCE934}" type="slidenum">
              <a:rPr lang="en-US" sz="1200"/>
              <a:pPr>
                <a:lnSpc>
                  <a:spcPct val="90000"/>
                </a:lnSpc>
                <a:spcAft>
                  <a:spcPts val="600"/>
                </a:spcAft>
              </a:pPr>
              <a:t>18</a:t>
            </a:fld>
            <a:endParaRPr lang="en-US" sz="1200"/>
          </a:p>
        </p:txBody>
      </p:sp>
      <p:graphicFrame>
        <p:nvGraphicFramePr>
          <p:cNvPr id="7" name="Table 6">
            <a:extLst>
              <a:ext uri="{FF2B5EF4-FFF2-40B4-BE49-F238E27FC236}">
                <a16:creationId xmlns:a16="http://schemas.microsoft.com/office/drawing/2014/main" id="{22854FEB-9055-FF28-29F0-C13864F5FB68}"/>
              </a:ext>
            </a:extLst>
          </p:cNvPr>
          <p:cNvGraphicFramePr>
            <a:graphicFrameLocks noGrp="1"/>
          </p:cNvGraphicFramePr>
          <p:nvPr>
            <p:extLst>
              <p:ext uri="{D42A27DB-BD31-4B8C-83A1-F6EECF244321}">
                <p14:modId xmlns:p14="http://schemas.microsoft.com/office/powerpoint/2010/main" val="683111933"/>
              </p:ext>
            </p:extLst>
          </p:nvPr>
        </p:nvGraphicFramePr>
        <p:xfrm>
          <a:off x="733936" y="714736"/>
          <a:ext cx="7990186" cy="3403769"/>
        </p:xfrm>
        <a:graphic>
          <a:graphicData uri="http://schemas.openxmlformats.org/drawingml/2006/table">
            <a:tbl>
              <a:tblPr>
                <a:solidFill>
                  <a:schemeClr val="bg1"/>
                </a:solidFill>
                <a:tableStyleId>{5C22544A-7EE6-4342-B048-85BDC9FD1C3A}</a:tableStyleId>
              </a:tblPr>
              <a:tblGrid>
                <a:gridCol w="1695939">
                  <a:extLst>
                    <a:ext uri="{9D8B030D-6E8A-4147-A177-3AD203B41FA5}">
                      <a16:colId xmlns:a16="http://schemas.microsoft.com/office/drawing/2014/main" val="44471926"/>
                    </a:ext>
                  </a:extLst>
                </a:gridCol>
                <a:gridCol w="3213612">
                  <a:extLst>
                    <a:ext uri="{9D8B030D-6E8A-4147-A177-3AD203B41FA5}">
                      <a16:colId xmlns:a16="http://schemas.microsoft.com/office/drawing/2014/main" val="1872052338"/>
                    </a:ext>
                  </a:extLst>
                </a:gridCol>
                <a:gridCol w="3080635">
                  <a:extLst>
                    <a:ext uri="{9D8B030D-6E8A-4147-A177-3AD203B41FA5}">
                      <a16:colId xmlns:a16="http://schemas.microsoft.com/office/drawing/2014/main" val="1880710357"/>
                    </a:ext>
                  </a:extLst>
                </a:gridCol>
              </a:tblGrid>
              <a:tr h="326631">
                <a:tc>
                  <a:txBody>
                    <a:bodyPr/>
                    <a:lstStyle/>
                    <a:p>
                      <a:pPr>
                        <a:buNone/>
                      </a:pPr>
                      <a:endParaRPr lang="en-DK" sz="1100" cap="none" spc="0">
                        <a:solidFill>
                          <a:schemeClr val="tx1"/>
                        </a:solidFill>
                      </a:endParaRPr>
                    </a:p>
                  </a:txBody>
                  <a:tcPr marL="89708" marR="44013" marT="69006" marB="69006" anchor="ctr">
                    <a:lnL w="19050" cap="flat" cmpd="sng" algn="ctr">
                      <a:solidFill>
                        <a:schemeClr val="tx1"/>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6350" cap="flat" cmpd="sng" algn="ctr">
                      <a:solidFill>
                        <a:schemeClr val="tx1">
                          <a:lumMod val="50000"/>
                          <a:lumOff val="50000"/>
                        </a:schemeClr>
                      </a:solidFill>
                      <a:prstDash val="solid"/>
                    </a:lnB>
                    <a:noFill/>
                  </a:tcPr>
                </a:tc>
                <a:tc>
                  <a:txBody>
                    <a:bodyPr/>
                    <a:lstStyle/>
                    <a:p>
                      <a:pPr>
                        <a:buNone/>
                      </a:pPr>
                      <a:r>
                        <a:rPr lang="en-DK" sz="1100" b="1" cap="none" spc="0">
                          <a:solidFill>
                            <a:schemeClr val="tx1"/>
                          </a:solidFill>
                        </a:rPr>
                        <a:t>Relationel database (fx MySQL)</a:t>
                      </a:r>
                    </a:p>
                  </a:txBody>
                  <a:tcPr marL="89708" marR="44013" marT="69006" marB="69006"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6350" cap="flat" cmpd="sng" algn="ctr">
                      <a:solidFill>
                        <a:schemeClr val="tx1">
                          <a:lumMod val="50000"/>
                          <a:lumOff val="50000"/>
                        </a:schemeClr>
                      </a:solidFill>
                      <a:prstDash val="solid"/>
                    </a:lnB>
                    <a:noFill/>
                  </a:tcPr>
                </a:tc>
                <a:tc>
                  <a:txBody>
                    <a:bodyPr/>
                    <a:lstStyle/>
                    <a:p>
                      <a:pPr>
                        <a:buNone/>
                      </a:pPr>
                      <a:r>
                        <a:rPr lang="en-DK" sz="1100" b="1" cap="none" spc="0">
                          <a:solidFill>
                            <a:schemeClr val="tx1"/>
                          </a:solidFill>
                        </a:rPr>
                        <a:t>Excel</a:t>
                      </a:r>
                    </a:p>
                  </a:txBody>
                  <a:tcPr marL="89708" marR="44013" marT="69006" marB="69006" anchor="ctr">
                    <a:lnL w="6350" cap="flat" cmpd="sng" algn="ctr">
                      <a:solidFill>
                        <a:schemeClr val="tx1">
                          <a:lumMod val="50000"/>
                          <a:lumOff val="50000"/>
                        </a:schemeClr>
                      </a:solidFill>
                      <a:prstDash val="solid"/>
                    </a:lnL>
                    <a:lnR w="19050" cap="flat" cmpd="sng" algn="ctr">
                      <a:solidFill>
                        <a:schemeClr val="tx1"/>
                      </a:solidFill>
                      <a:prstDash val="solid"/>
                    </a:lnR>
                    <a:lnT w="19050" cap="flat" cmpd="sng" algn="ctr">
                      <a:solidFill>
                        <a:schemeClr val="tx1"/>
                      </a:solid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2176846198"/>
                  </a:ext>
                </a:extLst>
              </a:tr>
              <a:tr h="487646">
                <a:tc>
                  <a:txBody>
                    <a:bodyPr/>
                    <a:lstStyle/>
                    <a:p>
                      <a:pPr>
                        <a:buNone/>
                      </a:pPr>
                      <a:r>
                        <a:rPr lang="en-DK" sz="1100" b="1" cap="none" spc="0" dirty="0">
                          <a:solidFill>
                            <a:schemeClr val="tx1"/>
                          </a:solidFill>
                        </a:rPr>
                        <a:t>Formål</a:t>
                      </a:r>
                    </a:p>
                  </a:txBody>
                  <a:tcPr marL="89708" marR="44013" marT="69006" marB="69006" anchor="ctr">
                    <a:lnL w="19050" cap="flat" cmpd="sng" algn="ctr">
                      <a:solidFill>
                        <a:schemeClr val="tx1"/>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buNone/>
                      </a:pPr>
                      <a:r>
                        <a:rPr lang="en-DK" sz="1100" cap="none" spc="0">
                          <a:solidFill>
                            <a:schemeClr val="tx1"/>
                          </a:solidFill>
                        </a:rPr>
                        <a:t>Håndtering af strukturerede data i flere relaterede tabeller</a:t>
                      </a:r>
                    </a:p>
                  </a:txBody>
                  <a:tcPr marL="89708" marR="44013" marT="69006" marB="69006"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buNone/>
                      </a:pPr>
                      <a:r>
                        <a:rPr lang="en-DK" sz="1100" cap="none" spc="0">
                          <a:solidFill>
                            <a:schemeClr val="tx1"/>
                          </a:solidFill>
                        </a:rPr>
                        <a:t>Regneark, beregninger og dataanalyse</a:t>
                      </a:r>
                    </a:p>
                  </a:txBody>
                  <a:tcPr marL="89708" marR="44013" marT="69006" marB="69006" anchor="ctr">
                    <a:lnL w="6350" cap="flat" cmpd="sng" algn="ctr">
                      <a:solidFill>
                        <a:schemeClr val="tx1">
                          <a:lumMod val="50000"/>
                          <a:lumOff val="50000"/>
                        </a:schemeClr>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1248642523"/>
                  </a:ext>
                </a:extLst>
              </a:tr>
              <a:tr h="487646">
                <a:tc>
                  <a:txBody>
                    <a:bodyPr/>
                    <a:lstStyle/>
                    <a:p>
                      <a:pPr>
                        <a:buNone/>
                      </a:pPr>
                      <a:r>
                        <a:rPr lang="en-DK" sz="1100" b="1" cap="none" spc="0">
                          <a:solidFill>
                            <a:schemeClr val="tx1"/>
                          </a:solidFill>
                        </a:rPr>
                        <a:t>Dataorganisering</a:t>
                      </a:r>
                    </a:p>
                  </a:txBody>
                  <a:tcPr marL="89708" marR="44013" marT="69006" marB="69006" anchor="ctr">
                    <a:lnL w="19050" cap="flat" cmpd="sng" algn="ctr">
                      <a:solidFill>
                        <a:schemeClr val="tx1"/>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buNone/>
                      </a:pPr>
                      <a:r>
                        <a:rPr lang="en-DK" sz="1100" cap="none" spc="0">
                          <a:solidFill>
                            <a:schemeClr val="tx1"/>
                          </a:solidFill>
                        </a:rPr>
                        <a:t>Data organiseres i tabeller med relationer mellem dem</a:t>
                      </a:r>
                    </a:p>
                  </a:txBody>
                  <a:tcPr marL="89708" marR="44013" marT="69006" marB="69006"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buNone/>
                      </a:pPr>
                      <a:r>
                        <a:rPr lang="en-DK" sz="1100" cap="none" spc="0">
                          <a:solidFill>
                            <a:schemeClr val="tx1"/>
                          </a:solidFill>
                        </a:rPr>
                        <a:t>Data organiseres typisk i rækker og kolonner</a:t>
                      </a:r>
                    </a:p>
                  </a:txBody>
                  <a:tcPr marL="89708" marR="44013" marT="69006" marB="69006" anchor="ctr">
                    <a:lnL w="6350" cap="flat" cmpd="sng" algn="ctr">
                      <a:solidFill>
                        <a:schemeClr val="tx1">
                          <a:lumMod val="50000"/>
                          <a:lumOff val="50000"/>
                        </a:schemeClr>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1191351896"/>
                  </a:ext>
                </a:extLst>
              </a:tr>
              <a:tr h="487646">
                <a:tc>
                  <a:txBody>
                    <a:bodyPr/>
                    <a:lstStyle/>
                    <a:p>
                      <a:pPr>
                        <a:buNone/>
                      </a:pPr>
                      <a:r>
                        <a:rPr lang="en-DK" sz="1100" b="1" cap="none" spc="0">
                          <a:solidFill>
                            <a:schemeClr val="tx1"/>
                          </a:solidFill>
                        </a:rPr>
                        <a:t>Relationer</a:t>
                      </a:r>
                    </a:p>
                  </a:txBody>
                  <a:tcPr marL="89708" marR="44013" marT="69006" marB="69006" anchor="ctr">
                    <a:lnL w="19050" cap="flat" cmpd="sng" algn="ctr">
                      <a:solidFill>
                        <a:schemeClr val="tx1"/>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buNone/>
                      </a:pPr>
                      <a:r>
                        <a:rPr lang="en-DK" sz="1100" cap="none" spc="0">
                          <a:solidFill>
                            <a:schemeClr val="tx1"/>
                          </a:solidFill>
                        </a:rPr>
                        <a:t>Tabeller forbindes via primærnøgler og fremmednøgler</a:t>
                      </a:r>
                    </a:p>
                  </a:txBody>
                  <a:tcPr marL="89708" marR="44013" marT="69006" marB="69006"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buNone/>
                      </a:pPr>
                      <a:r>
                        <a:rPr lang="en-DK" sz="1100" cap="none" spc="0">
                          <a:solidFill>
                            <a:schemeClr val="tx1"/>
                          </a:solidFill>
                        </a:rPr>
                        <a:t>Tabeller kan forbindes med formler og opslag</a:t>
                      </a:r>
                    </a:p>
                  </a:txBody>
                  <a:tcPr marL="89708" marR="44013" marT="69006" marB="69006" anchor="ctr">
                    <a:lnL w="6350" cap="flat" cmpd="sng" algn="ctr">
                      <a:solidFill>
                        <a:schemeClr val="tx1">
                          <a:lumMod val="50000"/>
                          <a:lumOff val="50000"/>
                        </a:schemeClr>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1033119658"/>
                  </a:ext>
                </a:extLst>
              </a:tr>
              <a:tr h="326631">
                <a:tc>
                  <a:txBody>
                    <a:bodyPr/>
                    <a:lstStyle/>
                    <a:p>
                      <a:pPr>
                        <a:buNone/>
                      </a:pPr>
                      <a:r>
                        <a:rPr lang="en-DK" sz="1100" b="1" cap="none" spc="0">
                          <a:solidFill>
                            <a:schemeClr val="tx1"/>
                          </a:solidFill>
                        </a:rPr>
                        <a:t>Datadublering</a:t>
                      </a:r>
                    </a:p>
                  </a:txBody>
                  <a:tcPr marL="89708" marR="44013" marT="69006" marB="69006" anchor="ctr">
                    <a:lnL w="19050" cap="flat" cmpd="sng" algn="ctr">
                      <a:solidFill>
                        <a:schemeClr val="tx1"/>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buNone/>
                      </a:pPr>
                      <a:r>
                        <a:rPr lang="en-DK" sz="1100" cap="none" spc="0">
                          <a:solidFill>
                            <a:schemeClr val="tx1"/>
                          </a:solidFill>
                        </a:rPr>
                        <a:t>Kan reduceres gennem normalisering</a:t>
                      </a:r>
                    </a:p>
                  </a:txBody>
                  <a:tcPr marL="89708" marR="44013" marT="69006" marB="69006"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buNone/>
                      </a:pPr>
                      <a:r>
                        <a:rPr lang="en-DK" sz="1100" cap="none" spc="0">
                          <a:solidFill>
                            <a:schemeClr val="tx1"/>
                          </a:solidFill>
                        </a:rPr>
                        <a:t>Risiko for gentagne oplysninger</a:t>
                      </a:r>
                    </a:p>
                  </a:txBody>
                  <a:tcPr marL="89708" marR="44013" marT="69006" marB="69006" anchor="ctr">
                    <a:lnL w="6350" cap="flat" cmpd="sng" algn="ctr">
                      <a:solidFill>
                        <a:schemeClr val="tx1">
                          <a:lumMod val="50000"/>
                          <a:lumOff val="50000"/>
                        </a:schemeClr>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4264896226"/>
                  </a:ext>
                </a:extLst>
              </a:tr>
              <a:tr h="326631">
                <a:tc>
                  <a:txBody>
                    <a:bodyPr/>
                    <a:lstStyle/>
                    <a:p>
                      <a:pPr>
                        <a:buNone/>
                      </a:pPr>
                      <a:r>
                        <a:rPr lang="en-DK" sz="1100" b="1" cap="none" spc="0">
                          <a:solidFill>
                            <a:schemeClr val="tx1"/>
                          </a:solidFill>
                        </a:rPr>
                        <a:t>Søgning</a:t>
                      </a:r>
                    </a:p>
                  </a:txBody>
                  <a:tcPr marL="89708" marR="44013" marT="69006" marB="69006" anchor="ctr">
                    <a:lnL w="19050" cap="flat" cmpd="sng" algn="ctr">
                      <a:solidFill>
                        <a:schemeClr val="tx1"/>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buNone/>
                      </a:pPr>
                      <a:r>
                        <a:rPr lang="en-DK" sz="1100" cap="none" spc="0">
                          <a:solidFill>
                            <a:schemeClr val="tx1"/>
                          </a:solidFill>
                        </a:rPr>
                        <a:t>SQL bruges til avancerede forespørgsler</a:t>
                      </a:r>
                    </a:p>
                  </a:txBody>
                  <a:tcPr marL="89708" marR="44013" marT="69006" marB="69006"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buNone/>
                      </a:pPr>
                      <a:r>
                        <a:rPr lang="en-DK" sz="1100" cap="none" spc="0">
                          <a:solidFill>
                            <a:schemeClr val="tx1"/>
                          </a:solidFill>
                        </a:rPr>
                        <a:t>Filtre, søgning og formler bruges</a:t>
                      </a:r>
                    </a:p>
                  </a:txBody>
                  <a:tcPr marL="89708" marR="44013" marT="69006" marB="69006" anchor="ctr">
                    <a:lnL w="6350" cap="flat" cmpd="sng" algn="ctr">
                      <a:solidFill>
                        <a:schemeClr val="tx1">
                          <a:lumMod val="50000"/>
                          <a:lumOff val="50000"/>
                        </a:schemeClr>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1523508453"/>
                  </a:ext>
                </a:extLst>
              </a:tr>
              <a:tr h="326631">
                <a:tc>
                  <a:txBody>
                    <a:bodyPr/>
                    <a:lstStyle/>
                    <a:p>
                      <a:pPr>
                        <a:buNone/>
                      </a:pPr>
                      <a:r>
                        <a:rPr lang="en-DK" sz="1100" b="1" cap="none" spc="0">
                          <a:solidFill>
                            <a:schemeClr val="tx1"/>
                          </a:solidFill>
                        </a:rPr>
                        <a:t>Sortering</a:t>
                      </a:r>
                    </a:p>
                  </a:txBody>
                  <a:tcPr marL="89708" marR="44013" marT="69006" marB="69006" anchor="ctr">
                    <a:lnL w="19050" cap="flat" cmpd="sng" algn="ctr">
                      <a:solidFill>
                        <a:schemeClr val="tx1"/>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buNone/>
                      </a:pPr>
                      <a:r>
                        <a:rPr lang="en-DK" sz="1100" cap="none" spc="0">
                          <a:solidFill>
                            <a:schemeClr val="tx1"/>
                          </a:solidFill>
                        </a:rPr>
                        <a:t>Kan sortere data via forespørgsler</a:t>
                      </a:r>
                    </a:p>
                  </a:txBody>
                  <a:tcPr marL="89708" marR="44013" marT="69006" marB="69006"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buNone/>
                      </a:pPr>
                      <a:r>
                        <a:rPr lang="en-DK" sz="1100" cap="none" spc="0">
                          <a:solidFill>
                            <a:schemeClr val="tx1"/>
                          </a:solidFill>
                        </a:rPr>
                        <a:t>Kan sortere data via Excels sorteringsfunktion</a:t>
                      </a:r>
                    </a:p>
                  </a:txBody>
                  <a:tcPr marL="89708" marR="44013" marT="69006" marB="69006" anchor="ctr">
                    <a:lnL w="6350" cap="flat" cmpd="sng" algn="ctr">
                      <a:solidFill>
                        <a:schemeClr val="tx1">
                          <a:lumMod val="50000"/>
                          <a:lumOff val="50000"/>
                        </a:schemeClr>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3623992698"/>
                  </a:ext>
                </a:extLst>
              </a:tr>
              <a:tr h="487646">
                <a:tc>
                  <a:txBody>
                    <a:bodyPr/>
                    <a:lstStyle/>
                    <a:p>
                      <a:pPr>
                        <a:buNone/>
                      </a:pPr>
                      <a:r>
                        <a:rPr lang="en-DK" sz="1100" b="1" cap="none" spc="0" dirty="0">
                          <a:solidFill>
                            <a:schemeClr val="tx1"/>
                          </a:solidFill>
                        </a:rPr>
                        <a:t>Datakvalitet</a:t>
                      </a:r>
                    </a:p>
                  </a:txBody>
                  <a:tcPr marL="89708" marR="44013" marT="69006" marB="69006" anchor="ctr">
                    <a:lnL w="19050" cap="flat" cmpd="sng" algn="ctr">
                      <a:solidFill>
                        <a:schemeClr val="tx1"/>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9050" cap="flat" cmpd="sng" algn="ctr">
                      <a:solidFill>
                        <a:schemeClr val="tx1"/>
                      </a:solidFill>
                      <a:prstDash val="solid"/>
                    </a:lnB>
                    <a:noFill/>
                  </a:tcPr>
                </a:tc>
                <a:tc>
                  <a:txBody>
                    <a:bodyPr/>
                    <a:lstStyle/>
                    <a:p>
                      <a:pPr>
                        <a:buNone/>
                      </a:pPr>
                      <a:r>
                        <a:rPr lang="en-DK" sz="1100" cap="none" spc="0">
                          <a:solidFill>
                            <a:schemeClr val="tx1"/>
                          </a:solidFill>
                        </a:rPr>
                        <a:t>Kan håndhæve regler, datatyper og relationer</a:t>
                      </a:r>
                    </a:p>
                  </a:txBody>
                  <a:tcPr marL="89708" marR="44013" marT="69006" marB="69006"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9050" cap="flat" cmpd="sng" algn="ctr">
                      <a:solidFill>
                        <a:schemeClr val="tx1"/>
                      </a:solidFill>
                      <a:prstDash val="solid"/>
                    </a:lnB>
                    <a:noFill/>
                  </a:tcPr>
                </a:tc>
                <a:tc>
                  <a:txBody>
                    <a:bodyPr/>
                    <a:lstStyle/>
                    <a:p>
                      <a:pPr>
                        <a:buNone/>
                      </a:pPr>
                      <a:r>
                        <a:rPr lang="en-DK" sz="1100" cap="none" spc="0" dirty="0">
                          <a:solidFill>
                            <a:schemeClr val="tx1"/>
                          </a:solidFill>
                        </a:rPr>
                        <a:t>Afhænger i høj grad af brugerens kontrol og validering</a:t>
                      </a:r>
                    </a:p>
                  </a:txBody>
                  <a:tcPr marL="89708" marR="44013" marT="69006" marB="69006" anchor="ctr">
                    <a:lnL w="6350" cap="flat" cmpd="sng" algn="ctr">
                      <a:solidFill>
                        <a:schemeClr val="tx1">
                          <a:lumMod val="50000"/>
                          <a:lumOff val="50000"/>
                        </a:schemeClr>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9050" cap="flat" cmpd="sng" algn="ctr">
                      <a:solidFill>
                        <a:schemeClr val="tx1"/>
                      </a:solidFill>
                      <a:prstDash val="solid"/>
                    </a:lnB>
                    <a:noFill/>
                  </a:tcPr>
                </a:tc>
                <a:extLst>
                  <a:ext uri="{0D108BD9-81ED-4DB2-BD59-A6C34878D82A}">
                    <a16:rowId xmlns:a16="http://schemas.microsoft.com/office/drawing/2014/main" val="2800088207"/>
                  </a:ext>
                </a:extLst>
              </a:tr>
            </a:tbl>
          </a:graphicData>
        </a:graphic>
      </p:graphicFrame>
    </p:spTree>
    <p:extLst>
      <p:ext uri="{BB962C8B-B14F-4D97-AF65-F5344CB8AC3E}">
        <p14:creationId xmlns:p14="http://schemas.microsoft.com/office/powerpoint/2010/main" val="25860137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571500" y="620093"/>
            <a:ext cx="0" cy="685800"/>
          </a:xfrm>
          <a:custGeom>
            <a:avLst/>
            <a:gdLst/>
            <a:ahLst/>
            <a:cxnLst/>
            <a:rect l="l" t="t" r="r" b="b"/>
            <a:pathLst>
              <a:path h="685800">
                <a:moveTo>
                  <a:pt x="0" y="685450"/>
                </a:moveTo>
                <a:lnTo>
                  <a:pt x="0" y="0"/>
                </a:lnTo>
              </a:path>
            </a:pathLst>
          </a:custGeom>
          <a:ln w="19040">
            <a:solidFill>
              <a:srgbClr val="1CADE4"/>
            </a:solidFill>
          </a:ln>
        </p:spPr>
        <p:txBody>
          <a:bodyPr wrap="square" lIns="0" tIns="0" rIns="0" bIns="0" rtlCol="0"/>
          <a:lstStyle/>
          <a:p>
            <a:endParaRPr/>
          </a:p>
        </p:txBody>
      </p:sp>
      <p:pic>
        <p:nvPicPr>
          <p:cNvPr id="4" name="object 4"/>
          <p:cNvPicPr/>
          <p:nvPr/>
        </p:nvPicPr>
        <p:blipFill>
          <a:blip r:embed="rId3" cstate="print"/>
          <a:stretch>
            <a:fillRect/>
          </a:stretch>
        </p:blipFill>
        <p:spPr>
          <a:xfrm>
            <a:off x="2226732" y="1489748"/>
            <a:ext cx="2874336" cy="2164003"/>
          </a:xfrm>
          <a:prstGeom prst="rect">
            <a:avLst/>
          </a:prstGeom>
        </p:spPr>
      </p:pic>
      <p:sp>
        <p:nvSpPr>
          <p:cNvPr id="5" name="object 5"/>
          <p:cNvSpPr txBox="1"/>
          <p:nvPr/>
        </p:nvSpPr>
        <p:spPr>
          <a:xfrm>
            <a:off x="2142318" y="673100"/>
            <a:ext cx="3862704" cy="580390"/>
          </a:xfrm>
          <a:prstGeom prst="rect">
            <a:avLst/>
          </a:prstGeom>
        </p:spPr>
        <p:txBody>
          <a:bodyPr vert="horz" wrap="square" lIns="0" tIns="6350" rIns="0" bIns="0" rtlCol="0">
            <a:spAutoFit/>
          </a:bodyPr>
          <a:lstStyle/>
          <a:p>
            <a:pPr marL="12700" marR="5080">
              <a:lnSpc>
                <a:spcPct val="102200"/>
              </a:lnSpc>
              <a:spcBef>
                <a:spcPts val="50"/>
              </a:spcBef>
            </a:pPr>
            <a:r>
              <a:rPr sz="1800">
                <a:solidFill>
                  <a:srgbClr val="222222"/>
                </a:solidFill>
                <a:latin typeface="Arial"/>
                <a:cs typeface="Arial"/>
              </a:rPr>
              <a:t>Hvilken</a:t>
            </a:r>
            <a:r>
              <a:rPr sz="1800" spc="-30">
                <a:solidFill>
                  <a:srgbClr val="222222"/>
                </a:solidFill>
                <a:latin typeface="Arial"/>
                <a:cs typeface="Arial"/>
              </a:rPr>
              <a:t> </a:t>
            </a:r>
            <a:r>
              <a:rPr sz="1800">
                <a:solidFill>
                  <a:srgbClr val="222222"/>
                </a:solidFill>
                <a:latin typeface="Arial"/>
                <a:cs typeface="Arial"/>
              </a:rPr>
              <a:t>kolonne</a:t>
            </a:r>
            <a:r>
              <a:rPr sz="1800" spc="-15">
                <a:solidFill>
                  <a:srgbClr val="222222"/>
                </a:solidFill>
                <a:latin typeface="Arial"/>
                <a:cs typeface="Arial"/>
              </a:rPr>
              <a:t> </a:t>
            </a:r>
            <a:r>
              <a:rPr sz="1800">
                <a:solidFill>
                  <a:srgbClr val="222222"/>
                </a:solidFill>
                <a:latin typeface="Arial"/>
                <a:cs typeface="Arial"/>
              </a:rPr>
              <a:t>giver</a:t>
            </a:r>
            <a:r>
              <a:rPr sz="1800" spc="-20">
                <a:solidFill>
                  <a:srgbClr val="222222"/>
                </a:solidFill>
                <a:latin typeface="Arial"/>
                <a:cs typeface="Arial"/>
              </a:rPr>
              <a:t> </a:t>
            </a:r>
            <a:r>
              <a:rPr sz="1800">
                <a:solidFill>
                  <a:srgbClr val="222222"/>
                </a:solidFill>
                <a:latin typeface="Arial"/>
                <a:cs typeface="Arial"/>
              </a:rPr>
              <a:t>disse</a:t>
            </a:r>
            <a:r>
              <a:rPr sz="1800" spc="-15">
                <a:solidFill>
                  <a:srgbClr val="222222"/>
                </a:solidFill>
                <a:latin typeface="Arial"/>
                <a:cs typeface="Arial"/>
              </a:rPr>
              <a:t> </a:t>
            </a:r>
            <a:r>
              <a:rPr sz="1800">
                <a:solidFill>
                  <a:srgbClr val="222222"/>
                </a:solidFill>
                <a:latin typeface="Arial"/>
                <a:cs typeface="Arial"/>
              </a:rPr>
              <a:t>to</a:t>
            </a:r>
            <a:r>
              <a:rPr sz="1800" spc="-15">
                <a:solidFill>
                  <a:srgbClr val="222222"/>
                </a:solidFill>
                <a:latin typeface="Arial"/>
                <a:cs typeface="Arial"/>
              </a:rPr>
              <a:t> </a:t>
            </a:r>
            <a:r>
              <a:rPr sz="1800" spc="-10">
                <a:solidFill>
                  <a:srgbClr val="222222"/>
                </a:solidFill>
                <a:latin typeface="Arial"/>
                <a:cs typeface="Arial"/>
              </a:rPr>
              <a:t>tabeller </a:t>
            </a:r>
            <a:r>
              <a:rPr sz="1800">
                <a:solidFill>
                  <a:srgbClr val="222222"/>
                </a:solidFill>
                <a:latin typeface="Arial"/>
                <a:cs typeface="Arial"/>
              </a:rPr>
              <a:t>mulighed</a:t>
            </a:r>
            <a:r>
              <a:rPr sz="1800" spc="-30">
                <a:solidFill>
                  <a:srgbClr val="222222"/>
                </a:solidFill>
                <a:latin typeface="Arial"/>
                <a:cs typeface="Arial"/>
              </a:rPr>
              <a:t> </a:t>
            </a:r>
            <a:r>
              <a:rPr sz="1800">
                <a:solidFill>
                  <a:srgbClr val="222222"/>
                </a:solidFill>
                <a:latin typeface="Arial"/>
                <a:cs typeface="Arial"/>
              </a:rPr>
              <a:t>for</a:t>
            </a:r>
            <a:r>
              <a:rPr sz="1800" spc="-20">
                <a:solidFill>
                  <a:srgbClr val="222222"/>
                </a:solidFill>
                <a:latin typeface="Arial"/>
                <a:cs typeface="Arial"/>
              </a:rPr>
              <a:t> </a:t>
            </a:r>
            <a:r>
              <a:rPr sz="1800">
                <a:solidFill>
                  <a:srgbClr val="222222"/>
                </a:solidFill>
                <a:latin typeface="Arial"/>
                <a:cs typeface="Arial"/>
              </a:rPr>
              <a:t>at</a:t>
            </a:r>
            <a:r>
              <a:rPr sz="1800" spc="-15">
                <a:solidFill>
                  <a:srgbClr val="222222"/>
                </a:solidFill>
                <a:latin typeface="Arial"/>
                <a:cs typeface="Arial"/>
              </a:rPr>
              <a:t> </a:t>
            </a:r>
            <a:r>
              <a:rPr sz="1800">
                <a:solidFill>
                  <a:srgbClr val="222222"/>
                </a:solidFill>
                <a:latin typeface="Arial"/>
                <a:cs typeface="Arial"/>
              </a:rPr>
              <a:t>danne</a:t>
            </a:r>
            <a:r>
              <a:rPr sz="1800" spc="-20">
                <a:solidFill>
                  <a:srgbClr val="222222"/>
                </a:solidFill>
                <a:latin typeface="Arial"/>
                <a:cs typeface="Arial"/>
              </a:rPr>
              <a:t> </a:t>
            </a:r>
            <a:r>
              <a:rPr sz="1800">
                <a:solidFill>
                  <a:srgbClr val="222222"/>
                </a:solidFill>
                <a:latin typeface="Arial"/>
                <a:cs typeface="Arial"/>
              </a:rPr>
              <a:t>en</a:t>
            </a:r>
            <a:r>
              <a:rPr sz="1800" spc="-20">
                <a:solidFill>
                  <a:srgbClr val="222222"/>
                </a:solidFill>
                <a:latin typeface="Arial"/>
                <a:cs typeface="Arial"/>
              </a:rPr>
              <a:t> </a:t>
            </a:r>
            <a:r>
              <a:rPr sz="1800">
                <a:solidFill>
                  <a:srgbClr val="222222"/>
                </a:solidFill>
                <a:latin typeface="Arial"/>
                <a:cs typeface="Arial"/>
              </a:rPr>
              <a:t>relation</a:t>
            </a:r>
            <a:r>
              <a:rPr sz="1800" spc="-15">
                <a:solidFill>
                  <a:srgbClr val="222222"/>
                </a:solidFill>
                <a:latin typeface="Arial"/>
                <a:cs typeface="Arial"/>
              </a:rPr>
              <a:t> </a:t>
            </a:r>
            <a:r>
              <a:rPr sz="1800" spc="-50">
                <a:solidFill>
                  <a:srgbClr val="222222"/>
                </a:solidFill>
                <a:latin typeface="Arial"/>
                <a:cs typeface="Arial"/>
              </a:rPr>
              <a:t>?</a:t>
            </a:r>
            <a:endParaRPr sz="1800">
              <a:latin typeface="Arial"/>
              <a:cs typeface="Arial"/>
            </a:endParaRPr>
          </a:p>
        </p:txBody>
      </p:sp>
    </p:spTree>
    <p:extLst>
      <p:ext uri="{BB962C8B-B14F-4D97-AF65-F5344CB8AC3E}">
        <p14:creationId xmlns:p14="http://schemas.microsoft.com/office/powerpoint/2010/main" val="3016238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2" name="Text 0"/>
          <p:cNvSpPr/>
          <p:nvPr/>
        </p:nvSpPr>
        <p:spPr>
          <a:xfrm>
            <a:off x="445770" y="342900"/>
            <a:ext cx="2880360" cy="171450"/>
          </a:xfrm>
          <a:prstGeom prst="rect">
            <a:avLst/>
          </a:prstGeom>
          <a:noFill/>
          <a:ln/>
        </p:spPr>
        <p:txBody>
          <a:bodyPr wrap="square" lIns="0" tIns="0" rIns="0" bIns="0" rtlCol="0" anchor="ctr"/>
          <a:lstStyle/>
          <a:p>
            <a:r>
              <a:rPr lang="en-US" sz="825" b="1" spc="105" dirty="0">
                <a:solidFill>
                  <a:srgbClr val="F39A3E"/>
                </a:solidFill>
              </a:rPr>
              <a:t>BEGREBER</a:t>
            </a:r>
            <a:endParaRPr lang="en-US" sz="825" dirty="0"/>
          </a:p>
        </p:txBody>
      </p:sp>
      <p:sp>
        <p:nvSpPr>
          <p:cNvPr id="3" name="Text 1"/>
          <p:cNvSpPr/>
          <p:nvPr/>
        </p:nvSpPr>
        <p:spPr>
          <a:xfrm>
            <a:off x="445770" y="582930"/>
            <a:ext cx="8092440" cy="411480"/>
          </a:xfrm>
          <a:prstGeom prst="rect">
            <a:avLst/>
          </a:prstGeom>
          <a:noFill/>
          <a:ln/>
        </p:spPr>
        <p:txBody>
          <a:bodyPr wrap="square" lIns="0" tIns="0" rIns="0" bIns="0" rtlCol="0" anchor="ctr"/>
          <a:lstStyle/>
          <a:p>
            <a:r>
              <a:rPr lang="en-US" sz="2250" b="1" dirty="0" err="1">
                <a:solidFill>
                  <a:srgbClr val="24332D"/>
                </a:solidFill>
              </a:rPr>
              <a:t>Øvelse</a:t>
            </a:r>
            <a:r>
              <a:rPr lang="en-US" sz="2250" b="1">
                <a:solidFill>
                  <a:srgbClr val="24332D"/>
                </a:solidFill>
              </a:rPr>
              <a:t> Fire </a:t>
            </a:r>
            <a:r>
              <a:rPr lang="en-US" sz="2250" b="1" dirty="0">
                <a:solidFill>
                  <a:srgbClr val="24332D"/>
                </a:solidFill>
              </a:rPr>
              <a:t>ord du skal kunne</a:t>
            </a:r>
            <a:endParaRPr lang="en-US" sz="2250" dirty="0"/>
          </a:p>
        </p:txBody>
      </p:sp>
      <p:sp>
        <p:nvSpPr>
          <p:cNvPr id="4" name="Shape 2"/>
          <p:cNvSpPr/>
          <p:nvPr/>
        </p:nvSpPr>
        <p:spPr>
          <a:xfrm>
            <a:off x="445770" y="1357884"/>
            <a:ext cx="788670" cy="1"/>
          </a:xfrm>
          <a:prstGeom prst="line">
            <a:avLst/>
          </a:prstGeom>
          <a:noFill/>
          <a:ln w="50800">
            <a:solidFill>
              <a:srgbClr val="169C9A"/>
            </a:solidFill>
            <a:prstDash val="solid"/>
            <a:headEnd type="none"/>
            <a:tailEnd type="none"/>
          </a:ln>
        </p:spPr>
        <p:txBody>
          <a:bodyPr/>
          <a:lstStyle/>
          <a:p>
            <a:endParaRPr lang="en-DK"/>
          </a:p>
        </p:txBody>
      </p:sp>
      <p:sp>
        <p:nvSpPr>
          <p:cNvPr id="5" name="Shape 3"/>
          <p:cNvSpPr/>
          <p:nvPr/>
        </p:nvSpPr>
        <p:spPr>
          <a:xfrm>
            <a:off x="459486" y="1508760"/>
            <a:ext cx="1913382" cy="2674620"/>
          </a:xfrm>
          <a:prstGeom prst="roundRect">
            <a:avLst>
              <a:gd name="adj" fmla="val 2867"/>
            </a:avLst>
          </a:prstGeom>
          <a:solidFill>
            <a:srgbClr val="FFF4E8"/>
          </a:solidFill>
          <a:ln w="17780">
            <a:solidFill>
              <a:srgbClr val="F39A3E"/>
            </a:solidFill>
            <a:prstDash val="solid"/>
          </a:ln>
          <a:effectLst>
            <a:outerShdw blurRad="19050" dist="12700" dir="2700000" algn="bl" rotWithShape="0">
              <a:srgbClr val="000000">
                <a:alpha val="12000"/>
              </a:srgbClr>
            </a:outerShdw>
          </a:effectLst>
        </p:spPr>
        <p:txBody>
          <a:bodyPr/>
          <a:lstStyle/>
          <a:p>
            <a:endParaRPr lang="en-DK"/>
          </a:p>
        </p:txBody>
      </p:sp>
      <p:sp>
        <p:nvSpPr>
          <p:cNvPr id="6" name="Text 4"/>
          <p:cNvSpPr/>
          <p:nvPr/>
        </p:nvSpPr>
        <p:spPr>
          <a:xfrm>
            <a:off x="651510" y="1735074"/>
            <a:ext cx="1529334" cy="308610"/>
          </a:xfrm>
          <a:prstGeom prst="rect">
            <a:avLst/>
          </a:prstGeom>
          <a:noFill/>
          <a:ln/>
        </p:spPr>
        <p:txBody>
          <a:bodyPr wrap="square" lIns="0" tIns="0" rIns="0" bIns="0" rtlCol="0" anchor="ctr"/>
          <a:lstStyle/>
          <a:p>
            <a:r>
              <a:rPr lang="en-US" sz="1500" b="1" dirty="0">
                <a:solidFill>
                  <a:srgbClr val="24332D"/>
                </a:solidFill>
              </a:rPr>
              <a:t>Relation / tabel</a:t>
            </a:r>
            <a:endParaRPr lang="en-US" sz="1500" dirty="0"/>
          </a:p>
        </p:txBody>
      </p:sp>
      <p:sp>
        <p:nvSpPr>
          <p:cNvPr id="7" name="Text 5"/>
          <p:cNvSpPr/>
          <p:nvPr/>
        </p:nvSpPr>
        <p:spPr>
          <a:xfrm>
            <a:off x="651510" y="2194560"/>
            <a:ext cx="1529334" cy="1611630"/>
          </a:xfrm>
          <a:prstGeom prst="rect">
            <a:avLst/>
          </a:prstGeom>
          <a:noFill/>
          <a:ln/>
        </p:spPr>
        <p:txBody>
          <a:bodyPr wrap="square" lIns="286" tIns="286" rIns="286" bIns="286" rtlCol="0" anchor="ctr"/>
          <a:lstStyle/>
          <a:p>
            <a:r>
              <a:rPr lang="en-US" sz="1125" dirty="0">
                <a:solidFill>
                  <a:srgbClr val="66756E"/>
                </a:solidFill>
              </a:rPr>
              <a:t>En samling af data om samme type entitet.</a:t>
            </a:r>
            <a:endParaRPr lang="en-US" sz="1125" dirty="0"/>
          </a:p>
        </p:txBody>
      </p:sp>
      <p:sp>
        <p:nvSpPr>
          <p:cNvPr id="8" name="Shape 6"/>
          <p:cNvSpPr/>
          <p:nvPr/>
        </p:nvSpPr>
        <p:spPr>
          <a:xfrm>
            <a:off x="2564892" y="1508760"/>
            <a:ext cx="1913382" cy="2674620"/>
          </a:xfrm>
          <a:prstGeom prst="roundRect">
            <a:avLst>
              <a:gd name="adj" fmla="val 2867"/>
            </a:avLst>
          </a:prstGeom>
          <a:solidFill>
            <a:srgbClr val="EAF7F6"/>
          </a:solidFill>
          <a:ln w="17780">
            <a:solidFill>
              <a:srgbClr val="169C9A"/>
            </a:solidFill>
            <a:prstDash val="solid"/>
          </a:ln>
          <a:effectLst>
            <a:outerShdw blurRad="19050" dist="12700" dir="2700000" algn="bl" rotWithShape="0">
              <a:srgbClr val="000000">
                <a:alpha val="12000"/>
              </a:srgbClr>
            </a:outerShdw>
          </a:effectLst>
        </p:spPr>
        <p:txBody>
          <a:bodyPr/>
          <a:lstStyle/>
          <a:p>
            <a:endParaRPr lang="en-DK"/>
          </a:p>
        </p:txBody>
      </p:sp>
      <p:sp>
        <p:nvSpPr>
          <p:cNvPr id="9" name="Text 7"/>
          <p:cNvSpPr/>
          <p:nvPr/>
        </p:nvSpPr>
        <p:spPr>
          <a:xfrm>
            <a:off x="2756916" y="1735074"/>
            <a:ext cx="1529334" cy="308610"/>
          </a:xfrm>
          <a:prstGeom prst="rect">
            <a:avLst/>
          </a:prstGeom>
          <a:noFill/>
          <a:ln/>
        </p:spPr>
        <p:txBody>
          <a:bodyPr wrap="square" lIns="0" tIns="0" rIns="0" bIns="0" rtlCol="0" anchor="ctr"/>
          <a:lstStyle/>
          <a:p>
            <a:r>
              <a:rPr lang="en-US" sz="1500" b="1" dirty="0">
                <a:solidFill>
                  <a:srgbClr val="24332D"/>
                </a:solidFill>
              </a:rPr>
              <a:t>Attribut / kolonne</a:t>
            </a:r>
            <a:endParaRPr lang="en-US" sz="1500" dirty="0"/>
          </a:p>
        </p:txBody>
      </p:sp>
      <p:sp>
        <p:nvSpPr>
          <p:cNvPr id="10" name="Text 8"/>
          <p:cNvSpPr/>
          <p:nvPr/>
        </p:nvSpPr>
        <p:spPr>
          <a:xfrm>
            <a:off x="2756916" y="2194560"/>
            <a:ext cx="1529334" cy="1611630"/>
          </a:xfrm>
          <a:prstGeom prst="rect">
            <a:avLst/>
          </a:prstGeom>
          <a:noFill/>
          <a:ln/>
        </p:spPr>
        <p:txBody>
          <a:bodyPr wrap="square" lIns="286" tIns="286" rIns="286" bIns="286" rtlCol="0" anchor="ctr"/>
          <a:lstStyle/>
          <a:p>
            <a:r>
              <a:rPr lang="en-US" sz="1125" dirty="0">
                <a:solidFill>
                  <a:srgbClr val="66756E"/>
                </a:solidFill>
              </a:rPr>
              <a:t>En egenskab, fx navn eller dato.</a:t>
            </a:r>
            <a:endParaRPr lang="en-US" sz="1125" dirty="0"/>
          </a:p>
        </p:txBody>
      </p:sp>
      <p:sp>
        <p:nvSpPr>
          <p:cNvPr id="11" name="Shape 9"/>
          <p:cNvSpPr/>
          <p:nvPr/>
        </p:nvSpPr>
        <p:spPr>
          <a:xfrm>
            <a:off x="4670298" y="1508760"/>
            <a:ext cx="1913382" cy="2674620"/>
          </a:xfrm>
          <a:prstGeom prst="roundRect">
            <a:avLst>
              <a:gd name="adj" fmla="val 2867"/>
            </a:avLst>
          </a:prstGeom>
          <a:solidFill>
            <a:srgbClr val="FFF4E8"/>
          </a:solidFill>
          <a:ln w="17780">
            <a:solidFill>
              <a:srgbClr val="F39A3E"/>
            </a:solidFill>
            <a:prstDash val="solid"/>
          </a:ln>
          <a:effectLst>
            <a:outerShdw blurRad="19050" dist="12700" dir="2700000" algn="bl" rotWithShape="0">
              <a:srgbClr val="000000">
                <a:alpha val="12000"/>
              </a:srgbClr>
            </a:outerShdw>
          </a:effectLst>
        </p:spPr>
        <p:txBody>
          <a:bodyPr/>
          <a:lstStyle/>
          <a:p>
            <a:endParaRPr lang="en-DK"/>
          </a:p>
        </p:txBody>
      </p:sp>
      <p:sp>
        <p:nvSpPr>
          <p:cNvPr id="12" name="Text 10"/>
          <p:cNvSpPr/>
          <p:nvPr/>
        </p:nvSpPr>
        <p:spPr>
          <a:xfrm>
            <a:off x="4862322" y="1735074"/>
            <a:ext cx="1529334" cy="308610"/>
          </a:xfrm>
          <a:prstGeom prst="rect">
            <a:avLst/>
          </a:prstGeom>
          <a:noFill/>
          <a:ln/>
        </p:spPr>
        <p:txBody>
          <a:bodyPr wrap="square" lIns="0" tIns="0" rIns="0" bIns="0" rtlCol="0" anchor="ctr"/>
          <a:lstStyle/>
          <a:p>
            <a:r>
              <a:rPr lang="en-US" sz="1500" b="1" dirty="0">
                <a:solidFill>
                  <a:srgbClr val="24332D"/>
                </a:solidFill>
              </a:rPr>
              <a:t>Tupel / række</a:t>
            </a:r>
            <a:endParaRPr lang="en-US" sz="1500" dirty="0"/>
          </a:p>
        </p:txBody>
      </p:sp>
      <p:sp>
        <p:nvSpPr>
          <p:cNvPr id="13" name="Text 11"/>
          <p:cNvSpPr/>
          <p:nvPr/>
        </p:nvSpPr>
        <p:spPr>
          <a:xfrm>
            <a:off x="4862322" y="2194560"/>
            <a:ext cx="1529334" cy="1611630"/>
          </a:xfrm>
          <a:prstGeom prst="rect">
            <a:avLst/>
          </a:prstGeom>
          <a:noFill/>
          <a:ln/>
        </p:spPr>
        <p:txBody>
          <a:bodyPr wrap="square" lIns="286" tIns="286" rIns="286" bIns="286" rtlCol="0" anchor="ctr"/>
          <a:lstStyle/>
          <a:p>
            <a:r>
              <a:rPr lang="en-US" sz="1125" dirty="0">
                <a:solidFill>
                  <a:srgbClr val="66756E"/>
                </a:solidFill>
              </a:rPr>
              <a:t>Én konkret post i tabellen.</a:t>
            </a:r>
            <a:endParaRPr lang="en-US" sz="1125" dirty="0"/>
          </a:p>
        </p:txBody>
      </p:sp>
      <p:sp>
        <p:nvSpPr>
          <p:cNvPr id="14" name="Shape 12"/>
          <p:cNvSpPr/>
          <p:nvPr/>
        </p:nvSpPr>
        <p:spPr>
          <a:xfrm>
            <a:off x="6775704" y="1508760"/>
            <a:ext cx="1913382" cy="2674620"/>
          </a:xfrm>
          <a:prstGeom prst="roundRect">
            <a:avLst>
              <a:gd name="adj" fmla="val 2867"/>
            </a:avLst>
          </a:prstGeom>
          <a:solidFill>
            <a:srgbClr val="EAF7F6"/>
          </a:solidFill>
          <a:ln w="17780">
            <a:solidFill>
              <a:srgbClr val="169C9A"/>
            </a:solidFill>
            <a:prstDash val="solid"/>
          </a:ln>
          <a:effectLst>
            <a:outerShdw blurRad="19050" dist="12700" dir="2700000" algn="bl" rotWithShape="0">
              <a:srgbClr val="000000">
                <a:alpha val="12000"/>
              </a:srgbClr>
            </a:outerShdw>
          </a:effectLst>
        </p:spPr>
        <p:txBody>
          <a:bodyPr/>
          <a:lstStyle/>
          <a:p>
            <a:endParaRPr lang="en-DK"/>
          </a:p>
        </p:txBody>
      </p:sp>
      <p:sp>
        <p:nvSpPr>
          <p:cNvPr id="15" name="Text 13"/>
          <p:cNvSpPr/>
          <p:nvPr/>
        </p:nvSpPr>
        <p:spPr>
          <a:xfrm>
            <a:off x="6967728" y="1735074"/>
            <a:ext cx="1529334" cy="308610"/>
          </a:xfrm>
          <a:prstGeom prst="rect">
            <a:avLst/>
          </a:prstGeom>
          <a:noFill/>
          <a:ln/>
        </p:spPr>
        <p:txBody>
          <a:bodyPr wrap="square" lIns="0" tIns="0" rIns="0" bIns="0" rtlCol="0" anchor="ctr"/>
          <a:lstStyle/>
          <a:p>
            <a:r>
              <a:rPr lang="en-US" sz="1500" b="1" dirty="0">
                <a:solidFill>
                  <a:srgbClr val="24332D"/>
                </a:solidFill>
              </a:rPr>
              <a:t>Nøgle</a:t>
            </a:r>
            <a:endParaRPr lang="en-US" sz="1500" dirty="0"/>
          </a:p>
        </p:txBody>
      </p:sp>
      <p:sp>
        <p:nvSpPr>
          <p:cNvPr id="16" name="Text 14"/>
          <p:cNvSpPr/>
          <p:nvPr/>
        </p:nvSpPr>
        <p:spPr>
          <a:xfrm>
            <a:off x="6967728" y="2194560"/>
            <a:ext cx="1529334" cy="1611630"/>
          </a:xfrm>
          <a:prstGeom prst="rect">
            <a:avLst/>
          </a:prstGeom>
          <a:noFill/>
          <a:ln/>
        </p:spPr>
        <p:txBody>
          <a:bodyPr wrap="square" lIns="286" tIns="286" rIns="286" bIns="286" rtlCol="0" anchor="ctr"/>
          <a:lstStyle/>
          <a:p>
            <a:r>
              <a:rPr lang="en-US" sz="1125" dirty="0">
                <a:solidFill>
                  <a:srgbClr val="66756E"/>
                </a:solidFill>
              </a:rPr>
              <a:t>Et felt der identificerer eller forbinder data.</a:t>
            </a:r>
            <a:endParaRPr lang="en-US" sz="1125" dirty="0"/>
          </a:p>
        </p:txBody>
      </p:sp>
      <p:sp>
        <p:nvSpPr>
          <p:cNvPr id="25" name="Slide Number Placeholder 0"/>
          <p:cNvSpPr>
            <a:spLocks noGrp="1"/>
          </p:cNvSpPr>
          <p:nvPr>
            <p:ph type="sldNum" sz="quarter" idx="4294967295"/>
          </p:nvPr>
        </p:nvSpPr>
        <p:spPr>
          <a:xfrm>
            <a:off x="8743950" y="4855464"/>
            <a:ext cx="171450" cy="137160"/>
          </a:xfrm>
          <a:prstGeom prst="rect">
            <a:avLst/>
          </a:prstGeom>
          <a:extLst>
            <a:ext uri="{C572A759-6A51-4108-AA02-DFA0A04FC94B}">
              <ma14:wrappingTextBoxFlag xmlns:ma14="http://schemas.microsoft.com/office/mac/drawingml/2011/main" xmlns="" val="0"/>
            </a:ext>
          </a:extLst>
        </p:spPr>
        <p:txBody>
          <a:bodyPr/>
          <a:lstStyle>
            <a:lvl1pPr>
              <a:defRPr sz="600">
                <a:solidFill>
                  <a:srgbClr val="66756E"/>
                </a:solidFill>
              </a:defRPr>
            </a:lvl1pPr>
          </a:lstStyle>
          <a:p>
            <a:pPr algn="r"/>
            <a:fld id="{F7021451-1387-4CA6-816F-3879F97B5CBC}" type="slidenum">
              <a:rPr lang="en-US" b="0"/>
              <a:t>20</a:t>
            </a:fld>
            <a:endParaRPr lang="en-US"/>
          </a:p>
        </p:txBody>
      </p:sp>
    </p:spTree>
    <p:extLst>
      <p:ext uri="{BB962C8B-B14F-4D97-AF65-F5344CB8AC3E}">
        <p14:creationId xmlns:p14="http://schemas.microsoft.com/office/powerpoint/2010/main" val="39945464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2" name="Text 0"/>
          <p:cNvSpPr/>
          <p:nvPr/>
        </p:nvSpPr>
        <p:spPr>
          <a:xfrm>
            <a:off x="445770" y="342900"/>
            <a:ext cx="2880360" cy="171450"/>
          </a:xfrm>
          <a:prstGeom prst="rect">
            <a:avLst/>
          </a:prstGeom>
          <a:noFill/>
          <a:ln/>
        </p:spPr>
        <p:txBody>
          <a:bodyPr wrap="square" lIns="0" tIns="0" rIns="0" bIns="0" rtlCol="0" anchor="ctr"/>
          <a:lstStyle/>
          <a:p>
            <a:r>
              <a:rPr lang="en-US" sz="825" b="1" spc="105" dirty="0">
                <a:solidFill>
                  <a:srgbClr val="F39A3E"/>
                </a:solidFill>
              </a:rPr>
              <a:t>NØGLER</a:t>
            </a:r>
            <a:endParaRPr lang="en-US" sz="825" dirty="0"/>
          </a:p>
        </p:txBody>
      </p:sp>
      <p:sp>
        <p:nvSpPr>
          <p:cNvPr id="3" name="Text 1"/>
          <p:cNvSpPr/>
          <p:nvPr/>
        </p:nvSpPr>
        <p:spPr>
          <a:xfrm>
            <a:off x="445770" y="582930"/>
            <a:ext cx="8092440" cy="411480"/>
          </a:xfrm>
          <a:prstGeom prst="rect">
            <a:avLst/>
          </a:prstGeom>
          <a:noFill/>
          <a:ln/>
        </p:spPr>
        <p:txBody>
          <a:bodyPr wrap="square" lIns="0" tIns="0" rIns="0" bIns="0" rtlCol="0" anchor="ctr"/>
          <a:lstStyle/>
          <a:p>
            <a:r>
              <a:rPr lang="en-US" sz="2250" b="1" dirty="0">
                <a:solidFill>
                  <a:srgbClr val="24332D"/>
                </a:solidFill>
              </a:rPr>
              <a:t>PK og FK i praksis</a:t>
            </a:r>
            <a:endParaRPr lang="en-US" sz="2250" dirty="0"/>
          </a:p>
        </p:txBody>
      </p:sp>
      <p:sp>
        <p:nvSpPr>
          <p:cNvPr id="4" name="Shape 2"/>
          <p:cNvSpPr/>
          <p:nvPr/>
        </p:nvSpPr>
        <p:spPr>
          <a:xfrm>
            <a:off x="445770" y="1357884"/>
            <a:ext cx="788670" cy="1"/>
          </a:xfrm>
          <a:prstGeom prst="line">
            <a:avLst/>
          </a:prstGeom>
          <a:noFill/>
          <a:ln w="50800">
            <a:solidFill>
              <a:srgbClr val="169C9A"/>
            </a:solidFill>
            <a:prstDash val="solid"/>
            <a:headEnd type="none"/>
            <a:tailEnd type="none"/>
          </a:ln>
        </p:spPr>
        <p:txBody>
          <a:bodyPr/>
          <a:lstStyle/>
          <a:p>
            <a:endParaRPr lang="en-DK"/>
          </a:p>
        </p:txBody>
      </p:sp>
      <p:sp>
        <p:nvSpPr>
          <p:cNvPr id="5" name="Shape 3"/>
          <p:cNvSpPr/>
          <p:nvPr/>
        </p:nvSpPr>
        <p:spPr>
          <a:xfrm>
            <a:off x="459486" y="1508760"/>
            <a:ext cx="2615184" cy="2674620"/>
          </a:xfrm>
          <a:prstGeom prst="roundRect">
            <a:avLst>
              <a:gd name="adj" fmla="val 2098"/>
            </a:avLst>
          </a:prstGeom>
          <a:solidFill>
            <a:srgbClr val="FFF4E8"/>
          </a:solidFill>
          <a:ln w="17780">
            <a:solidFill>
              <a:srgbClr val="F39A3E"/>
            </a:solidFill>
            <a:prstDash val="solid"/>
          </a:ln>
          <a:effectLst>
            <a:outerShdw blurRad="19050" dist="12700" dir="2700000" algn="bl" rotWithShape="0">
              <a:srgbClr val="000000">
                <a:alpha val="12000"/>
              </a:srgbClr>
            </a:outerShdw>
          </a:effectLst>
        </p:spPr>
        <p:txBody>
          <a:bodyPr/>
          <a:lstStyle/>
          <a:p>
            <a:endParaRPr lang="en-DK"/>
          </a:p>
        </p:txBody>
      </p:sp>
      <p:sp>
        <p:nvSpPr>
          <p:cNvPr id="6" name="Text 4"/>
          <p:cNvSpPr/>
          <p:nvPr/>
        </p:nvSpPr>
        <p:spPr>
          <a:xfrm>
            <a:off x="651510" y="1735074"/>
            <a:ext cx="2231136" cy="308610"/>
          </a:xfrm>
          <a:prstGeom prst="rect">
            <a:avLst/>
          </a:prstGeom>
          <a:noFill/>
          <a:ln/>
        </p:spPr>
        <p:txBody>
          <a:bodyPr wrap="square" lIns="0" tIns="0" rIns="0" bIns="0" rtlCol="0" anchor="ctr"/>
          <a:lstStyle/>
          <a:p>
            <a:r>
              <a:rPr lang="en-US" sz="1500" b="1" dirty="0">
                <a:solidFill>
                  <a:srgbClr val="24332D"/>
                </a:solidFill>
              </a:rPr>
              <a:t>Primærnøgle · PK</a:t>
            </a:r>
            <a:endParaRPr lang="en-US" sz="1500" dirty="0"/>
          </a:p>
        </p:txBody>
      </p:sp>
      <p:sp>
        <p:nvSpPr>
          <p:cNvPr id="7" name="Text 5"/>
          <p:cNvSpPr/>
          <p:nvPr/>
        </p:nvSpPr>
        <p:spPr>
          <a:xfrm>
            <a:off x="651510" y="2194560"/>
            <a:ext cx="2231136" cy="1611630"/>
          </a:xfrm>
          <a:prstGeom prst="rect">
            <a:avLst/>
          </a:prstGeom>
          <a:noFill/>
          <a:ln/>
        </p:spPr>
        <p:txBody>
          <a:bodyPr wrap="square" lIns="286" tIns="286" rIns="286" bIns="286" rtlCol="0" anchor="ctr"/>
          <a:lstStyle/>
          <a:p>
            <a:r>
              <a:rPr lang="en-US" sz="1125" dirty="0">
                <a:solidFill>
                  <a:srgbClr val="66756E"/>
                </a:solidFill>
              </a:rPr>
              <a:t>Identificerer hver række entydigt.</a:t>
            </a:r>
            <a:endParaRPr lang="en-US" sz="1125" dirty="0"/>
          </a:p>
          <a:p>
            <a:r>
              <a:rPr lang="en-US" sz="1125" dirty="0">
                <a:solidFill>
                  <a:srgbClr val="66756E"/>
                </a:solidFill>
              </a:rPr>
              <a:t>Eksempel: elev_id.</a:t>
            </a:r>
            <a:endParaRPr lang="en-US" sz="1125" dirty="0"/>
          </a:p>
        </p:txBody>
      </p:sp>
      <p:sp>
        <p:nvSpPr>
          <p:cNvPr id="8" name="Shape 6"/>
          <p:cNvSpPr/>
          <p:nvPr/>
        </p:nvSpPr>
        <p:spPr>
          <a:xfrm>
            <a:off x="3266694" y="1508760"/>
            <a:ext cx="2615184" cy="2674620"/>
          </a:xfrm>
          <a:prstGeom prst="roundRect">
            <a:avLst>
              <a:gd name="adj" fmla="val 2098"/>
            </a:avLst>
          </a:prstGeom>
          <a:solidFill>
            <a:srgbClr val="EAF7F6"/>
          </a:solidFill>
          <a:ln w="17780">
            <a:solidFill>
              <a:srgbClr val="169C9A"/>
            </a:solidFill>
            <a:prstDash val="solid"/>
          </a:ln>
          <a:effectLst>
            <a:outerShdw blurRad="19050" dist="12700" dir="2700000" algn="bl" rotWithShape="0">
              <a:srgbClr val="000000">
                <a:alpha val="12000"/>
              </a:srgbClr>
            </a:outerShdw>
          </a:effectLst>
        </p:spPr>
        <p:txBody>
          <a:bodyPr/>
          <a:lstStyle/>
          <a:p>
            <a:endParaRPr lang="en-DK"/>
          </a:p>
        </p:txBody>
      </p:sp>
      <p:sp>
        <p:nvSpPr>
          <p:cNvPr id="9" name="Text 7"/>
          <p:cNvSpPr/>
          <p:nvPr/>
        </p:nvSpPr>
        <p:spPr>
          <a:xfrm>
            <a:off x="3458718" y="1735074"/>
            <a:ext cx="2231136" cy="308610"/>
          </a:xfrm>
          <a:prstGeom prst="rect">
            <a:avLst/>
          </a:prstGeom>
          <a:noFill/>
          <a:ln/>
        </p:spPr>
        <p:txBody>
          <a:bodyPr wrap="square" lIns="0" tIns="0" rIns="0" bIns="0" rtlCol="0" anchor="ctr"/>
          <a:lstStyle/>
          <a:p>
            <a:r>
              <a:rPr lang="en-US" sz="1500" b="1" dirty="0">
                <a:solidFill>
                  <a:srgbClr val="24332D"/>
                </a:solidFill>
              </a:rPr>
              <a:t>Fremmednøgle · FK</a:t>
            </a:r>
            <a:endParaRPr lang="en-US" sz="1500" dirty="0"/>
          </a:p>
        </p:txBody>
      </p:sp>
      <p:sp>
        <p:nvSpPr>
          <p:cNvPr id="10" name="Text 8"/>
          <p:cNvSpPr/>
          <p:nvPr/>
        </p:nvSpPr>
        <p:spPr>
          <a:xfrm>
            <a:off x="3458718" y="2194560"/>
            <a:ext cx="2231136" cy="1611630"/>
          </a:xfrm>
          <a:prstGeom prst="rect">
            <a:avLst/>
          </a:prstGeom>
          <a:noFill/>
          <a:ln/>
        </p:spPr>
        <p:txBody>
          <a:bodyPr wrap="square" lIns="286" tIns="286" rIns="286" bIns="286" rtlCol="0" anchor="ctr"/>
          <a:lstStyle/>
          <a:p>
            <a:r>
              <a:rPr lang="en-US" sz="1125" dirty="0">
                <a:solidFill>
                  <a:srgbClr val="66756E"/>
                </a:solidFill>
              </a:rPr>
              <a:t>Peger på en PK i en anden tabel.</a:t>
            </a:r>
            <a:endParaRPr lang="en-US" sz="1125" dirty="0"/>
          </a:p>
          <a:p>
            <a:r>
              <a:rPr lang="en-US" sz="1125" dirty="0">
                <a:solidFill>
                  <a:srgbClr val="66756E"/>
                </a:solidFill>
              </a:rPr>
              <a:t>Eksempel: kursus_id i tilmelding.</a:t>
            </a:r>
            <a:endParaRPr lang="en-US" sz="1125" dirty="0"/>
          </a:p>
        </p:txBody>
      </p:sp>
      <p:sp>
        <p:nvSpPr>
          <p:cNvPr id="11" name="Shape 9"/>
          <p:cNvSpPr/>
          <p:nvPr/>
        </p:nvSpPr>
        <p:spPr>
          <a:xfrm>
            <a:off x="6073902" y="1508760"/>
            <a:ext cx="2615184" cy="2674620"/>
          </a:xfrm>
          <a:prstGeom prst="roundRect">
            <a:avLst>
              <a:gd name="adj" fmla="val 2098"/>
            </a:avLst>
          </a:prstGeom>
          <a:solidFill>
            <a:srgbClr val="FFF4E8"/>
          </a:solidFill>
          <a:ln w="17780">
            <a:solidFill>
              <a:srgbClr val="F39A3E"/>
            </a:solidFill>
            <a:prstDash val="solid"/>
          </a:ln>
          <a:effectLst>
            <a:outerShdw blurRad="19050" dist="12700" dir="2700000" algn="bl" rotWithShape="0">
              <a:srgbClr val="000000">
                <a:alpha val="12000"/>
              </a:srgbClr>
            </a:outerShdw>
          </a:effectLst>
        </p:spPr>
        <p:txBody>
          <a:bodyPr/>
          <a:lstStyle/>
          <a:p>
            <a:endParaRPr lang="en-DK"/>
          </a:p>
        </p:txBody>
      </p:sp>
      <p:sp>
        <p:nvSpPr>
          <p:cNvPr id="12" name="Text 10"/>
          <p:cNvSpPr/>
          <p:nvPr/>
        </p:nvSpPr>
        <p:spPr>
          <a:xfrm>
            <a:off x="6265926" y="1735074"/>
            <a:ext cx="2231136" cy="308610"/>
          </a:xfrm>
          <a:prstGeom prst="rect">
            <a:avLst/>
          </a:prstGeom>
          <a:noFill/>
          <a:ln/>
        </p:spPr>
        <p:txBody>
          <a:bodyPr wrap="square" lIns="0" tIns="0" rIns="0" bIns="0" rtlCol="0" anchor="ctr"/>
          <a:lstStyle/>
          <a:p>
            <a:r>
              <a:rPr lang="en-US" sz="1500" b="1" dirty="0">
                <a:solidFill>
                  <a:srgbClr val="24332D"/>
                </a:solidFill>
              </a:rPr>
              <a:t>Samme datatype</a:t>
            </a:r>
            <a:endParaRPr lang="en-US" sz="1500" dirty="0"/>
          </a:p>
        </p:txBody>
      </p:sp>
      <p:sp>
        <p:nvSpPr>
          <p:cNvPr id="13" name="Text 11"/>
          <p:cNvSpPr/>
          <p:nvPr/>
        </p:nvSpPr>
        <p:spPr>
          <a:xfrm>
            <a:off x="6265926" y="2194560"/>
            <a:ext cx="2231136" cy="1611630"/>
          </a:xfrm>
          <a:prstGeom prst="rect">
            <a:avLst/>
          </a:prstGeom>
          <a:noFill/>
          <a:ln/>
        </p:spPr>
        <p:txBody>
          <a:bodyPr wrap="square" lIns="286" tIns="286" rIns="286" bIns="286" rtlCol="0" anchor="ctr"/>
          <a:lstStyle/>
          <a:p>
            <a:r>
              <a:rPr lang="en-US" sz="1125" dirty="0">
                <a:solidFill>
                  <a:srgbClr val="66756E"/>
                </a:solidFill>
              </a:rPr>
              <a:t>PK og den tilhørende FK skal have kompatible datatyper.</a:t>
            </a:r>
            <a:endParaRPr lang="en-US" sz="1125" dirty="0"/>
          </a:p>
        </p:txBody>
      </p:sp>
      <p:sp>
        <p:nvSpPr>
          <p:cNvPr id="25" name="Slide Number Placeholder 0"/>
          <p:cNvSpPr>
            <a:spLocks noGrp="1"/>
          </p:cNvSpPr>
          <p:nvPr>
            <p:ph type="sldNum" sz="quarter" idx="4294967295"/>
          </p:nvPr>
        </p:nvSpPr>
        <p:spPr>
          <a:xfrm>
            <a:off x="8743950" y="4855464"/>
            <a:ext cx="171450" cy="137160"/>
          </a:xfrm>
          <a:prstGeom prst="rect">
            <a:avLst/>
          </a:prstGeom>
          <a:extLst>
            <a:ext uri="{C572A759-6A51-4108-AA02-DFA0A04FC94B}">
              <ma14:wrappingTextBoxFlag xmlns="" xmlns:ma14="http://schemas.microsoft.com/office/mac/drawingml/2011/main" val="0"/>
            </a:ext>
          </a:extLst>
        </p:spPr>
        <p:txBody>
          <a:bodyPr/>
          <a:lstStyle>
            <a:lvl1pPr>
              <a:defRPr sz="600">
                <a:solidFill>
                  <a:srgbClr val="66756E"/>
                </a:solidFill>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842B2B4-8BB8-6505-84CB-1CE868BEF53E}"/>
              </a:ext>
            </a:extLst>
          </p:cNvPr>
          <p:cNvSpPr>
            <a:spLocks noGrp="1"/>
          </p:cNvSpPr>
          <p:nvPr>
            <p:ph type="sldNum" sz="quarter" idx="4294967295"/>
          </p:nvPr>
        </p:nvSpPr>
        <p:spPr/>
        <p:txBody>
          <a:bodyPr/>
          <a:lstStyle/>
          <a:p>
            <a:pPr algn="r"/>
            <a:fld id="{F7021451-1387-4CA6-816F-3879F97B5CBC}" type="slidenum">
              <a:rPr lang="en-US" b="0" smtClean="0"/>
              <a:t>22</a:t>
            </a:fld>
            <a:endParaRPr lang="en-US"/>
          </a:p>
        </p:txBody>
      </p:sp>
      <p:pic>
        <p:nvPicPr>
          <p:cNvPr id="4" name="Picture 3">
            <a:extLst>
              <a:ext uri="{FF2B5EF4-FFF2-40B4-BE49-F238E27FC236}">
                <a16:creationId xmlns:a16="http://schemas.microsoft.com/office/drawing/2014/main" id="{25EDCBF4-D418-784C-3194-E1C08EF2E0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7331" y="0"/>
            <a:ext cx="7709338" cy="5143500"/>
          </a:xfrm>
          <a:prstGeom prst="rect">
            <a:avLst/>
          </a:prstGeom>
        </p:spPr>
      </p:pic>
    </p:spTree>
    <p:extLst>
      <p:ext uri="{BB962C8B-B14F-4D97-AF65-F5344CB8AC3E}">
        <p14:creationId xmlns:p14="http://schemas.microsoft.com/office/powerpoint/2010/main" val="19395398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E4AAFE40-99BD-4D77-3EA0-5B96DDD90EFA}"/>
              </a:ext>
            </a:extLst>
          </p:cNvPr>
          <p:cNvSpPr>
            <a:spLocks noGrp="1"/>
          </p:cNvSpPr>
          <p:nvPr>
            <p:ph type="title"/>
          </p:nvPr>
        </p:nvSpPr>
        <p:spPr>
          <a:xfrm>
            <a:off x="459486" y="411480"/>
            <a:ext cx="7990184" cy="849194"/>
          </a:xfrm>
        </p:spPr>
        <p:txBody>
          <a:bodyPr>
            <a:normAutofit/>
          </a:bodyPr>
          <a:lstStyle/>
          <a:p>
            <a:r>
              <a:rPr lang="en-US" dirty="0"/>
              <a:t>SQL </a:t>
            </a:r>
            <a:r>
              <a:rPr lang="en-US" dirty="0" err="1"/>
              <a:t>øvelse</a:t>
            </a:r>
            <a:r>
              <a:rPr lang="en-US" dirty="0"/>
              <a:t> – </a:t>
            </a:r>
            <a:r>
              <a:rPr lang="en-US" dirty="0" err="1"/>
              <a:t>forklar</a:t>
            </a:r>
            <a:r>
              <a:rPr lang="en-US" dirty="0"/>
              <a:t>. </a:t>
            </a:r>
            <a:r>
              <a:rPr lang="en-US" dirty="0" err="1"/>
              <a:t>kode</a:t>
            </a:r>
            <a:endParaRPr lang="en-US" dirty="0"/>
          </a:p>
        </p:txBody>
      </p:sp>
      <p:sp>
        <p:nvSpPr>
          <p:cNvPr id="11" name="Date Placeholder 3">
            <a:extLst>
              <a:ext uri="{FF2B5EF4-FFF2-40B4-BE49-F238E27FC236}">
                <a16:creationId xmlns:a16="http://schemas.microsoft.com/office/drawing/2014/main" id="{3A2C48E9-E140-0D8E-9099-E23E279EE141}"/>
              </a:ext>
            </a:extLst>
          </p:cNvPr>
          <p:cNvSpPr>
            <a:spLocks noGrp="1"/>
          </p:cNvSpPr>
          <p:nvPr>
            <p:ph type="dt" sz="half" idx="10"/>
          </p:nvPr>
        </p:nvSpPr>
        <p:spPr>
          <a:xfrm>
            <a:off x="102870" y="4839752"/>
            <a:ext cx="2620736" cy="273844"/>
          </a:xfrm>
        </p:spPr>
        <p:txBody>
          <a:bodyPr anchor="ctr">
            <a:normAutofit/>
          </a:bodyPr>
          <a:lstStyle/>
          <a:p>
            <a:pPr>
              <a:lnSpc>
                <a:spcPct val="90000"/>
              </a:lnSpc>
              <a:spcAft>
                <a:spcPts val="600"/>
              </a:spcAft>
            </a:pPr>
            <a:fld id="{2AA3A565-5035-4BE6-B361-351636DAAC91}" type="datetime1">
              <a:rPr lang="en-US" sz="1200" smtClean="0"/>
              <a:pPr>
                <a:lnSpc>
                  <a:spcPct val="90000"/>
                </a:lnSpc>
                <a:spcAft>
                  <a:spcPts val="600"/>
                </a:spcAft>
              </a:pPr>
              <a:t>10/28/26</a:t>
            </a:fld>
            <a:endParaRPr lang="en-US" sz="1200"/>
          </a:p>
        </p:txBody>
      </p:sp>
      <p:sp>
        <p:nvSpPr>
          <p:cNvPr id="13" name="Footer Placeholder 4">
            <a:extLst>
              <a:ext uri="{FF2B5EF4-FFF2-40B4-BE49-F238E27FC236}">
                <a16:creationId xmlns:a16="http://schemas.microsoft.com/office/drawing/2014/main" id="{62366FD5-1747-9C3F-245E-D097AB53CA19}"/>
              </a:ext>
            </a:extLst>
          </p:cNvPr>
          <p:cNvSpPr>
            <a:spLocks noGrp="1"/>
          </p:cNvSpPr>
          <p:nvPr>
            <p:ph type="ftr" sz="quarter" idx="11"/>
          </p:nvPr>
        </p:nvSpPr>
        <p:spPr>
          <a:xfrm>
            <a:off x="6657391" y="4839752"/>
            <a:ext cx="2104054" cy="273844"/>
          </a:xfrm>
        </p:spPr>
        <p:txBody>
          <a:bodyPr anchor="ctr">
            <a:normAutofit lnSpcReduction="10000"/>
          </a:bodyPr>
          <a:lstStyle/>
          <a:p>
            <a:pPr>
              <a:lnSpc>
                <a:spcPct val="90000"/>
              </a:lnSpc>
              <a:spcAft>
                <a:spcPts val="600"/>
              </a:spcAft>
            </a:pPr>
            <a:r>
              <a:rPr lang="en-US" sz="400"/>
              <a:t>
              </a:t>
            </a:r>
          </a:p>
        </p:txBody>
      </p:sp>
      <p:sp>
        <p:nvSpPr>
          <p:cNvPr id="2" name="Slide Number Placeholder 1">
            <a:extLst>
              <a:ext uri="{FF2B5EF4-FFF2-40B4-BE49-F238E27FC236}">
                <a16:creationId xmlns:a16="http://schemas.microsoft.com/office/drawing/2014/main" id="{E63BCB56-549E-5C6F-3430-CE101C0350CB}"/>
              </a:ext>
            </a:extLst>
          </p:cNvPr>
          <p:cNvSpPr>
            <a:spLocks noGrp="1"/>
          </p:cNvSpPr>
          <p:nvPr>
            <p:ph type="sldNum" sz="quarter" idx="12"/>
          </p:nvPr>
        </p:nvSpPr>
        <p:spPr>
          <a:xfrm>
            <a:off x="8724122" y="4839752"/>
            <a:ext cx="321905" cy="273844"/>
          </a:xfrm>
        </p:spPr>
        <p:txBody>
          <a:bodyPr anchor="ctr">
            <a:normAutofit fontScale="77500" lnSpcReduction="20000"/>
          </a:bodyPr>
          <a:lstStyle/>
          <a:p>
            <a:pPr>
              <a:lnSpc>
                <a:spcPct val="90000"/>
              </a:lnSpc>
              <a:spcAft>
                <a:spcPts val="600"/>
              </a:spcAft>
            </a:pPr>
            <a:fld id="{F7021451-1387-4CA6-816F-3879F97B5CBC}" type="slidenum">
              <a:rPr lang="en-US" sz="1200" b="0" smtClean="0"/>
              <a:pPr>
                <a:lnSpc>
                  <a:spcPct val="90000"/>
                </a:lnSpc>
                <a:spcAft>
                  <a:spcPts val="600"/>
                </a:spcAft>
              </a:pPr>
              <a:t>23</a:t>
            </a:fld>
            <a:endParaRPr lang="en-US" sz="1200"/>
          </a:p>
        </p:txBody>
      </p:sp>
      <p:graphicFrame>
        <p:nvGraphicFramePr>
          <p:cNvPr id="15" name="Content Placeholder 2">
            <a:extLst>
              <a:ext uri="{FF2B5EF4-FFF2-40B4-BE49-F238E27FC236}">
                <a16:creationId xmlns:a16="http://schemas.microsoft.com/office/drawing/2014/main" id="{442C7351-97F1-AEF3-1F15-4D6647D914E0}"/>
              </a:ext>
            </a:extLst>
          </p:cNvPr>
          <p:cNvGraphicFramePr>
            <a:graphicFrameLocks noGrp="1"/>
          </p:cNvGraphicFramePr>
          <p:nvPr>
            <p:ph idx="1"/>
            <p:extLst>
              <p:ext uri="{D42A27DB-BD31-4B8C-83A1-F6EECF244321}">
                <p14:modId xmlns:p14="http://schemas.microsoft.com/office/powerpoint/2010/main" val="1820307130"/>
              </p:ext>
            </p:extLst>
          </p:nvPr>
        </p:nvGraphicFramePr>
        <p:xfrm>
          <a:off x="459486" y="1286649"/>
          <a:ext cx="7990184" cy="344537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53001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D9A8E5-ACCD-8DA4-F31E-B60B2EE6C38B}"/>
              </a:ext>
            </a:extLst>
          </p:cNvPr>
          <p:cNvSpPr>
            <a:spLocks noGrp="1"/>
          </p:cNvSpPr>
          <p:nvPr>
            <p:ph type="title"/>
          </p:nvPr>
        </p:nvSpPr>
        <p:spPr/>
        <p:txBody>
          <a:bodyPr/>
          <a:lstStyle/>
          <a:p>
            <a:r>
              <a:rPr lang="en-US" dirty="0"/>
              <a:t>E-R diagram</a:t>
            </a:r>
          </a:p>
        </p:txBody>
      </p:sp>
      <p:sp>
        <p:nvSpPr>
          <p:cNvPr id="4" name="Date Placeholder 3">
            <a:extLst>
              <a:ext uri="{FF2B5EF4-FFF2-40B4-BE49-F238E27FC236}">
                <a16:creationId xmlns:a16="http://schemas.microsoft.com/office/drawing/2014/main" id="{DEDA8550-6B74-B985-813A-50A1F411EB13}"/>
              </a:ext>
            </a:extLst>
          </p:cNvPr>
          <p:cNvSpPr>
            <a:spLocks noGrp="1"/>
          </p:cNvSpPr>
          <p:nvPr>
            <p:ph type="dt" sz="half" idx="10"/>
          </p:nvPr>
        </p:nvSpPr>
        <p:spPr/>
        <p:txBody>
          <a:bodyPr/>
          <a:lstStyle/>
          <a:p>
            <a:fld id="{DE56FB41-7CEA-467A-8010-2C31BE8E945C}" type="datetime1">
              <a:rPr lang="en-DK"/>
              <a:t>28/10/2026</a:t>
            </a:fld>
            <a:endParaRPr lang="en-US"/>
          </a:p>
        </p:txBody>
      </p:sp>
      <p:sp>
        <p:nvSpPr>
          <p:cNvPr id="5" name="Footer Placeholder 4">
            <a:extLst>
              <a:ext uri="{FF2B5EF4-FFF2-40B4-BE49-F238E27FC236}">
                <a16:creationId xmlns:a16="http://schemas.microsoft.com/office/drawing/2014/main" id="{03B3519D-218E-7C1E-F7B9-A343137FD6F5}"/>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91B89900-D159-C776-4DB3-2F013D496D32}"/>
              </a:ext>
            </a:extLst>
          </p:cNvPr>
          <p:cNvSpPr>
            <a:spLocks noGrp="1"/>
          </p:cNvSpPr>
          <p:nvPr>
            <p:ph type="sldNum" sz="quarter" idx="12"/>
          </p:nvPr>
        </p:nvSpPr>
        <p:spPr/>
        <p:txBody>
          <a:bodyPr/>
          <a:lstStyle/>
          <a:p>
            <a:fld id="{CC057153-B650-4DEB-B370-79DDCFDCE934}" type="slidenum">
              <a:rPr lang="en-US" dirty="0"/>
              <a:t>24</a:t>
            </a:fld>
            <a:endParaRPr lang="en-US"/>
          </a:p>
        </p:txBody>
      </p:sp>
      <p:pic>
        <p:nvPicPr>
          <p:cNvPr id="9" name="Graphic 8">
            <a:extLst>
              <a:ext uri="{FF2B5EF4-FFF2-40B4-BE49-F238E27FC236}">
                <a16:creationId xmlns:a16="http://schemas.microsoft.com/office/drawing/2014/main" id="{79E19A2C-8B96-97A1-435C-53398EF828E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24518" y="3169523"/>
            <a:ext cx="6184900" cy="469900"/>
          </a:xfrm>
          <a:prstGeom prst="rect">
            <a:avLst/>
          </a:prstGeom>
        </p:spPr>
      </p:pic>
      <p:sp>
        <p:nvSpPr>
          <p:cNvPr id="11" name="TextBox 10">
            <a:extLst>
              <a:ext uri="{FF2B5EF4-FFF2-40B4-BE49-F238E27FC236}">
                <a16:creationId xmlns:a16="http://schemas.microsoft.com/office/drawing/2014/main" id="{FEBCE772-C711-F5E8-1311-7063C88DA5B3}"/>
              </a:ext>
            </a:extLst>
          </p:cNvPr>
          <p:cNvSpPr txBox="1"/>
          <p:nvPr/>
        </p:nvSpPr>
        <p:spPr>
          <a:xfrm>
            <a:off x="1413238" y="1378330"/>
            <a:ext cx="4572000" cy="1200329"/>
          </a:xfrm>
          <a:prstGeom prst="rect">
            <a:avLst/>
          </a:prstGeom>
          <a:noFill/>
        </p:spPr>
        <p:txBody>
          <a:bodyPr wrap="square">
            <a:spAutoFit/>
          </a:bodyPr>
          <a:lstStyle/>
          <a:p>
            <a:pPr>
              <a:buNone/>
            </a:pPr>
            <a:r>
              <a:rPr lang="en-DK" b="1" dirty="0"/>
              <a:t> </a:t>
            </a:r>
            <a:r>
              <a:rPr lang="en-DK" dirty="0"/>
              <a:t>E/R-diagram står for </a:t>
            </a:r>
            <a:r>
              <a:rPr lang="en-DK" i="1" dirty="0"/>
              <a:t>Entitets/Relations-diagram</a:t>
            </a:r>
            <a:r>
              <a:rPr lang="en-DK" dirty="0"/>
              <a:t>. Diagrammet viser, hvilke sammenhænge der er mellem de enkelte tabeller i en database.</a:t>
            </a:r>
            <a:endParaRPr lang="en-DK" b="1" dirty="0"/>
          </a:p>
        </p:txBody>
      </p:sp>
    </p:spTree>
    <p:extLst>
      <p:ext uri="{BB962C8B-B14F-4D97-AF65-F5344CB8AC3E}">
        <p14:creationId xmlns:p14="http://schemas.microsoft.com/office/powerpoint/2010/main" val="8225938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EA9E0C-2110-654C-F1DA-768C3C64B7F9}"/>
              </a:ext>
            </a:extLst>
          </p:cNvPr>
          <p:cNvSpPr>
            <a:spLocks noGrp="1"/>
          </p:cNvSpPr>
          <p:nvPr>
            <p:ph type="title"/>
          </p:nvPr>
        </p:nvSpPr>
        <p:spPr/>
        <p:txBody>
          <a:bodyPr/>
          <a:lstStyle/>
          <a:p>
            <a:r>
              <a:rPr lang="en-DK" dirty="0"/>
              <a:t>1:m m:m</a:t>
            </a:r>
          </a:p>
        </p:txBody>
      </p:sp>
      <p:sp>
        <p:nvSpPr>
          <p:cNvPr id="3" name="Content Placeholder 2">
            <a:extLst>
              <a:ext uri="{FF2B5EF4-FFF2-40B4-BE49-F238E27FC236}">
                <a16:creationId xmlns:a16="http://schemas.microsoft.com/office/drawing/2014/main" id="{D1FE9DE1-4064-F814-C451-8961AE0D6F56}"/>
              </a:ext>
            </a:extLst>
          </p:cNvPr>
          <p:cNvSpPr>
            <a:spLocks noGrp="1"/>
          </p:cNvSpPr>
          <p:nvPr>
            <p:ph idx="1"/>
          </p:nvPr>
        </p:nvSpPr>
        <p:spPr/>
        <p:txBody>
          <a:bodyPr/>
          <a:lstStyle/>
          <a:p>
            <a:endParaRPr lang="en-DK"/>
          </a:p>
        </p:txBody>
      </p:sp>
      <p:sp>
        <p:nvSpPr>
          <p:cNvPr id="4" name="Date Placeholder 3">
            <a:extLst>
              <a:ext uri="{FF2B5EF4-FFF2-40B4-BE49-F238E27FC236}">
                <a16:creationId xmlns:a16="http://schemas.microsoft.com/office/drawing/2014/main" id="{5306C39D-5F85-2D43-5839-0C780B2AB346}"/>
              </a:ext>
            </a:extLst>
          </p:cNvPr>
          <p:cNvSpPr>
            <a:spLocks noGrp="1"/>
          </p:cNvSpPr>
          <p:nvPr>
            <p:ph type="dt" sz="half" idx="10"/>
          </p:nvPr>
        </p:nvSpPr>
        <p:spPr/>
        <p:txBody>
          <a:bodyPr/>
          <a:lstStyle/>
          <a:p>
            <a:fld id="{7AA5FDE0-F215-B04D-8FAC-7E3EB7A88396}" type="datetime1">
              <a:rPr lang="en-US" smtClean="0"/>
              <a:t>10/28/26</a:t>
            </a:fld>
            <a:endParaRPr lang="en-US"/>
          </a:p>
        </p:txBody>
      </p:sp>
      <p:sp>
        <p:nvSpPr>
          <p:cNvPr id="5" name="Footer Placeholder 4">
            <a:extLst>
              <a:ext uri="{FF2B5EF4-FFF2-40B4-BE49-F238E27FC236}">
                <a16:creationId xmlns:a16="http://schemas.microsoft.com/office/drawing/2014/main" id="{18755DE9-8F07-C03A-516C-4F83905CE9BA}"/>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04B2EE39-F259-F31B-5F21-121AEEACBE23}"/>
              </a:ext>
            </a:extLst>
          </p:cNvPr>
          <p:cNvSpPr>
            <a:spLocks noGrp="1"/>
          </p:cNvSpPr>
          <p:nvPr>
            <p:ph type="sldNum" sz="quarter" idx="12"/>
          </p:nvPr>
        </p:nvSpPr>
        <p:spPr/>
        <p:txBody>
          <a:bodyPr/>
          <a:lstStyle/>
          <a:p>
            <a:fld id="{CC057153-B650-4DEB-B370-79DDCFDCE934}" type="slidenum">
              <a:rPr lang="en-US" smtClean="0"/>
              <a:t>25</a:t>
            </a:fld>
            <a:endParaRPr lang="en-US"/>
          </a:p>
        </p:txBody>
      </p:sp>
      <p:pic>
        <p:nvPicPr>
          <p:cNvPr id="7" name="Graphic 6">
            <a:extLst>
              <a:ext uri="{FF2B5EF4-FFF2-40B4-BE49-F238E27FC236}">
                <a16:creationId xmlns:a16="http://schemas.microsoft.com/office/drawing/2014/main" id="{27F7D14F-6481-F22F-072A-37BAFEAB36C3}"/>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479550" y="1788212"/>
            <a:ext cx="6184900" cy="1778000"/>
          </a:xfrm>
          <a:prstGeom prst="rect">
            <a:avLst/>
          </a:prstGeom>
        </p:spPr>
      </p:pic>
    </p:spTree>
    <p:extLst>
      <p:ext uri="{BB962C8B-B14F-4D97-AF65-F5344CB8AC3E}">
        <p14:creationId xmlns:p14="http://schemas.microsoft.com/office/powerpoint/2010/main" val="38544973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06613D-3DF6-AB39-361D-FB98FE6C504C}"/>
              </a:ext>
            </a:extLst>
          </p:cNvPr>
          <p:cNvSpPr>
            <a:spLocks noGrp="1"/>
          </p:cNvSpPr>
          <p:nvPr>
            <p:ph type="title"/>
          </p:nvPr>
        </p:nvSpPr>
        <p:spPr/>
        <p:txBody>
          <a:bodyPr/>
          <a:lstStyle/>
          <a:p>
            <a:r>
              <a:rPr lang="en-DK" dirty="0"/>
              <a:t>1:m</a:t>
            </a:r>
          </a:p>
        </p:txBody>
      </p:sp>
      <p:pic>
        <p:nvPicPr>
          <p:cNvPr id="7" name="Content Placeholder 6">
            <a:extLst>
              <a:ext uri="{FF2B5EF4-FFF2-40B4-BE49-F238E27FC236}">
                <a16:creationId xmlns:a16="http://schemas.microsoft.com/office/drawing/2014/main" id="{0BA10E8B-B65D-443D-0BAF-C2BF0D793830}"/>
              </a:ext>
              <a:ext uri="{C183D7F6-B498-43B3-948B-1728B52AA6E4}">
                <adec:decorative xmlns:adec="http://schemas.microsoft.com/office/drawing/2017/decorative" val="1"/>
              </a:ext>
            </a:extLst>
          </p:cNvPr>
          <p:cNvPicPr>
            <a:picLocks noGrp="1" noChangeAspect="1"/>
          </p:cNvPicPr>
          <p:nvPr>
            <p:ph idx="1"/>
          </p:nvPr>
        </p:nvPicPr>
        <p:blipFill>
          <a:blip>
            <a:extLst>
              <a:ext uri="{96DAC541-7B7A-43D3-8B79-37D633B846F1}">
                <asvg:svgBlip xmlns:asvg="http://schemas.microsoft.com/office/drawing/2016/SVG/main" r:embed="rId2"/>
              </a:ext>
            </a:extLst>
          </a:blip>
          <a:stretch>
            <a:fillRect/>
          </a:stretch>
        </p:blipFill>
        <p:spPr>
          <a:xfrm>
            <a:off x="1362075" y="1447006"/>
            <a:ext cx="6184900" cy="3124200"/>
          </a:xfrm>
          <a:prstGeom prst="rect">
            <a:avLst/>
          </a:prstGeom>
        </p:spPr>
      </p:pic>
      <p:sp>
        <p:nvSpPr>
          <p:cNvPr id="4" name="Date Placeholder 3">
            <a:extLst>
              <a:ext uri="{FF2B5EF4-FFF2-40B4-BE49-F238E27FC236}">
                <a16:creationId xmlns:a16="http://schemas.microsoft.com/office/drawing/2014/main" id="{EB5E8043-BD4C-CAC7-A7C2-CA1C233CA7D9}"/>
              </a:ext>
            </a:extLst>
          </p:cNvPr>
          <p:cNvSpPr>
            <a:spLocks noGrp="1"/>
          </p:cNvSpPr>
          <p:nvPr>
            <p:ph type="dt" sz="half" idx="10"/>
          </p:nvPr>
        </p:nvSpPr>
        <p:spPr/>
        <p:txBody>
          <a:bodyPr/>
          <a:lstStyle/>
          <a:p>
            <a:fld id="{6C44FCE1-088C-B64D-AD04-6D7A9D44AC80}" type="datetime1">
              <a:rPr lang="en-US" smtClean="0"/>
              <a:t>10/28/26</a:t>
            </a:fld>
            <a:endParaRPr lang="en-US"/>
          </a:p>
        </p:txBody>
      </p:sp>
      <p:sp>
        <p:nvSpPr>
          <p:cNvPr id="5" name="Footer Placeholder 4">
            <a:extLst>
              <a:ext uri="{FF2B5EF4-FFF2-40B4-BE49-F238E27FC236}">
                <a16:creationId xmlns:a16="http://schemas.microsoft.com/office/drawing/2014/main" id="{C1A640FB-096A-1C15-E7DD-2EACBB90FBC9}"/>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0CBC7FD0-79EB-1DCF-1A55-7F11D5091535}"/>
              </a:ext>
            </a:extLst>
          </p:cNvPr>
          <p:cNvSpPr>
            <a:spLocks noGrp="1"/>
          </p:cNvSpPr>
          <p:nvPr>
            <p:ph type="sldNum" sz="quarter" idx="12"/>
          </p:nvPr>
        </p:nvSpPr>
        <p:spPr/>
        <p:txBody>
          <a:bodyPr/>
          <a:lstStyle/>
          <a:p>
            <a:fld id="{CC057153-B650-4DEB-B370-79DDCFDCE934}" type="slidenum">
              <a:rPr lang="en-US" smtClean="0"/>
              <a:t>26</a:t>
            </a:fld>
            <a:endParaRPr lang="en-US"/>
          </a:p>
        </p:txBody>
      </p:sp>
    </p:spTree>
    <p:extLst>
      <p:ext uri="{BB962C8B-B14F-4D97-AF65-F5344CB8AC3E}">
        <p14:creationId xmlns:p14="http://schemas.microsoft.com/office/powerpoint/2010/main" val="1678795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billede 1">
            <a:extLst>
              <a:ext uri="{FF2B5EF4-FFF2-40B4-BE49-F238E27FC236}">
                <a16:creationId xmlns:a16="http://schemas.microsoft.com/office/drawing/2014/main" id="{4EBE7D58-0299-4ADE-A4D7-B50BD44C4529}"/>
              </a:ext>
            </a:extLst>
          </p:cNvPr>
          <p:cNvSpPr>
            <a:spLocks noGrp="1"/>
          </p:cNvSpPr>
          <p:nvPr>
            <p:ph type="pic" sz="quarter" idx="10"/>
          </p:nvPr>
        </p:nvSpPr>
        <p:spPr/>
        <p:txBody>
          <a:bodyPr/>
          <a:lstStyle/>
          <a:p>
            <a:endParaRPr lang="en-DK"/>
          </a:p>
        </p:txBody>
      </p:sp>
      <p:sp>
        <p:nvSpPr>
          <p:cNvPr id="3" name="Titel 2">
            <a:extLst>
              <a:ext uri="{FF2B5EF4-FFF2-40B4-BE49-F238E27FC236}">
                <a16:creationId xmlns:a16="http://schemas.microsoft.com/office/drawing/2014/main" id="{7B6400C4-F3D0-461D-9FB7-D299674DBE99}"/>
              </a:ext>
            </a:extLst>
          </p:cNvPr>
          <p:cNvSpPr>
            <a:spLocks noGrp="1"/>
          </p:cNvSpPr>
          <p:nvPr>
            <p:ph type="ctrTitle"/>
          </p:nvPr>
        </p:nvSpPr>
        <p:spPr/>
        <p:txBody>
          <a:bodyPr/>
          <a:lstStyle/>
          <a:p>
            <a:endParaRPr lang="da-DK"/>
          </a:p>
        </p:txBody>
      </p:sp>
      <p:sp>
        <p:nvSpPr>
          <p:cNvPr id="4" name="Undertitel 3">
            <a:extLst>
              <a:ext uri="{FF2B5EF4-FFF2-40B4-BE49-F238E27FC236}">
                <a16:creationId xmlns:a16="http://schemas.microsoft.com/office/drawing/2014/main" id="{586C7FD4-792D-4583-AD80-F243F6719A0F}"/>
              </a:ext>
            </a:extLst>
          </p:cNvPr>
          <p:cNvSpPr>
            <a:spLocks noGrp="1"/>
          </p:cNvSpPr>
          <p:nvPr>
            <p:ph type="subTitle" idx="1"/>
          </p:nvPr>
        </p:nvSpPr>
        <p:spPr/>
        <p:txBody>
          <a:bodyPr/>
          <a:lstStyle/>
          <a:p>
            <a:endParaRPr lang="da-DK"/>
          </a:p>
        </p:txBody>
      </p:sp>
      <p:sp>
        <p:nvSpPr>
          <p:cNvPr id="5" name="object 6">
            <a:extLst>
              <a:ext uri="{FF2B5EF4-FFF2-40B4-BE49-F238E27FC236}">
                <a16:creationId xmlns:a16="http://schemas.microsoft.com/office/drawing/2014/main" id="{22B9E361-AA2E-4DA1-9103-C25F01A12170}"/>
              </a:ext>
            </a:extLst>
          </p:cNvPr>
          <p:cNvSpPr/>
          <p:nvPr/>
        </p:nvSpPr>
        <p:spPr>
          <a:xfrm>
            <a:off x="0" y="3117"/>
            <a:ext cx="9132266" cy="5137265"/>
          </a:xfrm>
          <a:prstGeom prst="rect">
            <a:avLst/>
          </a:prstGeom>
          <a:blipFill>
            <a:blip r:embed="rId3" cstate="print"/>
            <a:stretch>
              <a:fillRect/>
            </a:stretch>
          </a:blipFill>
        </p:spPr>
        <p:txBody>
          <a:bodyPr wrap="square" lIns="0" tIns="0" rIns="0" bIns="0" rtlCol="0"/>
          <a:lstStyle/>
          <a:p>
            <a:endParaRPr/>
          </a:p>
        </p:txBody>
      </p:sp>
      <p:sp>
        <p:nvSpPr>
          <p:cNvPr id="6" name="object 7">
            <a:extLst>
              <a:ext uri="{FF2B5EF4-FFF2-40B4-BE49-F238E27FC236}">
                <a16:creationId xmlns:a16="http://schemas.microsoft.com/office/drawing/2014/main" id="{AD59CA99-3C41-4E1B-8F82-BFD0B7912FD8}"/>
              </a:ext>
            </a:extLst>
          </p:cNvPr>
          <p:cNvSpPr txBox="1"/>
          <p:nvPr/>
        </p:nvSpPr>
        <p:spPr>
          <a:xfrm>
            <a:off x="162778" y="3111143"/>
            <a:ext cx="7100888" cy="1936813"/>
          </a:xfrm>
          <a:prstGeom prst="rect">
            <a:avLst/>
          </a:prstGeom>
        </p:spPr>
        <p:txBody>
          <a:bodyPr vert="horz" wrap="square" lIns="0" tIns="164783" rIns="0" bIns="0" rtlCol="0">
            <a:spAutoFit/>
          </a:bodyPr>
          <a:lstStyle/>
          <a:p>
            <a:pPr marL="9525">
              <a:spcBef>
                <a:spcPts val="1298"/>
              </a:spcBef>
            </a:pPr>
            <a:r>
              <a:rPr sz="3600" spc="-4">
                <a:solidFill>
                  <a:srgbClr val="FFFFFF"/>
                </a:solidFill>
                <a:latin typeface="Calibri"/>
                <a:cs typeface="Calibri"/>
              </a:rPr>
              <a:t>MySQL</a:t>
            </a:r>
            <a:endParaRPr sz="3600">
              <a:latin typeface="Calibri"/>
              <a:cs typeface="Calibri"/>
            </a:endParaRPr>
          </a:p>
          <a:p>
            <a:pPr marL="9525">
              <a:spcBef>
                <a:spcPts val="1223"/>
              </a:spcBef>
            </a:pPr>
            <a:r>
              <a:rPr lang="da-DK" sz="3600" spc="-4">
                <a:solidFill>
                  <a:srgbClr val="FFFFFF"/>
                </a:solidFill>
                <a:latin typeface="Calibri"/>
                <a:cs typeface="Calibri"/>
              </a:rPr>
              <a:t> </a:t>
            </a:r>
            <a:endParaRPr sz="2700">
              <a:latin typeface="Calibri"/>
              <a:cs typeface="Calibri"/>
            </a:endParaRPr>
          </a:p>
          <a:p>
            <a:pPr marL="4131945">
              <a:spcBef>
                <a:spcPts val="3194"/>
              </a:spcBef>
            </a:pPr>
            <a:r>
              <a:rPr sz="638" spc="-4">
                <a:solidFill>
                  <a:srgbClr val="FFFFFF"/>
                </a:solidFill>
                <a:latin typeface="Calibri"/>
                <a:cs typeface="Calibri"/>
              </a:rPr>
              <a:t>Copyright © 2015, Oracle and/or its affiliates. All rights</a:t>
            </a:r>
            <a:r>
              <a:rPr sz="638" spc="15">
                <a:solidFill>
                  <a:srgbClr val="FFFFFF"/>
                </a:solidFill>
                <a:latin typeface="Calibri"/>
                <a:cs typeface="Calibri"/>
              </a:rPr>
              <a:t> </a:t>
            </a:r>
            <a:r>
              <a:rPr sz="638" spc="-4">
                <a:solidFill>
                  <a:srgbClr val="FFFFFF"/>
                </a:solidFill>
                <a:latin typeface="Calibri"/>
                <a:cs typeface="Calibri"/>
              </a:rPr>
              <a:t>reserved.</a:t>
            </a:r>
            <a:endParaRPr sz="638">
              <a:latin typeface="Calibri"/>
              <a:cs typeface="Calibri"/>
            </a:endParaRPr>
          </a:p>
        </p:txBody>
      </p:sp>
    </p:spTree>
    <p:extLst>
      <p:ext uri="{BB962C8B-B14F-4D97-AF65-F5344CB8AC3E}">
        <p14:creationId xmlns:p14="http://schemas.microsoft.com/office/powerpoint/2010/main" val="1354273365"/>
      </p:ext>
    </p:extLst>
  </p:cSld>
  <p:clrMapOvr>
    <a:masterClrMapping/>
  </p:clrMapOvr>
  <p:transition spd="slow">
    <p:push dir="u"/>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ladsholder til billede 4" descr="Et billede, der indeholder tekst, skærmbillede, Font/skrifttype, design&#10;&#10;AI-genereret indhold kan være ukorrekt.">
            <a:extLst>
              <a:ext uri="{FF2B5EF4-FFF2-40B4-BE49-F238E27FC236}">
                <a16:creationId xmlns:a16="http://schemas.microsoft.com/office/drawing/2014/main" id="{4A8BF141-1003-C723-D849-5858AFB96454}"/>
              </a:ext>
            </a:extLst>
          </p:cNvPr>
          <p:cNvPicPr>
            <a:picLocks noGrp="1" noChangeAspect="1"/>
          </p:cNvPicPr>
          <p:nvPr>
            <p:ph idx="1"/>
          </p:nvPr>
        </p:nvPicPr>
        <p:blipFill>
          <a:blip r:embed="rId2"/>
          <a:stretch>
            <a:fillRect/>
          </a:stretch>
        </p:blipFill>
        <p:spPr>
          <a:xfrm>
            <a:off x="90488" y="353401"/>
            <a:ext cx="8963025" cy="4436697"/>
          </a:xfrm>
          <a:prstGeom prst="rect">
            <a:avLst/>
          </a:prstGeom>
          <a:noFill/>
        </p:spPr>
      </p:pic>
    </p:spTree>
    <p:extLst>
      <p:ext uri="{BB962C8B-B14F-4D97-AF65-F5344CB8AC3E}">
        <p14:creationId xmlns:p14="http://schemas.microsoft.com/office/powerpoint/2010/main" val="77341328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5D3C086-307A-9D9B-4370-5C9AC66FBF81}"/>
              </a:ext>
            </a:extLst>
          </p:cNvPr>
          <p:cNvSpPr>
            <a:spLocks noGrp="1"/>
          </p:cNvSpPr>
          <p:nvPr>
            <p:ph type="title"/>
          </p:nvPr>
        </p:nvSpPr>
        <p:spPr>
          <a:xfrm>
            <a:off x="5483923" y="411480"/>
            <a:ext cx="2965747" cy="853956"/>
          </a:xfrm>
        </p:spPr>
        <p:txBody>
          <a:bodyPr>
            <a:normAutofit fontScale="90000"/>
          </a:bodyPr>
          <a:lstStyle/>
          <a:p>
            <a:r>
              <a:rPr lang="da-DK" b="0">
                <a:latin typeface="Consolas"/>
              </a:rPr>
              <a:t>mysql.server start</a:t>
            </a:r>
            <a:endParaRPr lang="da-DK"/>
          </a:p>
          <a:p>
            <a:r>
              <a:rPr lang="da-DK" b="0" dirty="0">
                <a:latin typeface="Consolas"/>
              </a:rPr>
              <a:t>mysql.server stop</a:t>
            </a:r>
            <a:br>
              <a:rPr lang="da-DK" b="0" dirty="0">
                <a:latin typeface="Consolas"/>
              </a:rPr>
            </a:br>
            <a:br>
              <a:rPr lang="da-DK" b="0" dirty="0">
                <a:latin typeface="Consolas"/>
              </a:rPr>
            </a:br>
            <a:br>
              <a:rPr lang="da-DK" b="0" dirty="0">
                <a:latin typeface="Consolas"/>
              </a:rPr>
            </a:br>
            <a:r>
              <a:rPr lang="da-DK" b="0">
                <a:latin typeface="Consolas"/>
              </a:rPr>
              <a:t>(no password by default </a:t>
            </a:r>
            <a:r>
              <a:rPr lang="da-DK" b="0" dirty="0">
                <a:latin typeface="Consolas"/>
              </a:rPr>
              <a:t>in mac) </a:t>
            </a:r>
          </a:p>
          <a:p>
            <a:endParaRPr lang="da-DK"/>
          </a:p>
        </p:txBody>
      </p:sp>
      <p:pic>
        <p:nvPicPr>
          <p:cNvPr id="7" name="Pladsholder til indhold 6" descr="Et billede, der indeholder tekst, skærmbillede, Font/skrifttype, design&#10;&#10;AI-genereret indhold kan være ukorrekt.">
            <a:extLst>
              <a:ext uri="{FF2B5EF4-FFF2-40B4-BE49-F238E27FC236}">
                <a16:creationId xmlns:a16="http://schemas.microsoft.com/office/drawing/2014/main" id="{8127A8C2-F71B-E3D8-58C4-0231C190AD25}"/>
              </a:ext>
            </a:extLst>
          </p:cNvPr>
          <p:cNvPicPr>
            <a:picLocks noGrp="1" noChangeAspect="1"/>
          </p:cNvPicPr>
          <p:nvPr>
            <p:ph idx="1"/>
          </p:nvPr>
        </p:nvPicPr>
        <p:blipFill>
          <a:blip r:embed="rId2"/>
          <a:stretch>
            <a:fillRect/>
          </a:stretch>
        </p:blipFill>
        <p:spPr>
          <a:xfrm>
            <a:off x="458840" y="230624"/>
            <a:ext cx="4572000" cy="1623596"/>
          </a:xfrm>
          <a:prstGeom prst="rect">
            <a:avLst/>
          </a:prstGeom>
        </p:spPr>
      </p:pic>
      <p:sp>
        <p:nvSpPr>
          <p:cNvPr id="4" name="Pladsholder til dato 3">
            <a:extLst>
              <a:ext uri="{FF2B5EF4-FFF2-40B4-BE49-F238E27FC236}">
                <a16:creationId xmlns:a16="http://schemas.microsoft.com/office/drawing/2014/main" id="{D539AA61-1CD3-4D0F-B8F6-70A226CEAC50}"/>
              </a:ext>
            </a:extLst>
          </p:cNvPr>
          <p:cNvSpPr>
            <a:spLocks noGrp="1"/>
          </p:cNvSpPr>
          <p:nvPr>
            <p:ph type="dt" sz="half" idx="10"/>
          </p:nvPr>
        </p:nvSpPr>
        <p:spPr/>
        <p:txBody>
          <a:bodyPr/>
          <a:lstStyle/>
          <a:p>
            <a:fld id="{E2097159-864C-4908-AB28-2434352D7E25}" type="datetime1">
              <a:rPr lang="en-DK"/>
              <a:t>28/10/2026</a:t>
            </a:fld>
            <a:endParaRPr lang="en-US"/>
          </a:p>
        </p:txBody>
      </p:sp>
      <p:sp>
        <p:nvSpPr>
          <p:cNvPr id="5" name="Pladsholder til sidefod 4">
            <a:extLst>
              <a:ext uri="{FF2B5EF4-FFF2-40B4-BE49-F238E27FC236}">
                <a16:creationId xmlns:a16="http://schemas.microsoft.com/office/drawing/2014/main" id="{BB66175B-4D79-BC0C-631C-26327C6E14C8}"/>
              </a:ext>
            </a:extLst>
          </p:cNvPr>
          <p:cNvSpPr>
            <a:spLocks noGrp="1"/>
          </p:cNvSpPr>
          <p:nvPr>
            <p:ph type="ftr" sz="quarter" idx="11"/>
          </p:nvPr>
        </p:nvSpPr>
        <p:spPr/>
        <p:txBody>
          <a:bodyPr/>
          <a:lstStyle/>
          <a:p>
            <a:r>
              <a:rPr lang="en-US"/>
              <a:t>
              </a:t>
            </a:r>
          </a:p>
        </p:txBody>
      </p:sp>
      <p:sp>
        <p:nvSpPr>
          <p:cNvPr id="6" name="Pladsholder til slidenummer 5">
            <a:extLst>
              <a:ext uri="{FF2B5EF4-FFF2-40B4-BE49-F238E27FC236}">
                <a16:creationId xmlns:a16="http://schemas.microsoft.com/office/drawing/2014/main" id="{F287E9A8-A164-D102-2ED4-A494FEA3AE5B}"/>
              </a:ext>
            </a:extLst>
          </p:cNvPr>
          <p:cNvSpPr>
            <a:spLocks noGrp="1"/>
          </p:cNvSpPr>
          <p:nvPr>
            <p:ph type="sldNum" sz="quarter" idx="12"/>
          </p:nvPr>
        </p:nvSpPr>
        <p:spPr/>
        <p:txBody>
          <a:bodyPr/>
          <a:lstStyle/>
          <a:p>
            <a:fld id="{CC057153-B650-4DEB-B370-79DDCFDCE934}" type="slidenum">
              <a:rPr lang="en-US" dirty="0"/>
              <a:t>29</a:t>
            </a:fld>
            <a:endParaRPr lang="en-US"/>
          </a:p>
        </p:txBody>
      </p:sp>
      <p:pic>
        <p:nvPicPr>
          <p:cNvPr id="8" name="Billede 7" descr="Et billede, der indeholder tekst, skærmbillede, Font/skrifttype, design&#10;&#10;AI-genereret indhold kan være ukorrekt.">
            <a:extLst>
              <a:ext uri="{FF2B5EF4-FFF2-40B4-BE49-F238E27FC236}">
                <a16:creationId xmlns:a16="http://schemas.microsoft.com/office/drawing/2014/main" id="{4E0F170C-1E28-8505-190B-F696EAA4836F}"/>
              </a:ext>
            </a:extLst>
          </p:cNvPr>
          <p:cNvPicPr>
            <a:picLocks noChangeAspect="1"/>
          </p:cNvPicPr>
          <p:nvPr/>
        </p:nvPicPr>
        <p:blipFill>
          <a:blip r:embed="rId3"/>
          <a:stretch>
            <a:fillRect/>
          </a:stretch>
        </p:blipFill>
        <p:spPr>
          <a:xfrm>
            <a:off x="0" y="2084780"/>
            <a:ext cx="5543550" cy="2759877"/>
          </a:xfrm>
          <a:prstGeom prst="rect">
            <a:avLst/>
          </a:prstGeom>
        </p:spPr>
      </p:pic>
    </p:spTree>
    <p:extLst>
      <p:ext uri="{BB962C8B-B14F-4D97-AF65-F5344CB8AC3E}">
        <p14:creationId xmlns:p14="http://schemas.microsoft.com/office/powerpoint/2010/main" val="424121623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Introduktion til MySQL Workbench</a:t>
            </a:r>
          </a:p>
        </p:txBody>
      </p:sp>
      <p:sp>
        <p:nvSpPr>
          <p:cNvPr id="3" name="Content Placeholder 2"/>
          <p:cNvSpPr>
            <a:spLocks noGrp="1"/>
          </p:cNvSpPr>
          <p:nvPr>
            <p:ph idx="1"/>
          </p:nvPr>
        </p:nvSpPr>
        <p:spPr/>
        <p:txBody>
          <a:bodyPr/>
          <a:lstStyle/>
          <a:p>
            <a:r>
              <a:t>MySQL Workbench er et grafisk værktøj udviklet af Oracle.</a:t>
            </a:r>
          </a:p>
          <a:p>
            <a:r>
              <a:t>Det anses for at være lettere at bruge end pgAdmin.</a:t>
            </a:r>
          </a:p>
          <a:p>
            <a:r>
              <a:t>Understøtter SQL-udvikling, datamodellering og serveradministration.</a:t>
            </a:r>
          </a:p>
        </p:txBody>
      </p:sp>
    </p:spTree>
    <p:extLst>
      <p:ext uri="{BB962C8B-B14F-4D97-AF65-F5344CB8AC3E}">
        <p14:creationId xmlns:p14="http://schemas.microsoft.com/office/powerpoint/2010/main" val="415110092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068F55D-BA1D-E19D-CEAA-0919E8CABF2B}"/>
              </a:ext>
            </a:extLst>
          </p:cNvPr>
          <p:cNvSpPr>
            <a:spLocks noGrp="1"/>
          </p:cNvSpPr>
          <p:nvPr>
            <p:ph type="dt" sz="half" idx="10"/>
          </p:nvPr>
        </p:nvSpPr>
        <p:spPr/>
        <p:txBody>
          <a:bodyPr/>
          <a:lstStyle/>
          <a:p>
            <a:fld id="{B8C962A4-FDAB-46EA-8835-BA98A41F4358}" type="datetime1">
              <a:rPr lang="en-DK"/>
              <a:t>28/10/2026</a:t>
            </a:fld>
            <a:endParaRPr lang="en-US"/>
          </a:p>
        </p:txBody>
      </p:sp>
      <p:sp>
        <p:nvSpPr>
          <p:cNvPr id="3" name="Footer Placeholder 2">
            <a:extLst>
              <a:ext uri="{FF2B5EF4-FFF2-40B4-BE49-F238E27FC236}">
                <a16:creationId xmlns:a16="http://schemas.microsoft.com/office/drawing/2014/main" id="{7AA30A93-21B2-A1E3-E4E9-217517030DFE}"/>
              </a:ext>
            </a:extLst>
          </p:cNvPr>
          <p:cNvSpPr>
            <a:spLocks noGrp="1"/>
          </p:cNvSpPr>
          <p:nvPr>
            <p:ph type="ftr" sz="quarter" idx="11"/>
          </p:nvPr>
        </p:nvSpPr>
        <p:spPr/>
        <p:txBody>
          <a:bodyPr/>
          <a:lstStyle/>
          <a:p>
            <a:r>
              <a:rPr lang="en-US"/>
              <a:t>
              </a:t>
            </a:r>
          </a:p>
        </p:txBody>
      </p:sp>
      <p:sp>
        <p:nvSpPr>
          <p:cNvPr id="4" name="Slide Number Placeholder 3">
            <a:extLst>
              <a:ext uri="{FF2B5EF4-FFF2-40B4-BE49-F238E27FC236}">
                <a16:creationId xmlns:a16="http://schemas.microsoft.com/office/drawing/2014/main" id="{12DAFE6F-AA5C-DFCF-3564-F1AE1585C598}"/>
              </a:ext>
            </a:extLst>
          </p:cNvPr>
          <p:cNvSpPr>
            <a:spLocks noGrp="1"/>
          </p:cNvSpPr>
          <p:nvPr>
            <p:ph type="sldNum" sz="quarter" idx="12"/>
          </p:nvPr>
        </p:nvSpPr>
        <p:spPr/>
        <p:txBody>
          <a:bodyPr/>
          <a:lstStyle/>
          <a:p>
            <a:fld id="{CC057153-B650-4DEB-B370-79DDCFDCE934}" type="slidenum">
              <a:rPr lang="en-US" dirty="0"/>
              <a:t>31</a:t>
            </a:fld>
            <a:endParaRPr lang="en-US"/>
          </a:p>
        </p:txBody>
      </p:sp>
      <p:sp>
        <p:nvSpPr>
          <p:cNvPr id="6" name="object 3">
            <a:extLst>
              <a:ext uri="{FF2B5EF4-FFF2-40B4-BE49-F238E27FC236}">
                <a16:creationId xmlns:a16="http://schemas.microsoft.com/office/drawing/2014/main" id="{B981B3AB-3740-8FBC-90B3-A3370B3F070A}"/>
              </a:ext>
            </a:extLst>
          </p:cNvPr>
          <p:cNvSpPr txBox="1">
            <a:spLocks/>
          </p:cNvSpPr>
          <p:nvPr/>
        </p:nvSpPr>
        <p:spPr>
          <a:xfrm>
            <a:off x="-82140" y="-88900"/>
            <a:ext cx="8418405" cy="2012859"/>
          </a:xfrm>
          <a:prstGeom prst="rect">
            <a:avLst/>
          </a:prstGeom>
        </p:spPr>
        <p:txBody>
          <a:bodyPr vert="horz" wrap="square" lIns="0" tIns="749300" rIns="0" bIns="0" rtlCol="0" anchor="t">
            <a:spAutoFit/>
          </a:bodyPr>
          <a:lstStyle>
            <a:lvl1pPr>
              <a:defRPr>
                <a:latin typeface="+mj-lt"/>
                <a:ea typeface="+mj-ea"/>
                <a:cs typeface="+mj-cs"/>
              </a:defRPr>
            </a:lvl1pPr>
          </a:lstStyle>
          <a:p>
            <a:pPr marL="630555" algn="l">
              <a:lnSpc>
                <a:spcPct val="90000"/>
              </a:lnSpc>
              <a:spcBef>
                <a:spcPct val="0"/>
              </a:spcBef>
            </a:pPr>
            <a:r>
              <a:rPr lang="da-DK" sz="3600" b="1" kern="1200">
                <a:solidFill>
                  <a:schemeClr val="tx1"/>
                </a:solidFill>
              </a:rPr>
              <a:t>Demo</a:t>
            </a:r>
            <a:endParaRPr lang="en-US">
              <a:solidFill>
                <a:schemeClr val="tx1"/>
              </a:solidFill>
            </a:endParaRPr>
          </a:p>
          <a:p>
            <a:pPr marL="630555" algn="l" rtl="0">
              <a:lnSpc>
                <a:spcPct val="90000"/>
              </a:lnSpc>
              <a:spcBef>
                <a:spcPct val="0"/>
              </a:spcBef>
            </a:pPr>
            <a:r>
              <a:rPr lang="da-DK" sz="3600" b="1" kern="1200" err="1">
                <a:solidFill>
                  <a:schemeClr val="tx1"/>
                </a:solidFill>
              </a:rPr>
              <a:t>Mysql</a:t>
            </a:r>
            <a:r>
              <a:rPr lang="da-DK" sz="3600" b="1" kern="1200">
                <a:solidFill>
                  <a:schemeClr val="tx1"/>
                </a:solidFill>
              </a:rPr>
              <a:t> Workbench</a:t>
            </a:r>
          </a:p>
          <a:p>
            <a:pPr marL="630555">
              <a:spcBef>
                <a:spcPts val="100"/>
              </a:spcBef>
            </a:pPr>
            <a:endParaRPr lang="da-DK" sz="1600"/>
          </a:p>
        </p:txBody>
      </p:sp>
      <p:pic>
        <p:nvPicPr>
          <p:cNvPr id="5" name="Billede 4" descr="Et billede, der indeholder tekst, skærmbillede, tøj&#10;&#10;AI-genereret indhold kan være ukorrekt.">
            <a:extLst>
              <a:ext uri="{FF2B5EF4-FFF2-40B4-BE49-F238E27FC236}">
                <a16:creationId xmlns:a16="http://schemas.microsoft.com/office/drawing/2014/main" id="{AA37D0CC-53F2-3FC0-BCB2-8EAA67392CDF}"/>
              </a:ext>
            </a:extLst>
          </p:cNvPr>
          <p:cNvPicPr>
            <a:picLocks noChangeAspect="1"/>
          </p:cNvPicPr>
          <p:nvPr/>
        </p:nvPicPr>
        <p:blipFill>
          <a:blip r:embed="rId3"/>
          <a:srcRect b="-109"/>
          <a:stretch>
            <a:fillRect/>
          </a:stretch>
        </p:blipFill>
        <p:spPr>
          <a:xfrm>
            <a:off x="0" y="164307"/>
            <a:ext cx="9144000" cy="4948877"/>
          </a:xfrm>
          <a:prstGeom prst="rect">
            <a:avLst/>
          </a:prstGeom>
        </p:spPr>
      </p:pic>
    </p:spTree>
    <p:extLst>
      <p:ext uri="{BB962C8B-B14F-4D97-AF65-F5344CB8AC3E}">
        <p14:creationId xmlns:p14="http://schemas.microsoft.com/office/powerpoint/2010/main" val="241714642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SQL-udvikling i MySQL Workbench</a:t>
            </a:r>
          </a:p>
        </p:txBody>
      </p:sp>
      <p:sp>
        <p:nvSpPr>
          <p:cNvPr id="3" name="Content Placeholder 2"/>
          <p:cNvSpPr>
            <a:spLocks noGrp="1"/>
          </p:cNvSpPr>
          <p:nvPr>
            <p:ph idx="1"/>
          </p:nvPr>
        </p:nvSpPr>
        <p:spPr/>
        <p:txBody>
          <a:bodyPr/>
          <a:lstStyle/>
          <a:p>
            <a:r>
              <a:t>Fokus på SQL-udviklingsdelen af værktøjet.</a:t>
            </a:r>
          </a:p>
          <a:p>
            <a:r>
              <a:t>Giver mulighed for at oprette, læse, opdatere og slette data – også uden at skrive SQL.</a:t>
            </a:r>
          </a:p>
          <a:p>
            <a:r>
              <a:t>Brugervenligt for dem, der er mindre fortrolige med SQL.</a:t>
            </a:r>
          </a:p>
        </p:txBody>
      </p:sp>
    </p:spTree>
    <p:extLst>
      <p:ext uri="{BB962C8B-B14F-4D97-AF65-F5344CB8AC3E}">
        <p14:creationId xmlns:p14="http://schemas.microsoft.com/office/powerpoint/2010/main" val="16810704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117E2D39-74ED-8220-F935-593C7ACFB26D}"/>
              </a:ext>
            </a:extLst>
          </p:cNvPr>
          <p:cNvSpPr>
            <a:spLocks noGrp="1"/>
          </p:cNvSpPr>
          <p:nvPr>
            <p:ph type="dt" sz="half" idx="10"/>
          </p:nvPr>
        </p:nvSpPr>
        <p:spPr/>
        <p:txBody>
          <a:bodyPr/>
          <a:lstStyle/>
          <a:p>
            <a:fld id="{A823253A-D69D-4D34-81F1-FA4873E4F2F5}" type="datetime1">
              <a:rPr lang="en-DK"/>
              <a:t>28/10/2026</a:t>
            </a:fld>
            <a:endParaRPr lang="en-US"/>
          </a:p>
        </p:txBody>
      </p:sp>
      <p:sp>
        <p:nvSpPr>
          <p:cNvPr id="5" name="Footer Placeholder 4">
            <a:extLst>
              <a:ext uri="{FF2B5EF4-FFF2-40B4-BE49-F238E27FC236}">
                <a16:creationId xmlns:a16="http://schemas.microsoft.com/office/drawing/2014/main" id="{B821A164-CDAC-5049-1BC0-B13392E66493}"/>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A528BE83-6104-D4D1-E9CA-B76BAAC058B2}"/>
              </a:ext>
            </a:extLst>
          </p:cNvPr>
          <p:cNvSpPr>
            <a:spLocks noGrp="1"/>
          </p:cNvSpPr>
          <p:nvPr>
            <p:ph type="sldNum" sz="quarter" idx="12"/>
          </p:nvPr>
        </p:nvSpPr>
        <p:spPr/>
        <p:txBody>
          <a:bodyPr/>
          <a:lstStyle/>
          <a:p>
            <a:fld id="{CC057153-B650-4DEB-B370-79DDCFDCE934}" type="slidenum">
              <a:rPr lang="en-US" dirty="0"/>
              <a:t>33</a:t>
            </a:fld>
            <a:endParaRPr lang="en-US"/>
          </a:p>
        </p:txBody>
      </p:sp>
      <p:pic>
        <p:nvPicPr>
          <p:cNvPr id="7" name="Picture 6" descr="A screenshot of a computer&#10;&#10;AI-generated content may be incorrect.">
            <a:extLst>
              <a:ext uri="{FF2B5EF4-FFF2-40B4-BE49-F238E27FC236}">
                <a16:creationId xmlns:a16="http://schemas.microsoft.com/office/drawing/2014/main" id="{4B92F0E6-6262-4391-D197-5B0D619BF036}"/>
              </a:ext>
            </a:extLst>
          </p:cNvPr>
          <p:cNvPicPr>
            <a:picLocks noChangeAspect="1"/>
          </p:cNvPicPr>
          <p:nvPr/>
        </p:nvPicPr>
        <p:blipFill>
          <a:blip r:embed="rId2"/>
          <a:stretch>
            <a:fillRect/>
          </a:stretch>
        </p:blipFill>
        <p:spPr>
          <a:xfrm>
            <a:off x="328612" y="1254796"/>
            <a:ext cx="7186613" cy="3591170"/>
          </a:xfrm>
          <a:prstGeom prst="rect">
            <a:avLst/>
          </a:prstGeom>
        </p:spPr>
      </p:pic>
    </p:spTree>
    <p:extLst>
      <p:ext uri="{BB962C8B-B14F-4D97-AF65-F5344CB8AC3E}">
        <p14:creationId xmlns:p14="http://schemas.microsoft.com/office/powerpoint/2010/main" val="217627717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65F7848-8529-9879-E3B5-8B86E519F90D}"/>
              </a:ext>
            </a:extLst>
          </p:cNvPr>
          <p:cNvSpPr>
            <a:spLocks noGrp="1"/>
          </p:cNvSpPr>
          <p:nvPr>
            <p:ph type="dt" sz="half" idx="10"/>
          </p:nvPr>
        </p:nvSpPr>
        <p:spPr/>
        <p:txBody>
          <a:bodyPr/>
          <a:lstStyle/>
          <a:p>
            <a:fld id="{354AE00B-ACFF-4738-9380-5E5EC5D6C311}" type="datetime1">
              <a:rPr lang="en-DK"/>
              <a:t>28/10/2026</a:t>
            </a:fld>
            <a:endParaRPr lang="en-US"/>
          </a:p>
        </p:txBody>
      </p:sp>
      <p:sp>
        <p:nvSpPr>
          <p:cNvPr id="3" name="Footer Placeholder 2">
            <a:extLst>
              <a:ext uri="{FF2B5EF4-FFF2-40B4-BE49-F238E27FC236}">
                <a16:creationId xmlns:a16="http://schemas.microsoft.com/office/drawing/2014/main" id="{5B594D16-3D33-94DE-7652-4A11D3B6F66A}"/>
              </a:ext>
            </a:extLst>
          </p:cNvPr>
          <p:cNvSpPr>
            <a:spLocks noGrp="1"/>
          </p:cNvSpPr>
          <p:nvPr>
            <p:ph type="ftr" sz="quarter" idx="11"/>
          </p:nvPr>
        </p:nvSpPr>
        <p:spPr/>
        <p:txBody>
          <a:bodyPr/>
          <a:lstStyle/>
          <a:p>
            <a:r>
              <a:rPr lang="en-US"/>
              <a:t>
              </a:t>
            </a:r>
          </a:p>
        </p:txBody>
      </p:sp>
      <p:sp>
        <p:nvSpPr>
          <p:cNvPr id="4" name="Slide Number Placeholder 3">
            <a:extLst>
              <a:ext uri="{FF2B5EF4-FFF2-40B4-BE49-F238E27FC236}">
                <a16:creationId xmlns:a16="http://schemas.microsoft.com/office/drawing/2014/main" id="{768E9B15-D9A1-FDFE-68E2-513128968081}"/>
              </a:ext>
            </a:extLst>
          </p:cNvPr>
          <p:cNvSpPr>
            <a:spLocks noGrp="1"/>
          </p:cNvSpPr>
          <p:nvPr>
            <p:ph type="sldNum" sz="quarter" idx="12"/>
          </p:nvPr>
        </p:nvSpPr>
        <p:spPr/>
        <p:txBody>
          <a:bodyPr/>
          <a:lstStyle/>
          <a:p>
            <a:fld id="{CC057153-B650-4DEB-B370-79DDCFDCE934}" type="slidenum">
              <a:rPr lang="en-US" dirty="0"/>
              <a:t>34</a:t>
            </a:fld>
            <a:endParaRPr lang="en-US"/>
          </a:p>
        </p:txBody>
      </p:sp>
      <p:sp>
        <p:nvSpPr>
          <p:cNvPr id="5" name="TextBox 4">
            <a:extLst>
              <a:ext uri="{FF2B5EF4-FFF2-40B4-BE49-F238E27FC236}">
                <a16:creationId xmlns:a16="http://schemas.microsoft.com/office/drawing/2014/main" id="{F378A1C1-D319-EEAF-EDAC-31DF74968C14}"/>
              </a:ext>
            </a:extLst>
          </p:cNvPr>
          <p:cNvSpPr txBox="1"/>
          <p:nvPr/>
        </p:nvSpPr>
        <p:spPr>
          <a:xfrm>
            <a:off x="422414" y="797615"/>
            <a:ext cx="6435586" cy="264508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630555" algn="l" rtl="0">
              <a:lnSpc>
                <a:spcPct val="90000"/>
              </a:lnSpc>
              <a:spcBef>
                <a:spcPct val="0"/>
              </a:spcBef>
            </a:pPr>
            <a:r>
              <a:rPr lang="da-DK" sz="3600" b="1" kern="1200" err="1">
                <a:solidFill>
                  <a:schemeClr val="tx1"/>
                </a:solidFill>
                <a:latin typeface="+mj-lt"/>
                <a:ea typeface="+mj-ea"/>
                <a:cs typeface="+mj-cs"/>
              </a:rPr>
              <a:t>Install</a:t>
            </a:r>
            <a:r>
              <a:rPr lang="en-US" sz="3600" b="1" kern="1200">
                <a:solidFill>
                  <a:schemeClr val="tx1"/>
                </a:solidFill>
                <a:latin typeface="+mj-lt"/>
                <a:ea typeface="+mj-ea"/>
                <a:cs typeface="+mj-cs"/>
              </a:rPr>
              <a:t>​</a:t>
            </a:r>
          </a:p>
          <a:p>
            <a:pPr marL="630555" algn="l" rtl="0">
              <a:lnSpc>
                <a:spcPct val="90000"/>
              </a:lnSpc>
              <a:spcBef>
                <a:spcPct val="0"/>
              </a:spcBef>
            </a:pPr>
            <a:r>
              <a:rPr lang="da-DK" sz="3600" b="1" kern="1200" err="1">
                <a:solidFill>
                  <a:schemeClr val="tx1"/>
                </a:solidFill>
                <a:latin typeface="+mj-lt"/>
                <a:ea typeface="+mj-ea"/>
                <a:cs typeface="+mj-cs"/>
              </a:rPr>
              <a:t>Mysql</a:t>
            </a:r>
            <a:r>
              <a:rPr lang="da-DK" sz="3600" b="1" kern="1200">
                <a:solidFill>
                  <a:schemeClr val="tx1"/>
                </a:solidFill>
                <a:latin typeface="+mj-lt"/>
                <a:ea typeface="+mj-ea"/>
                <a:cs typeface="+mj-cs"/>
              </a:rPr>
              <a:t> </a:t>
            </a:r>
            <a:r>
              <a:rPr lang="da-DK" sz="3600" b="1" kern="1200" err="1">
                <a:solidFill>
                  <a:schemeClr val="tx1"/>
                </a:solidFill>
                <a:latin typeface="+mj-lt"/>
                <a:ea typeface="+mj-ea"/>
                <a:cs typeface="+mj-cs"/>
              </a:rPr>
              <a:t>workbench</a:t>
            </a:r>
            <a:endParaRPr lang="da-DK" sz="3600" b="1" kern="1200">
              <a:solidFill>
                <a:schemeClr val="tx1"/>
              </a:solidFill>
              <a:latin typeface="+mj-lt"/>
              <a:ea typeface="+mj-ea"/>
              <a:cs typeface="+mj-cs"/>
            </a:endParaRPr>
          </a:p>
          <a:p>
            <a:pPr marL="630555" algn="l" rtl="0">
              <a:lnSpc>
                <a:spcPct val="90000"/>
              </a:lnSpc>
              <a:spcBef>
                <a:spcPct val="0"/>
              </a:spcBef>
            </a:pPr>
            <a:endParaRPr lang="da-DK" sz="3600" b="1" kern="1200">
              <a:solidFill>
                <a:schemeClr val="tx1"/>
              </a:solidFill>
              <a:latin typeface="+mj-lt"/>
              <a:ea typeface="+mj-ea"/>
              <a:cs typeface="+mj-cs"/>
            </a:endParaRPr>
          </a:p>
          <a:p>
            <a:pPr marL="630555" algn="l" rtl="0">
              <a:lnSpc>
                <a:spcPct val="90000"/>
              </a:lnSpc>
              <a:spcBef>
                <a:spcPct val="0"/>
              </a:spcBef>
            </a:pPr>
            <a:r>
              <a:rPr lang="da-DK" sz="3600" b="1" kern="1200">
                <a:solidFill>
                  <a:schemeClr val="tx1"/>
                </a:solidFill>
                <a:latin typeface="+mj-lt"/>
                <a:ea typeface="+mj-ea"/>
                <a:cs typeface="+mj-cs"/>
              </a:rPr>
              <a:t>+ sample DB</a:t>
            </a:r>
          </a:p>
          <a:p>
            <a:pPr rtl="0">
              <a:lnSpc>
                <a:spcPts val="4575"/>
              </a:lnSpc>
            </a:pPr>
            <a:r>
              <a:rPr lang="da-DK" sz="3800">
                <a:latin typeface="Neue Haas Grotesk Text Pro"/>
                <a:cs typeface="Segoe UI"/>
              </a:rPr>
              <a:t>​</a:t>
            </a:r>
          </a:p>
        </p:txBody>
      </p:sp>
    </p:spTree>
    <p:extLst>
      <p:ext uri="{BB962C8B-B14F-4D97-AF65-F5344CB8AC3E}">
        <p14:creationId xmlns:p14="http://schemas.microsoft.com/office/powerpoint/2010/main" val="248062609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dato 1">
            <a:extLst>
              <a:ext uri="{FF2B5EF4-FFF2-40B4-BE49-F238E27FC236}">
                <a16:creationId xmlns:a16="http://schemas.microsoft.com/office/drawing/2014/main" id="{E8B4BFA0-F44D-3A8E-D2A0-41708EF263B3}"/>
              </a:ext>
            </a:extLst>
          </p:cNvPr>
          <p:cNvSpPr>
            <a:spLocks noGrp="1"/>
          </p:cNvSpPr>
          <p:nvPr>
            <p:ph type="dt" sz="half" idx="10"/>
          </p:nvPr>
        </p:nvSpPr>
        <p:spPr/>
        <p:txBody>
          <a:bodyPr/>
          <a:lstStyle/>
          <a:p>
            <a:fld id="{31890963-BEB2-4EF1-BC1F-C4AABDFC29DC}" type="datetime1">
              <a:rPr lang="en-DK"/>
              <a:t>28/10/2026</a:t>
            </a:fld>
            <a:endParaRPr lang="en-US"/>
          </a:p>
        </p:txBody>
      </p:sp>
      <p:sp>
        <p:nvSpPr>
          <p:cNvPr id="3" name="Pladsholder til sidefod 2">
            <a:extLst>
              <a:ext uri="{FF2B5EF4-FFF2-40B4-BE49-F238E27FC236}">
                <a16:creationId xmlns:a16="http://schemas.microsoft.com/office/drawing/2014/main" id="{4996DB74-7DA1-C2A7-012E-7258C0FE8A9C}"/>
              </a:ext>
            </a:extLst>
          </p:cNvPr>
          <p:cNvSpPr>
            <a:spLocks noGrp="1"/>
          </p:cNvSpPr>
          <p:nvPr>
            <p:ph type="ftr" sz="quarter" idx="11"/>
          </p:nvPr>
        </p:nvSpPr>
        <p:spPr/>
        <p:txBody>
          <a:bodyPr/>
          <a:lstStyle/>
          <a:p>
            <a:r>
              <a:rPr lang="en-US"/>
              <a:t>
              </a:t>
            </a:r>
          </a:p>
        </p:txBody>
      </p:sp>
      <p:sp>
        <p:nvSpPr>
          <p:cNvPr id="4" name="Pladsholder til slidenummer 3">
            <a:extLst>
              <a:ext uri="{FF2B5EF4-FFF2-40B4-BE49-F238E27FC236}">
                <a16:creationId xmlns:a16="http://schemas.microsoft.com/office/drawing/2014/main" id="{15CD97AD-A8AA-38ED-83AF-F12F942CE3B6}"/>
              </a:ext>
            </a:extLst>
          </p:cNvPr>
          <p:cNvSpPr>
            <a:spLocks noGrp="1"/>
          </p:cNvSpPr>
          <p:nvPr>
            <p:ph type="sldNum" sz="quarter" idx="12"/>
          </p:nvPr>
        </p:nvSpPr>
        <p:spPr/>
        <p:txBody>
          <a:bodyPr/>
          <a:lstStyle/>
          <a:p>
            <a:fld id="{CC057153-B650-4DEB-B370-79DDCFDCE934}" type="slidenum">
              <a:rPr lang="en-US" dirty="0"/>
              <a:t>35</a:t>
            </a:fld>
            <a:endParaRPr lang="en-US"/>
          </a:p>
        </p:txBody>
      </p:sp>
      <p:pic>
        <p:nvPicPr>
          <p:cNvPr id="5" name="Billede 4" descr="Et billede, der indeholder tekst, skærmbillede, design&#10;&#10;AI-genereret indhold kan være ukorrekt.">
            <a:extLst>
              <a:ext uri="{FF2B5EF4-FFF2-40B4-BE49-F238E27FC236}">
                <a16:creationId xmlns:a16="http://schemas.microsoft.com/office/drawing/2014/main" id="{6BF3F514-F6FD-6EDC-4285-C519E87B0771}"/>
              </a:ext>
            </a:extLst>
          </p:cNvPr>
          <p:cNvPicPr>
            <a:picLocks noChangeAspect="1"/>
          </p:cNvPicPr>
          <p:nvPr/>
        </p:nvPicPr>
        <p:blipFill>
          <a:blip r:embed="rId2"/>
          <a:stretch>
            <a:fillRect/>
          </a:stretch>
        </p:blipFill>
        <p:spPr>
          <a:xfrm>
            <a:off x="0" y="180010"/>
            <a:ext cx="9144000" cy="4783480"/>
          </a:xfrm>
          <a:prstGeom prst="rect">
            <a:avLst/>
          </a:prstGeom>
        </p:spPr>
      </p:pic>
    </p:spTree>
    <p:extLst>
      <p:ext uri="{BB962C8B-B14F-4D97-AF65-F5344CB8AC3E}">
        <p14:creationId xmlns:p14="http://schemas.microsoft.com/office/powerpoint/2010/main" val="59091244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Opdatering og sletning af data</a:t>
            </a:r>
          </a:p>
        </p:txBody>
      </p:sp>
      <p:sp>
        <p:nvSpPr>
          <p:cNvPr id="3" name="Content Placeholder 2"/>
          <p:cNvSpPr>
            <a:spLocks noGrp="1"/>
          </p:cNvSpPr>
          <p:nvPr>
            <p:ph idx="1"/>
          </p:nvPr>
        </p:nvSpPr>
        <p:spPr/>
        <p:txBody>
          <a:bodyPr vert="horz" lIns="91440" tIns="45720" rIns="91440" bIns="45720" rtlCol="0" anchor="t">
            <a:normAutofit/>
          </a:bodyPr>
          <a:lstStyle/>
          <a:p>
            <a:endParaRPr lang="en-US"/>
          </a:p>
          <a:p>
            <a:r>
              <a:t>Viser </a:t>
            </a:r>
            <a:r>
              <a:rPr err="1"/>
              <a:t>hvordan</a:t>
            </a:r>
            <a:r>
              <a:t> man </a:t>
            </a:r>
            <a:r>
              <a:rPr lang="en-US" err="1"/>
              <a:t>Opdaterer</a:t>
            </a:r>
            <a:r>
              <a:rPr lang="en-US"/>
              <a:t> </a:t>
            </a:r>
            <a:r>
              <a:rPr lang="en-US" err="1"/>
              <a:t>og</a:t>
            </a:r>
            <a:r>
              <a:rPr lang="en-US"/>
              <a:t> </a:t>
            </a:r>
            <a:r>
              <a:rPr err="1"/>
              <a:t>sletter</a:t>
            </a:r>
            <a:r>
              <a:t> </a:t>
            </a:r>
            <a:r>
              <a:rPr err="1"/>
              <a:t>en</a:t>
            </a:r>
            <a:r>
              <a:t> </a:t>
            </a:r>
            <a:r>
              <a:rPr err="1"/>
              <a:t>række</a:t>
            </a:r>
            <a:r>
              <a:t> via GUI.</a:t>
            </a:r>
          </a:p>
        </p:txBody>
      </p:sp>
    </p:spTree>
    <p:extLst>
      <p:ext uri="{BB962C8B-B14F-4D97-AF65-F5344CB8AC3E}">
        <p14:creationId xmlns:p14="http://schemas.microsoft.com/office/powerpoint/2010/main" val="201224327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8DE4D14-43AB-5704-B190-31D73217B19D}"/>
              </a:ext>
            </a:extLst>
          </p:cNvPr>
          <p:cNvSpPr>
            <a:spLocks noGrp="1"/>
          </p:cNvSpPr>
          <p:nvPr>
            <p:ph type="dt" sz="half" idx="10"/>
          </p:nvPr>
        </p:nvSpPr>
        <p:spPr/>
        <p:txBody>
          <a:bodyPr/>
          <a:lstStyle/>
          <a:p>
            <a:fld id="{1B2B4346-7C84-3344-98FF-29634AD69EBE}" type="datetime1">
              <a:rPr lang="en-US" smtClean="0"/>
              <a:t>10/28/26</a:t>
            </a:fld>
            <a:endParaRPr lang="en-US"/>
          </a:p>
        </p:txBody>
      </p:sp>
      <p:sp>
        <p:nvSpPr>
          <p:cNvPr id="3" name="Footer Placeholder 2">
            <a:extLst>
              <a:ext uri="{FF2B5EF4-FFF2-40B4-BE49-F238E27FC236}">
                <a16:creationId xmlns:a16="http://schemas.microsoft.com/office/drawing/2014/main" id="{617502A5-E905-F119-1154-2AD4FCC0FD95}"/>
              </a:ext>
            </a:extLst>
          </p:cNvPr>
          <p:cNvSpPr>
            <a:spLocks noGrp="1"/>
          </p:cNvSpPr>
          <p:nvPr>
            <p:ph type="ftr" sz="quarter" idx="11"/>
          </p:nvPr>
        </p:nvSpPr>
        <p:spPr/>
        <p:txBody>
          <a:bodyPr/>
          <a:lstStyle/>
          <a:p>
            <a:r>
              <a:rPr lang="en-US"/>
              <a:t>
              </a:t>
            </a:r>
          </a:p>
        </p:txBody>
      </p:sp>
      <p:sp>
        <p:nvSpPr>
          <p:cNvPr id="4" name="Slide Number Placeholder 3">
            <a:extLst>
              <a:ext uri="{FF2B5EF4-FFF2-40B4-BE49-F238E27FC236}">
                <a16:creationId xmlns:a16="http://schemas.microsoft.com/office/drawing/2014/main" id="{2FBE9BAF-217E-6017-6883-D99B00C91AFC}"/>
              </a:ext>
            </a:extLst>
          </p:cNvPr>
          <p:cNvSpPr>
            <a:spLocks noGrp="1"/>
          </p:cNvSpPr>
          <p:nvPr>
            <p:ph type="sldNum" sz="quarter" idx="12"/>
          </p:nvPr>
        </p:nvSpPr>
        <p:spPr/>
        <p:txBody>
          <a:bodyPr/>
          <a:lstStyle/>
          <a:p>
            <a:fld id="{CC057153-B650-4DEB-B370-79DDCFDCE934}" type="slidenum">
              <a:rPr lang="en-US" smtClean="0"/>
              <a:t>37</a:t>
            </a:fld>
            <a:endParaRPr lang="en-US"/>
          </a:p>
        </p:txBody>
      </p:sp>
      <p:sp>
        <p:nvSpPr>
          <p:cNvPr id="6" name="TextBox 5">
            <a:extLst>
              <a:ext uri="{FF2B5EF4-FFF2-40B4-BE49-F238E27FC236}">
                <a16:creationId xmlns:a16="http://schemas.microsoft.com/office/drawing/2014/main" id="{B203F4BF-BB8A-9F7D-B3AB-FE205CA2F620}"/>
              </a:ext>
            </a:extLst>
          </p:cNvPr>
          <p:cNvSpPr txBox="1"/>
          <p:nvPr/>
        </p:nvSpPr>
        <p:spPr>
          <a:xfrm>
            <a:off x="2286000" y="824931"/>
            <a:ext cx="4572000" cy="2031325"/>
          </a:xfrm>
          <a:prstGeom prst="rect">
            <a:avLst/>
          </a:prstGeom>
          <a:noFill/>
        </p:spPr>
        <p:txBody>
          <a:bodyPr wrap="square">
            <a:spAutoFit/>
          </a:bodyPr>
          <a:lstStyle/>
          <a:p>
            <a:pPr>
              <a:buNone/>
            </a:pPr>
            <a:r>
              <a:rPr lang="en-GB" b="1" dirty="0" err="1"/>
              <a:t>Spørgsmål</a:t>
            </a:r>
            <a:r>
              <a:rPr lang="en-GB" b="1" dirty="0"/>
              <a:t> </a:t>
            </a:r>
            <a:r>
              <a:rPr lang="en-GB" b="1" dirty="0" err="1"/>
              <a:t>til</a:t>
            </a:r>
            <a:r>
              <a:rPr lang="en-GB" b="1" dirty="0"/>
              <a:t> </a:t>
            </a:r>
            <a:r>
              <a:rPr lang="en-GB" b="1" dirty="0" err="1"/>
              <a:t>refleksion</a:t>
            </a:r>
            <a:r>
              <a:rPr lang="en-GB" b="1" dirty="0"/>
              <a:t> </a:t>
            </a:r>
            <a:r>
              <a:rPr lang="en-GB" b="1" dirty="0" err="1"/>
              <a:t>og</a:t>
            </a:r>
            <a:r>
              <a:rPr lang="en-GB" b="1" dirty="0"/>
              <a:t> </a:t>
            </a:r>
            <a:r>
              <a:rPr lang="en-GB" b="1" dirty="0" err="1"/>
              <a:t>diskussion</a:t>
            </a:r>
            <a:endParaRPr lang="en-GB" b="1" dirty="0"/>
          </a:p>
          <a:p>
            <a:pPr>
              <a:buFont typeface="+mj-lt"/>
              <a:buAutoNum type="arabicPeriod"/>
            </a:pPr>
            <a:r>
              <a:rPr lang="en-GB" dirty="0" err="1"/>
              <a:t>Hvad</a:t>
            </a:r>
            <a:r>
              <a:rPr lang="en-GB" dirty="0"/>
              <a:t> er </a:t>
            </a:r>
            <a:r>
              <a:rPr lang="en-GB" dirty="0" err="1"/>
              <a:t>fordelene</a:t>
            </a:r>
            <a:r>
              <a:rPr lang="en-GB" dirty="0"/>
              <a:t> </a:t>
            </a:r>
            <a:r>
              <a:rPr lang="en-GB" dirty="0" err="1"/>
              <a:t>ved</a:t>
            </a:r>
            <a:r>
              <a:rPr lang="en-GB" dirty="0"/>
              <a:t> at </a:t>
            </a:r>
            <a:r>
              <a:rPr lang="en-GB" dirty="0" err="1"/>
              <a:t>bruge</a:t>
            </a:r>
            <a:r>
              <a:rPr lang="en-GB" dirty="0"/>
              <a:t> et DBMS </a:t>
            </a:r>
            <a:r>
              <a:rPr lang="en-GB" dirty="0" err="1"/>
              <a:t>frem</a:t>
            </a:r>
            <a:r>
              <a:rPr lang="en-GB" dirty="0"/>
              <a:t> for et </a:t>
            </a:r>
            <a:r>
              <a:rPr lang="en-GB" dirty="0" err="1"/>
              <a:t>filbaseret</a:t>
            </a:r>
            <a:r>
              <a:rPr lang="en-GB" dirty="0"/>
              <a:t> system?</a:t>
            </a:r>
          </a:p>
          <a:p>
            <a:endParaRPr lang="en-GB" dirty="0"/>
          </a:p>
          <a:p>
            <a:pPr>
              <a:buFont typeface="+mj-lt"/>
              <a:buAutoNum type="arabicPeriod"/>
            </a:pPr>
            <a:endParaRPr lang="en-GB" dirty="0"/>
          </a:p>
          <a:p>
            <a:endParaRPr lang="en-GB" dirty="0"/>
          </a:p>
          <a:p>
            <a:endParaRPr lang="en-GB" dirty="0"/>
          </a:p>
        </p:txBody>
      </p:sp>
    </p:spTree>
    <p:extLst>
      <p:ext uri="{BB962C8B-B14F-4D97-AF65-F5344CB8AC3E}">
        <p14:creationId xmlns:p14="http://schemas.microsoft.com/office/powerpoint/2010/main" val="331150066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2" name="Text 0"/>
          <p:cNvSpPr/>
          <p:nvPr/>
        </p:nvSpPr>
        <p:spPr>
          <a:xfrm>
            <a:off x="445770" y="342900"/>
            <a:ext cx="2880360" cy="171450"/>
          </a:xfrm>
          <a:prstGeom prst="rect">
            <a:avLst/>
          </a:prstGeom>
          <a:noFill/>
          <a:ln/>
        </p:spPr>
        <p:txBody>
          <a:bodyPr wrap="square" lIns="0" tIns="0" rIns="0" bIns="0" rtlCol="0" anchor="ctr"/>
          <a:lstStyle/>
          <a:p>
            <a:r>
              <a:rPr lang="en-US" sz="825" b="1" spc="105" dirty="0">
                <a:solidFill>
                  <a:srgbClr val="F39A3E"/>
                </a:solidFill>
              </a:rPr>
              <a:t>QUIZ</a:t>
            </a:r>
            <a:endParaRPr lang="en-US" sz="825" dirty="0"/>
          </a:p>
        </p:txBody>
      </p:sp>
      <p:sp>
        <p:nvSpPr>
          <p:cNvPr id="3" name="Text 1"/>
          <p:cNvSpPr/>
          <p:nvPr/>
        </p:nvSpPr>
        <p:spPr>
          <a:xfrm>
            <a:off x="445770" y="582930"/>
            <a:ext cx="8092440" cy="411480"/>
          </a:xfrm>
          <a:prstGeom prst="rect">
            <a:avLst/>
          </a:prstGeom>
          <a:noFill/>
          <a:ln/>
        </p:spPr>
        <p:txBody>
          <a:bodyPr wrap="square" lIns="0" tIns="0" rIns="0" bIns="0" rtlCol="0" anchor="ctr"/>
          <a:lstStyle/>
          <a:p>
            <a:r>
              <a:rPr lang="en-US" sz="2250" b="1" dirty="0">
                <a:solidFill>
                  <a:srgbClr val="24332D"/>
                </a:solidFill>
              </a:rPr>
              <a:t>Test din forståelse</a:t>
            </a:r>
            <a:endParaRPr lang="en-US" sz="2250" dirty="0"/>
          </a:p>
        </p:txBody>
      </p:sp>
      <p:sp>
        <p:nvSpPr>
          <p:cNvPr id="4" name="Text 2"/>
          <p:cNvSpPr/>
          <p:nvPr/>
        </p:nvSpPr>
        <p:spPr>
          <a:xfrm>
            <a:off x="459486" y="1042416"/>
            <a:ext cx="7886700" cy="260604"/>
          </a:xfrm>
          <a:prstGeom prst="rect">
            <a:avLst/>
          </a:prstGeom>
          <a:noFill/>
          <a:ln/>
        </p:spPr>
        <p:txBody>
          <a:bodyPr wrap="square" lIns="0" tIns="0" rIns="0" bIns="0" rtlCol="0" anchor="ctr"/>
          <a:lstStyle/>
          <a:p>
            <a:r>
              <a:rPr lang="en-US" sz="1125" dirty="0">
                <a:solidFill>
                  <a:srgbClr val="66756E"/>
                </a:solidFill>
              </a:rPr>
              <a:t>Svar først individuelt, sammenlign derefter med personen ved siden af.</a:t>
            </a:r>
            <a:endParaRPr lang="en-US" sz="1125" dirty="0"/>
          </a:p>
        </p:txBody>
      </p:sp>
      <p:sp>
        <p:nvSpPr>
          <p:cNvPr id="5" name="Shape 3"/>
          <p:cNvSpPr/>
          <p:nvPr/>
        </p:nvSpPr>
        <p:spPr>
          <a:xfrm>
            <a:off x="445770" y="1357884"/>
            <a:ext cx="788670" cy="1"/>
          </a:xfrm>
          <a:prstGeom prst="line">
            <a:avLst/>
          </a:prstGeom>
          <a:noFill/>
          <a:ln w="50800">
            <a:solidFill>
              <a:srgbClr val="169C9A"/>
            </a:solidFill>
            <a:prstDash val="solid"/>
            <a:headEnd type="none"/>
            <a:tailEnd type="none"/>
          </a:ln>
        </p:spPr>
        <p:txBody>
          <a:bodyPr/>
          <a:lstStyle/>
          <a:p>
            <a:endParaRPr lang="en-DK"/>
          </a:p>
        </p:txBody>
      </p:sp>
      <p:sp>
        <p:nvSpPr>
          <p:cNvPr id="6" name="Shape 4"/>
          <p:cNvSpPr/>
          <p:nvPr/>
        </p:nvSpPr>
        <p:spPr>
          <a:xfrm>
            <a:off x="493776" y="1495044"/>
            <a:ext cx="8161020" cy="500634"/>
          </a:xfrm>
          <a:prstGeom prst="roundRect">
            <a:avLst/>
          </a:prstGeom>
          <a:solidFill>
            <a:srgbClr val="FFF8F0"/>
          </a:solidFill>
          <a:ln w="12700">
            <a:solidFill>
              <a:srgbClr val="D7E2DD"/>
            </a:solidFill>
            <a:prstDash val="solid"/>
          </a:ln>
        </p:spPr>
        <p:txBody>
          <a:bodyPr/>
          <a:lstStyle/>
          <a:p>
            <a:endParaRPr lang="en-DK"/>
          </a:p>
        </p:txBody>
      </p:sp>
      <p:sp>
        <p:nvSpPr>
          <p:cNvPr id="7" name="Text 5"/>
          <p:cNvSpPr/>
          <p:nvPr/>
        </p:nvSpPr>
        <p:spPr>
          <a:xfrm>
            <a:off x="672084" y="1618488"/>
            <a:ext cx="7680960" cy="219456"/>
          </a:xfrm>
          <a:prstGeom prst="rect">
            <a:avLst/>
          </a:prstGeom>
          <a:noFill/>
          <a:ln/>
        </p:spPr>
        <p:txBody>
          <a:bodyPr wrap="square" lIns="0" tIns="0" rIns="0" bIns="0" rtlCol="0" anchor="ctr"/>
          <a:lstStyle/>
          <a:p>
            <a:r>
              <a:rPr lang="en-US" sz="1200" b="1" dirty="0">
                <a:solidFill>
                  <a:srgbClr val="24332D"/>
                </a:solidFill>
              </a:rPr>
              <a:t>1. Hvilket problem opstår ofte, når samme data gemmes i flere filer?</a:t>
            </a:r>
            <a:endParaRPr lang="en-US" sz="1200" dirty="0"/>
          </a:p>
        </p:txBody>
      </p:sp>
      <p:sp>
        <p:nvSpPr>
          <p:cNvPr id="8" name="Shape 6"/>
          <p:cNvSpPr/>
          <p:nvPr/>
        </p:nvSpPr>
        <p:spPr>
          <a:xfrm>
            <a:off x="493776" y="2153412"/>
            <a:ext cx="8161020" cy="500634"/>
          </a:xfrm>
          <a:prstGeom prst="roundRect">
            <a:avLst/>
          </a:prstGeom>
          <a:solidFill>
            <a:srgbClr val="F3F7F5"/>
          </a:solidFill>
          <a:ln w="12700">
            <a:solidFill>
              <a:srgbClr val="D7E2DD"/>
            </a:solidFill>
            <a:prstDash val="solid"/>
          </a:ln>
        </p:spPr>
        <p:txBody>
          <a:bodyPr/>
          <a:lstStyle/>
          <a:p>
            <a:endParaRPr lang="en-DK"/>
          </a:p>
        </p:txBody>
      </p:sp>
      <p:sp>
        <p:nvSpPr>
          <p:cNvPr id="9" name="Text 7"/>
          <p:cNvSpPr/>
          <p:nvPr/>
        </p:nvSpPr>
        <p:spPr>
          <a:xfrm>
            <a:off x="672084" y="2276856"/>
            <a:ext cx="7680960" cy="219456"/>
          </a:xfrm>
          <a:prstGeom prst="rect">
            <a:avLst/>
          </a:prstGeom>
          <a:noFill/>
          <a:ln/>
        </p:spPr>
        <p:txBody>
          <a:bodyPr wrap="square" lIns="0" tIns="0" rIns="0" bIns="0" rtlCol="0" anchor="ctr"/>
          <a:lstStyle/>
          <a:p>
            <a:r>
              <a:rPr lang="en-US" sz="1200" b="1" dirty="0">
                <a:solidFill>
                  <a:srgbClr val="24332D"/>
                </a:solidFill>
              </a:rPr>
              <a:t>2. Hvad er den vigtigste forskel på en tabel og en række?</a:t>
            </a:r>
            <a:endParaRPr lang="en-US" sz="1200" dirty="0"/>
          </a:p>
        </p:txBody>
      </p:sp>
      <p:sp>
        <p:nvSpPr>
          <p:cNvPr id="10" name="Shape 8"/>
          <p:cNvSpPr/>
          <p:nvPr/>
        </p:nvSpPr>
        <p:spPr>
          <a:xfrm>
            <a:off x="493776" y="2811780"/>
            <a:ext cx="8161020" cy="500634"/>
          </a:xfrm>
          <a:prstGeom prst="roundRect">
            <a:avLst/>
          </a:prstGeom>
          <a:solidFill>
            <a:srgbClr val="FFF8F0"/>
          </a:solidFill>
          <a:ln w="12700">
            <a:solidFill>
              <a:srgbClr val="D7E2DD"/>
            </a:solidFill>
            <a:prstDash val="solid"/>
          </a:ln>
        </p:spPr>
        <p:txBody>
          <a:bodyPr/>
          <a:lstStyle/>
          <a:p>
            <a:endParaRPr lang="en-DK"/>
          </a:p>
        </p:txBody>
      </p:sp>
      <p:sp>
        <p:nvSpPr>
          <p:cNvPr id="11" name="Text 9"/>
          <p:cNvSpPr/>
          <p:nvPr/>
        </p:nvSpPr>
        <p:spPr>
          <a:xfrm>
            <a:off x="672084" y="2935224"/>
            <a:ext cx="7680960" cy="219456"/>
          </a:xfrm>
          <a:prstGeom prst="rect">
            <a:avLst/>
          </a:prstGeom>
          <a:noFill/>
          <a:ln/>
        </p:spPr>
        <p:txBody>
          <a:bodyPr wrap="square" lIns="0" tIns="0" rIns="0" bIns="0" rtlCol="0" anchor="ctr"/>
          <a:lstStyle/>
          <a:p>
            <a:r>
              <a:rPr lang="en-US" sz="1200" b="1" dirty="0">
                <a:solidFill>
                  <a:srgbClr val="24332D"/>
                </a:solidFill>
              </a:rPr>
              <a:t>3. Hvad gør et DBMS lettere end et filbaseret system?</a:t>
            </a:r>
            <a:endParaRPr lang="en-US" sz="1200" dirty="0"/>
          </a:p>
        </p:txBody>
      </p:sp>
      <p:sp>
        <p:nvSpPr>
          <p:cNvPr id="25" name="Slide Number Placeholder 0"/>
          <p:cNvSpPr>
            <a:spLocks noGrp="1"/>
          </p:cNvSpPr>
          <p:nvPr>
            <p:ph type="sldNum" sz="quarter" idx="4294967295"/>
          </p:nvPr>
        </p:nvSpPr>
        <p:spPr>
          <a:xfrm>
            <a:off x="8743950" y="4855464"/>
            <a:ext cx="171450" cy="137160"/>
          </a:xfrm>
          <a:prstGeom prst="rect">
            <a:avLst/>
          </a:prstGeom>
          <a:extLst>
            <a:ext uri="{C572A759-6A51-4108-AA02-DFA0A04FC94B}">
              <ma14:wrappingTextBoxFlag xmlns:ma14="http://schemas.microsoft.com/office/mac/drawingml/2011/main" xmlns="" val="0"/>
            </a:ext>
          </a:extLst>
        </p:spPr>
        <p:txBody>
          <a:bodyPr/>
          <a:lstStyle>
            <a:lvl1pPr>
              <a:defRPr sz="600">
                <a:solidFill>
                  <a:srgbClr val="66756E"/>
                </a:solidFill>
              </a:defRPr>
            </a:lvl1pPr>
          </a:lstStyle>
          <a:p>
            <a:pPr algn="r"/>
            <a:fld id="{F7021451-1387-4CA6-816F-3879F97B5CBC}" type="slidenum">
              <a:rPr lang="en-US" b="0"/>
              <a:t>38</a:t>
            </a:fld>
            <a:endParaRPr lang="en-US"/>
          </a:p>
        </p:txBody>
      </p:sp>
    </p:spTree>
  </p:cSld>
  <p:clrMapOvr>
    <a:masterClrMapping/>
  </p:clrMapOvr>
</p:sld>
</file>

<file path=ppt/theme/theme1.xml><?xml version="1.0" encoding="utf-8"?>
<a:theme xmlns:a="http://schemas.openxmlformats.org/drawingml/2006/main" name="VanillaVTI">
  <a:themeElements>
    <a:clrScheme name="VanillaVTI">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VanillaVTI">
      <a:majorFont>
        <a:latin typeface="Neue Haas Grotesk Text Pro"/>
        <a:ea typeface=""/>
        <a:cs typeface=""/>
      </a:majorFont>
      <a:minorFont>
        <a:latin typeface="Neue Haas Grotesk Text Pro"/>
        <a:ea typeface=""/>
        <a:cs typeface=""/>
      </a:minorFont>
    </a:fontScheme>
    <a:fmtScheme name="VanillaVTI">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nillaVTI" id="{AACC6CF0-9F86-48CC-9C4E-CA578EE0A0A0}" vid="{3BDE51FE-56D6-4100-AFB5-5B4AEDCE2EF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E57D341C545B0A44A26A103333756E90" ma:contentTypeVersion="3" ma:contentTypeDescription="Create a new document." ma:contentTypeScope="" ma:versionID="a048252bedefebc66d7f5c57a58c1ff5">
  <xsd:schema xmlns:xsd="http://www.w3.org/2001/XMLSchema" xmlns:xs="http://www.w3.org/2001/XMLSchema" xmlns:p="http://schemas.microsoft.com/office/2006/metadata/properties" xmlns:ns2="324ab4a6-501d-4b19-a031-862034374e5f" targetNamespace="http://schemas.microsoft.com/office/2006/metadata/properties" ma:root="true" ma:fieldsID="804db9cd4e91f417006555e3fc5175ad" ns2:_="">
    <xsd:import namespace="324ab4a6-501d-4b19-a031-862034374e5f"/>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24ab4a6-501d-4b19-a031-862034374e5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EE22D32-91E9-4778-9B54-0D87370F2D8E}">
  <ds:schemaRefs>
    <ds:schemaRef ds:uri="324ab4a6-501d-4b19-a031-862034374e5f"/>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577E7482-DA75-4171-88B6-86C3C4B9F21B}">
  <ds:schemaRefs>
    <ds:schemaRef ds:uri="http://schemas.microsoft.com/sharepoint/v3/contenttype/forms"/>
  </ds:schemaRefs>
</ds:datastoreItem>
</file>

<file path=customXml/itemProps3.xml><?xml version="1.0" encoding="utf-8"?>
<ds:datastoreItem xmlns:ds="http://schemas.openxmlformats.org/officeDocument/2006/customXml" ds:itemID="{C947A2A5-DCAD-426B-8FE1-991D888F8327}">
  <ds:schemaRefs>
    <ds:schemaRef ds:uri="324ab4a6-501d-4b19-a031-862034374e5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Madison</Template>
  <TotalTime>87</TotalTime>
  <Words>1745</Words>
  <Application>Microsoft Macintosh PowerPoint</Application>
  <PresentationFormat>On-screen Show (16:9)</PresentationFormat>
  <Paragraphs>309</Paragraphs>
  <Slides>38</Slides>
  <Notes>21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38</vt:i4>
      </vt:variant>
    </vt:vector>
  </HeadingPairs>
  <TitlesOfParts>
    <vt:vector size="45" baseType="lpstr">
      <vt:lpstr>Times</vt:lpstr>
      <vt:lpstr>Aptos</vt:lpstr>
      <vt:lpstr>Arial</vt:lpstr>
      <vt:lpstr>Calibri</vt:lpstr>
      <vt:lpstr>Consolas</vt:lpstr>
      <vt:lpstr>Neue Haas Grotesk Text Pro</vt:lpstr>
      <vt:lpstr>VanillaVTI</vt:lpstr>
      <vt:lpstr>PowerPoint Presentation</vt:lpstr>
      <vt:lpstr>PowerPoint Presentation</vt:lpstr>
      <vt:lpstr>PowerPoint Presentation</vt:lpstr>
      <vt:lpstr>PowerPoint Presentation</vt:lpstr>
      <vt:lpstr>PowerPoint Presentation</vt:lpstr>
      <vt:lpstr>Filbaseret database</vt:lpstr>
      <vt:lpstr>Database Management System (DBMS) </vt:lpstr>
      <vt:lpstr>Populære DBMS </vt:lpstr>
      <vt:lpstr>PowerPoint Presentation</vt:lpstr>
      <vt:lpstr>PowerPoint Presentation</vt:lpstr>
      <vt:lpstr>PowerPoint Presentation</vt:lpstr>
      <vt:lpstr>PowerPoint Presentation</vt:lpstr>
      <vt:lpstr>PowerPoint Presentation</vt:lpstr>
      <vt:lpstr>Historien om relationsdatamodellen</vt:lpstr>
      <vt:lpstr>PowerPoint Presentation</vt:lpstr>
      <vt:lpstr>Terminologi i den relationelle model  ( firma branch og medarbejde)</vt:lpstr>
      <vt:lpstr>Relationsdatabase </vt:lpstr>
      <vt:lpstr>PowerPoint Presentation</vt:lpstr>
      <vt:lpstr>PowerPoint Presentation</vt:lpstr>
      <vt:lpstr>PowerPoint Presentation</vt:lpstr>
      <vt:lpstr>PowerPoint Presentation</vt:lpstr>
      <vt:lpstr>PowerPoint Presentation</vt:lpstr>
      <vt:lpstr>SQL øvelse – forklar. kode</vt:lpstr>
      <vt:lpstr>E-R diagram</vt:lpstr>
      <vt:lpstr>1:m m:m</vt:lpstr>
      <vt:lpstr>1:m</vt:lpstr>
      <vt:lpstr>PowerPoint Presentation</vt:lpstr>
      <vt:lpstr>PowerPoint Presentation</vt:lpstr>
      <vt:lpstr>mysql.server start mysql.server stop   (no password by default in mac)  </vt:lpstr>
      <vt:lpstr>Introduktion til MySQL Workbench</vt:lpstr>
      <vt:lpstr>PowerPoint Presentation</vt:lpstr>
      <vt:lpstr>SQL-udvikling i MySQL Workbench</vt:lpstr>
      <vt:lpstr>PowerPoint Presentation</vt:lpstr>
      <vt:lpstr>PowerPoint Presentation</vt:lpstr>
      <vt:lpstr>PowerPoint Presentation</vt:lpstr>
      <vt:lpstr>Opdatering og sletning af data</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Xiaolei Bi</cp:lastModifiedBy>
  <cp:revision>11</cp:revision>
  <dcterms:created xsi:type="dcterms:W3CDTF">2023-11-06T12:35:31Z</dcterms:created>
  <dcterms:modified xsi:type="dcterms:W3CDTF">2026-10-28T15:20:36Z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2021-11-12T00:00:00Z</vt:filetime>
  </property>
  <property fmtid="{D5CDD505-2E9C-101B-9397-08002B2CF9AE}" pid="3" name="LastSaved">
    <vt:filetime>2023-11-06T00:00:00Z</vt:filetime>
  </property>
  <property fmtid="{D5CDD505-2E9C-101B-9397-08002B2CF9AE}" pid="4" name="Producer">
    <vt:lpwstr>macOS Version 12.0.1 (Build 21A559) Quartz PDFContext</vt:lpwstr>
  </property>
  <property fmtid="{D5CDD505-2E9C-101B-9397-08002B2CF9AE}" pid="5" name="ContentTypeId">
    <vt:lpwstr>0x010100E57D341C545B0A44A26A103333756E90</vt:lpwstr>
  </property>
</Properties>
</file>